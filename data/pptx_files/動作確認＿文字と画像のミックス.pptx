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91" r:id="rId4"/>
  </p:sldMasterIdLst>
  <p:notesMasterIdLst>
    <p:notesMasterId r:id="rId12"/>
  </p:notesMasterIdLst>
  <p:handoutMasterIdLst>
    <p:handoutMasterId r:id="rId13"/>
  </p:handoutMasterIdLst>
  <p:sldIdLst>
    <p:sldId id="2147473960" r:id="rId5"/>
    <p:sldId id="2147474537" r:id="rId6"/>
    <p:sldId id="2147474399" r:id="rId7"/>
    <p:sldId id="2147474465" r:id="rId8"/>
    <p:sldId id="2147474530" r:id="rId9"/>
    <p:sldId id="2147474531" r:id="rId10"/>
    <p:sldId id="2147474536" r:id="rId11"/>
  </p:sldIdLst>
  <p:sldSz cx="9144000" cy="6858000" type="screen4x3"/>
  <p:notesSz cx="6807200" cy="9939338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ドラフト" id="{3277C813-6659-4435-8437-D385372AFE3E}">
          <p14:sldIdLst>
            <p14:sldId id="2147473960"/>
            <p14:sldId id="2147474537"/>
            <p14:sldId id="2147474399"/>
            <p14:sldId id="2147474465"/>
            <p14:sldId id="2147474530"/>
            <p14:sldId id="2147474531"/>
            <p14:sldId id="214747453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31" userDrawn="1">
          <p15:clr>
            <a:srgbClr val="A4A3A4"/>
          </p15:clr>
        </p15:guide>
        <p15:guide id="2" pos="2144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AE1CE"/>
    <a:srgbClr val="FFE699"/>
    <a:srgbClr val="CDD9DD"/>
    <a:srgbClr val="FFFFFF"/>
    <a:srgbClr val="7F7F7F"/>
    <a:srgbClr val="F1A46B"/>
    <a:srgbClr val="B4ECFF"/>
    <a:srgbClr val="567783"/>
    <a:srgbClr val="E6ECEE"/>
    <a:srgbClr val="FF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スタイルなし、表のグリッド線なし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スタイルなし、表のグリッド線あり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スタイル (淡色)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204" autoAdjust="0"/>
    <p:restoredTop sz="94761" autoAdjust="0"/>
  </p:normalViewPr>
  <p:slideViewPr>
    <p:cSldViewPr showGuides="1">
      <p:cViewPr varScale="1">
        <p:scale>
          <a:sx n="112" d="100"/>
          <a:sy n="112" d="100"/>
        </p:scale>
        <p:origin x="1568" y="192"/>
      </p:cViewPr>
      <p:guideLst>
        <p:guide orient="horz" pos="2183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-4090"/>
    </p:cViewPr>
  </p:sorterViewPr>
  <p:notesViewPr>
    <p:cSldViewPr>
      <p:cViewPr varScale="1">
        <p:scale>
          <a:sx n="65" d="100"/>
          <a:sy n="65" d="100"/>
        </p:scale>
        <p:origin x="1392" y="66"/>
      </p:cViewPr>
      <p:guideLst>
        <p:guide orient="horz" pos="3131"/>
        <p:guide pos="214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2"/>
          </p:nvPr>
        </p:nvSpPr>
        <p:spPr>
          <a:xfrm>
            <a:off x="0" y="9440646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3"/>
          </p:nvPr>
        </p:nvSpPr>
        <p:spPr>
          <a:xfrm>
            <a:off x="3855838" y="9440646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EBD337-12C5-45AC-92D7-BF79CCFC2773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6" name="日付プレースホルダー 5">
            <a:extLst>
              <a:ext uri="{FF2B5EF4-FFF2-40B4-BE49-F238E27FC236}">
                <a16:creationId xmlns:a16="http://schemas.microsoft.com/office/drawing/2014/main" id="{6BC0A49E-C5C5-43C7-96AE-7967885D977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55838" y="0"/>
            <a:ext cx="2949787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5E392D-78FB-4EBA-9BEE-964E5CD0905C}" type="datetimeFigureOut">
              <a:rPr kumimoji="1" lang="ja-JP" altLang="en-US" smtClean="0"/>
              <a:t>2025/7/30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521049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787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55838" y="0"/>
            <a:ext cx="2949787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BA264C-6953-4F22-AEE6-38CCC8CB2F77}" type="datetimeFigureOut">
              <a:rPr kumimoji="1" lang="ja-JP" altLang="en-US" smtClean="0"/>
              <a:t>2025/7/30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1168400" y="1243013"/>
            <a:ext cx="4470400" cy="33543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0720" y="4783307"/>
            <a:ext cx="5445760" cy="3913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9440647"/>
            <a:ext cx="2949787" cy="4986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55838" y="9440647"/>
            <a:ext cx="2949787" cy="4986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780C04-D137-4757-B814-7DAA94ED848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215661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ja-JP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F780C04-D137-4757-B814-7DAA94ED8486}" type="slidenum">
              <a:rPr kumimoji="1" lang="ja-JP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/>
                <a:ea typeface="游ゴシック" panose="020B0400000000000000" pitchFamily="50" charset="-128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1" lang="ja-JP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游ゴシック"/>
              <a:ea typeface="游ゴシック" panose="020B0400000000000000" pitchFamily="50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353724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ja-JP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F780C04-D137-4757-B814-7DAA94ED8486}" type="slidenum">
              <a:rPr kumimoji="1" lang="ja-JP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游ゴシック"/>
                <a:ea typeface="游ゴシック" panose="020B0400000000000000" pitchFamily="50" charset="-128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1" lang="ja-JP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游ゴシック"/>
              <a:ea typeface="游ゴシック" panose="020B0400000000000000" pitchFamily="50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936713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表紙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テキスト プレースホルダー 5"/>
          <p:cNvSpPr>
            <a:spLocks noGrp="1"/>
          </p:cNvSpPr>
          <p:nvPr>
            <p:ph type="body" sz="quarter" idx="10" hasCustomPrompt="1"/>
          </p:nvPr>
        </p:nvSpPr>
        <p:spPr>
          <a:xfrm>
            <a:off x="308725" y="5566335"/>
            <a:ext cx="2387099" cy="351288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300">
                <a:latin typeface="+mn-ea"/>
                <a:ea typeface="+mn-ea"/>
                <a:cs typeface="メイリオ" pitchFamily="50" charset="-128"/>
              </a:defRPr>
            </a:lvl1pPr>
          </a:lstStyle>
          <a:p>
            <a:pPr lvl="0"/>
            <a:r>
              <a:rPr kumimoji="1" lang="en-US" altLang="ja-JP" dirty="0"/>
              <a:t>0000/00/00</a:t>
            </a:r>
            <a:endParaRPr kumimoji="1" lang="ja-JP" altLang="en-US" dirty="0"/>
          </a:p>
        </p:txBody>
      </p:sp>
      <p:sp>
        <p:nvSpPr>
          <p:cNvPr id="16" name="タイトル 2"/>
          <p:cNvSpPr>
            <a:spLocks noGrp="1"/>
          </p:cNvSpPr>
          <p:nvPr>
            <p:ph type="title" hasCustomPrompt="1"/>
          </p:nvPr>
        </p:nvSpPr>
        <p:spPr>
          <a:xfrm>
            <a:off x="308725" y="2699385"/>
            <a:ext cx="8531974" cy="585575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3200" b="1" baseline="0">
                <a:solidFill>
                  <a:schemeClr val="tx1"/>
                </a:solidFill>
                <a:latin typeface="+mj-ea"/>
                <a:ea typeface="+mj-ea"/>
                <a:cs typeface="メイリオ" pitchFamily="50" charset="-128"/>
              </a:defRPr>
            </a:lvl1pPr>
          </a:lstStyle>
          <a:p>
            <a:r>
              <a:rPr kumimoji="1" lang="ja-JP" altLang="en-US" dirty="0"/>
              <a:t>表紙タイトル </a:t>
            </a:r>
            <a:r>
              <a:rPr kumimoji="1" lang="en-US" altLang="ja-JP" dirty="0"/>
              <a:t>32pt</a:t>
            </a:r>
            <a:endParaRPr kumimoji="1" lang="ja-JP" altLang="en-US" dirty="0"/>
          </a:p>
        </p:txBody>
      </p:sp>
      <p:sp>
        <p:nvSpPr>
          <p:cNvPr id="18" name="テキスト ボックス 17"/>
          <p:cNvSpPr txBox="1"/>
          <p:nvPr userDrawn="1"/>
        </p:nvSpPr>
        <p:spPr>
          <a:xfrm>
            <a:off x="303300" y="5920205"/>
            <a:ext cx="4318925" cy="29238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kumimoji="1" lang="ja-JP" altLang="en-US" sz="1300" b="1" dirty="0">
                <a:solidFill>
                  <a:schemeClr val="tx1"/>
                </a:solidFill>
                <a:latin typeface="+mn-ea"/>
                <a:ea typeface="+mn-ea"/>
                <a:cs typeface="メイリオ" pitchFamily="50" charset="-128"/>
              </a:rPr>
              <a:t>三菱重工業株式会社</a:t>
            </a:r>
          </a:p>
        </p:txBody>
      </p:sp>
      <p:pic>
        <p:nvPicPr>
          <p:cNvPr id="11" name="図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437" y="201827"/>
            <a:ext cx="8744712" cy="944880"/>
          </a:xfrm>
          <a:prstGeom prst="rect">
            <a:avLst/>
          </a:prstGeom>
        </p:spPr>
      </p:pic>
      <p:sp>
        <p:nvSpPr>
          <p:cNvPr id="10" name="テキスト プレースホルダー 21">
            <a:extLst>
              <a:ext uri="{FF2B5EF4-FFF2-40B4-BE49-F238E27FC236}">
                <a16:creationId xmlns:a16="http://schemas.microsoft.com/office/drawing/2014/main" id="{A1B3CB4D-6995-4FBD-99A9-97EF8363075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08725" y="3361113"/>
            <a:ext cx="8531974" cy="1676400"/>
          </a:xfrm>
          <a:prstGeom prst="rect">
            <a:avLst/>
          </a:prstGeo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 baseline="0">
                <a:solidFill>
                  <a:schemeClr val="tx1"/>
                </a:solidFill>
                <a:latin typeface="+mn-ea"/>
                <a:ea typeface="+mn-ea"/>
                <a:cs typeface="メイリオ" pitchFamily="50" charset="-128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ja-JP" altLang="en-US" dirty="0"/>
              <a:t>サブタイトル </a:t>
            </a:r>
            <a:r>
              <a:rPr kumimoji="1" lang="en-US" altLang="ja-JP" dirty="0"/>
              <a:t>16pt</a:t>
            </a:r>
            <a:r>
              <a:rPr kumimoji="1" lang="ja-JP" altLang="en-US" dirty="0"/>
              <a:t>　　　　　　　　　　　　　　　　　　　　　　　　　　　　　　　　●複数の会社名やロゴを記載するレイアウトはスライドマスターにあり                          ●写真付きの表紙レイアウト（</a:t>
            </a:r>
            <a:r>
              <a:rPr kumimoji="1" lang="en-US" altLang="ja-JP" dirty="0"/>
              <a:t>2</a:t>
            </a:r>
            <a:r>
              <a:rPr kumimoji="1" lang="ja-JP" altLang="en-US" dirty="0"/>
              <a:t>種）はスライドマスターにあり                                   </a:t>
            </a:r>
            <a:r>
              <a:rPr kumimoji="1" lang="en-US" altLang="ja-JP" dirty="0"/>
              <a:t>※</a:t>
            </a:r>
            <a:r>
              <a:rPr kumimoji="1" lang="ja-JP" altLang="en-US" dirty="0"/>
              <a:t>スライドマスターの変更は別紙「スライドマスター操作ガイド」をご参照ください</a:t>
            </a:r>
          </a:p>
        </p:txBody>
      </p:sp>
      <p:sp>
        <p:nvSpPr>
          <p:cNvPr id="9" name="日付プレースホルダー 32"/>
          <p:cNvSpPr txBox="1">
            <a:spLocks/>
          </p:cNvSpPr>
          <p:nvPr userDrawn="1"/>
        </p:nvSpPr>
        <p:spPr>
          <a:xfrm>
            <a:off x="196437" y="6370974"/>
            <a:ext cx="5402356" cy="365125"/>
          </a:xfrm>
          <a:prstGeom prst="rect">
            <a:avLst/>
          </a:prstGeom>
          <a:ln>
            <a:noFill/>
          </a:ln>
        </p:spPr>
        <p:txBody>
          <a:bodyPr vert="horz" wrap="square" lIns="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ja-JP"/>
            </a:defPPr>
            <a:lvl1pPr algn="l" defTabSz="457200" rt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kumimoji="1" sz="1000" kern="1200" smtClean="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  <a:cs typeface="+mn-cs"/>
              </a:defRPr>
            </a:lvl1pPr>
            <a:lvl2pPr marL="457200" algn="ctr" defTabSz="457200" rtl="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itchFamily="34" charset="0"/>
              <a:defRPr kumimoji="1" sz="1600" kern="120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  <a:cs typeface="+mn-cs"/>
              </a:defRPr>
            </a:lvl2pPr>
            <a:lvl3pPr marL="914400" algn="ctr" defTabSz="457200" rtl="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itchFamily="34" charset="0"/>
              <a:defRPr kumimoji="1" sz="1600" kern="120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  <a:cs typeface="+mn-cs"/>
              </a:defRPr>
            </a:lvl3pPr>
            <a:lvl4pPr marL="1371600" algn="ctr" defTabSz="457200" rtl="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itchFamily="34" charset="0"/>
              <a:defRPr kumimoji="1" sz="1600" kern="120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  <a:cs typeface="+mn-cs"/>
              </a:defRPr>
            </a:lvl4pPr>
            <a:lvl5pPr marL="1828800" algn="ctr" defTabSz="457200" rtl="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itchFamily="34" charset="0"/>
              <a:defRPr kumimoji="1" sz="1600" kern="120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  <a:cs typeface="+mn-cs"/>
              </a:defRPr>
            </a:lvl5pPr>
            <a:lvl6pPr marL="2286000" algn="l" defTabSz="914400" rtl="0" eaLnBrk="1" latinLnBrk="0" hangingPunct="1">
              <a:defRPr kumimoji="1" sz="1600" kern="120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  <a:cs typeface="+mn-cs"/>
              </a:defRPr>
            </a:lvl6pPr>
            <a:lvl7pPr marL="2743200" algn="l" defTabSz="914400" rtl="0" eaLnBrk="1" latinLnBrk="0" hangingPunct="1">
              <a:defRPr kumimoji="1" sz="1600" kern="120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  <a:cs typeface="+mn-cs"/>
              </a:defRPr>
            </a:lvl7pPr>
            <a:lvl8pPr marL="3200400" algn="l" defTabSz="914400" rtl="0" eaLnBrk="1" latinLnBrk="0" hangingPunct="1">
              <a:defRPr kumimoji="1" sz="1600" kern="120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  <a:cs typeface="+mn-cs"/>
              </a:defRPr>
            </a:lvl8pPr>
            <a:lvl9pPr marL="3657600" algn="l" defTabSz="914400" rtl="0" eaLnBrk="1" latinLnBrk="0" hangingPunct="1">
              <a:defRPr kumimoji="1" sz="1600" kern="120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  <a:cs typeface="+mn-cs"/>
              </a:defRPr>
            </a:lvl9pPr>
          </a:lstStyle>
          <a:p>
            <a:pPr>
              <a:defRPr/>
            </a:pPr>
            <a:r>
              <a:rPr lang="en-US" altLang="ja-JP" sz="700" dirty="0">
                <a:solidFill>
                  <a:schemeClr val="tx1"/>
                </a:solidFill>
                <a:latin typeface="+mn-lt"/>
              </a:rPr>
              <a:t>© Mitsubishi Heavy Industries, Ltd.  All Rights Reserved.</a:t>
            </a:r>
            <a:endParaRPr lang="ja-JP" altLang="en-US" sz="700" dirty="0">
              <a:solidFill>
                <a:schemeClr val="tx1"/>
              </a:solidFill>
              <a:latin typeface="+mn-lt"/>
            </a:endParaRPr>
          </a:p>
        </p:txBody>
      </p:sp>
      <p:pic>
        <p:nvPicPr>
          <p:cNvPr id="12" name="図 11">
            <a:extLst>
              <a:ext uri="{FF2B5EF4-FFF2-40B4-BE49-F238E27FC236}">
                <a16:creationId xmlns:a16="http://schemas.microsoft.com/office/drawing/2014/main" id="{9CA45DE1-C1B1-4C0E-B123-54EBEE5258C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55080" y="6421555"/>
            <a:ext cx="1188000" cy="230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02311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表紙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タイトル 1"/>
          <p:cNvSpPr>
            <a:spLocks noGrp="1"/>
          </p:cNvSpPr>
          <p:nvPr>
            <p:ph type="title" hasCustomPrompt="1"/>
          </p:nvPr>
        </p:nvSpPr>
        <p:spPr>
          <a:xfrm>
            <a:off x="308725" y="1887960"/>
            <a:ext cx="4312737" cy="1139483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3200" b="1">
                <a:solidFill>
                  <a:schemeClr val="bg1"/>
                </a:solidFill>
                <a:latin typeface="+mj-ea"/>
                <a:ea typeface="+mj-ea"/>
                <a:cs typeface="メイリオ" pitchFamily="50" charset="-128"/>
              </a:defRPr>
            </a:lvl1pPr>
          </a:lstStyle>
          <a:p>
            <a:r>
              <a:rPr kumimoji="1" lang="ja-JP" altLang="en-US" dirty="0"/>
              <a:t>表紙タイトル </a:t>
            </a:r>
            <a:r>
              <a:rPr kumimoji="1" lang="en-US" altLang="ja-JP" dirty="0"/>
              <a:t>32pt</a:t>
            </a:r>
            <a:endParaRPr kumimoji="1" lang="ja-JP" altLang="en-US" dirty="0"/>
          </a:p>
        </p:txBody>
      </p:sp>
      <p:sp>
        <p:nvSpPr>
          <p:cNvPr id="28" name="テキスト プレースホルダー 21"/>
          <p:cNvSpPr>
            <a:spLocks noGrp="1"/>
          </p:cNvSpPr>
          <p:nvPr>
            <p:ph type="body" sz="quarter" idx="12" hasCustomPrompt="1"/>
          </p:nvPr>
        </p:nvSpPr>
        <p:spPr>
          <a:xfrm>
            <a:off x="308724" y="3099948"/>
            <a:ext cx="4312737" cy="1590674"/>
          </a:xfrm>
          <a:prstGeom prst="rect">
            <a:avLst/>
          </a:prstGeo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 baseline="0">
                <a:solidFill>
                  <a:schemeClr val="bg1"/>
                </a:solidFill>
                <a:latin typeface="+mn-ea"/>
                <a:ea typeface="+mn-ea"/>
                <a:cs typeface="メイリオ" pitchFamily="50" charset="-128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ja-JP" altLang="en-US" dirty="0"/>
              <a:t>サブタイトル </a:t>
            </a:r>
            <a:r>
              <a:rPr kumimoji="1" lang="en-US" altLang="ja-JP" dirty="0"/>
              <a:t>16pt</a:t>
            </a:r>
          </a:p>
        </p:txBody>
      </p:sp>
      <p:pic>
        <p:nvPicPr>
          <p:cNvPr id="9" name="図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437" y="201827"/>
            <a:ext cx="8744712" cy="944880"/>
          </a:xfrm>
          <a:prstGeom prst="rect">
            <a:avLst/>
          </a:prstGeom>
        </p:spPr>
      </p:pic>
      <p:sp>
        <p:nvSpPr>
          <p:cNvPr id="21" name="テキスト プレースホルダー 5"/>
          <p:cNvSpPr>
            <a:spLocks noGrp="1"/>
          </p:cNvSpPr>
          <p:nvPr>
            <p:ph type="body" sz="quarter" idx="13" hasCustomPrompt="1"/>
          </p:nvPr>
        </p:nvSpPr>
        <p:spPr>
          <a:xfrm>
            <a:off x="308725" y="5394339"/>
            <a:ext cx="2387099" cy="351288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300">
                <a:solidFill>
                  <a:schemeClr val="bg1"/>
                </a:solidFill>
                <a:latin typeface="+mn-ea"/>
                <a:ea typeface="+mn-ea"/>
                <a:cs typeface="メイリオ" pitchFamily="50" charset="-128"/>
              </a:defRPr>
            </a:lvl1pPr>
          </a:lstStyle>
          <a:p>
            <a:pPr lvl="0"/>
            <a:r>
              <a:rPr kumimoji="1" lang="en-US" altLang="ja-JP" dirty="0"/>
              <a:t>0000/00/00</a:t>
            </a:r>
            <a:endParaRPr kumimoji="1" lang="ja-JP" altLang="en-US" dirty="0"/>
          </a:p>
        </p:txBody>
      </p:sp>
      <p:sp>
        <p:nvSpPr>
          <p:cNvPr id="24" name="テキスト ボックス 23"/>
          <p:cNvSpPr txBox="1"/>
          <p:nvPr userDrawn="1"/>
        </p:nvSpPr>
        <p:spPr>
          <a:xfrm>
            <a:off x="303298" y="5748208"/>
            <a:ext cx="4318164" cy="29238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spcAft>
                <a:spcPts val="600"/>
              </a:spcAft>
            </a:pPr>
            <a:r>
              <a:rPr kumimoji="1" lang="ja-JP" altLang="en-US" sz="1300" b="1" dirty="0">
                <a:solidFill>
                  <a:schemeClr val="bg1"/>
                </a:solidFill>
                <a:latin typeface="+mn-ea"/>
                <a:ea typeface="+mn-ea"/>
                <a:cs typeface="メイリオ" pitchFamily="50" charset="-128"/>
              </a:rPr>
              <a:t>三菱重工業株式会社</a:t>
            </a:r>
          </a:p>
        </p:txBody>
      </p:sp>
      <p:sp>
        <p:nvSpPr>
          <p:cNvPr id="31" name="日付プレースホルダー 32"/>
          <p:cNvSpPr txBox="1">
            <a:spLocks/>
          </p:cNvSpPr>
          <p:nvPr userDrawn="1"/>
        </p:nvSpPr>
        <p:spPr>
          <a:xfrm>
            <a:off x="196437" y="6370974"/>
            <a:ext cx="5402356" cy="365125"/>
          </a:xfrm>
          <a:prstGeom prst="rect">
            <a:avLst/>
          </a:prstGeom>
          <a:ln>
            <a:noFill/>
          </a:ln>
        </p:spPr>
        <p:txBody>
          <a:bodyPr vert="horz" wrap="square" lIns="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ja-JP"/>
            </a:defPPr>
            <a:lvl1pPr algn="l" defTabSz="457200" rt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kumimoji="1" sz="1000" kern="1200" smtClean="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  <a:cs typeface="+mn-cs"/>
              </a:defRPr>
            </a:lvl1pPr>
            <a:lvl2pPr marL="457200" algn="ctr" defTabSz="457200" rtl="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itchFamily="34" charset="0"/>
              <a:defRPr kumimoji="1" sz="1600" kern="120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  <a:cs typeface="+mn-cs"/>
              </a:defRPr>
            </a:lvl2pPr>
            <a:lvl3pPr marL="914400" algn="ctr" defTabSz="457200" rtl="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itchFamily="34" charset="0"/>
              <a:defRPr kumimoji="1" sz="1600" kern="120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  <a:cs typeface="+mn-cs"/>
              </a:defRPr>
            </a:lvl3pPr>
            <a:lvl4pPr marL="1371600" algn="ctr" defTabSz="457200" rtl="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itchFamily="34" charset="0"/>
              <a:defRPr kumimoji="1" sz="1600" kern="120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  <a:cs typeface="+mn-cs"/>
              </a:defRPr>
            </a:lvl4pPr>
            <a:lvl5pPr marL="1828800" algn="ctr" defTabSz="457200" rtl="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itchFamily="34" charset="0"/>
              <a:defRPr kumimoji="1" sz="1600" kern="120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  <a:cs typeface="+mn-cs"/>
              </a:defRPr>
            </a:lvl5pPr>
            <a:lvl6pPr marL="2286000" algn="l" defTabSz="914400" rtl="0" eaLnBrk="1" latinLnBrk="0" hangingPunct="1">
              <a:defRPr kumimoji="1" sz="1600" kern="120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  <a:cs typeface="+mn-cs"/>
              </a:defRPr>
            </a:lvl6pPr>
            <a:lvl7pPr marL="2743200" algn="l" defTabSz="914400" rtl="0" eaLnBrk="1" latinLnBrk="0" hangingPunct="1">
              <a:defRPr kumimoji="1" sz="1600" kern="120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  <a:cs typeface="+mn-cs"/>
              </a:defRPr>
            </a:lvl7pPr>
            <a:lvl8pPr marL="3200400" algn="l" defTabSz="914400" rtl="0" eaLnBrk="1" latinLnBrk="0" hangingPunct="1">
              <a:defRPr kumimoji="1" sz="1600" kern="120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  <a:cs typeface="+mn-cs"/>
              </a:defRPr>
            </a:lvl8pPr>
            <a:lvl9pPr marL="3657600" algn="l" defTabSz="914400" rtl="0" eaLnBrk="1" latinLnBrk="0" hangingPunct="1">
              <a:defRPr kumimoji="1" sz="1600" kern="120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  <a:cs typeface="+mn-cs"/>
              </a:defRPr>
            </a:lvl9pPr>
          </a:lstStyle>
          <a:p>
            <a:pPr>
              <a:defRPr/>
            </a:pPr>
            <a:r>
              <a:rPr lang="en-US" altLang="ja-JP" sz="700" dirty="0">
                <a:solidFill>
                  <a:schemeClr val="tx1"/>
                </a:solidFill>
                <a:latin typeface="+mn-lt"/>
              </a:rPr>
              <a:t>© Mitsubishi Heavy Industries, Ltd.  All Rights Reserved.</a:t>
            </a:r>
            <a:endParaRPr lang="ja-JP" altLang="en-US" sz="700" dirty="0">
              <a:solidFill>
                <a:schemeClr val="tx1"/>
              </a:solidFill>
              <a:latin typeface="+mn-lt"/>
            </a:endParaRPr>
          </a:p>
        </p:txBody>
      </p:sp>
      <p:pic>
        <p:nvPicPr>
          <p:cNvPr id="11" name="図 10">
            <a:extLst>
              <a:ext uri="{FF2B5EF4-FFF2-40B4-BE49-F238E27FC236}">
                <a16:creationId xmlns:a16="http://schemas.microsoft.com/office/drawing/2014/main" id="{C70D38E8-0DE6-47EE-B224-018031CE46D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55080" y="6421555"/>
            <a:ext cx="1188000" cy="230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76310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表紙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437" y="957110"/>
            <a:ext cx="3651504" cy="5187696"/>
          </a:xfrm>
          <a:prstGeom prst="rect">
            <a:avLst/>
          </a:prstGeom>
        </p:spPr>
      </p:pic>
      <p:pic>
        <p:nvPicPr>
          <p:cNvPr id="1029" name="Picture 5" descr="C:\Users\S04\Desktop\名称未設定-2-01.jpg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73714" y="216547"/>
            <a:ext cx="2964260" cy="5169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テキスト プレースホルダー 5"/>
          <p:cNvSpPr>
            <a:spLocks noGrp="1"/>
          </p:cNvSpPr>
          <p:nvPr>
            <p:ph type="body" sz="quarter" idx="13" hasCustomPrompt="1"/>
          </p:nvPr>
        </p:nvSpPr>
        <p:spPr>
          <a:xfrm>
            <a:off x="308725" y="5394339"/>
            <a:ext cx="2387099" cy="351288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300">
                <a:solidFill>
                  <a:schemeClr val="bg1"/>
                </a:solidFill>
                <a:latin typeface="+mn-ea"/>
                <a:ea typeface="+mn-ea"/>
                <a:cs typeface="メイリオ" pitchFamily="50" charset="-128"/>
              </a:defRPr>
            </a:lvl1pPr>
          </a:lstStyle>
          <a:p>
            <a:pPr lvl="0"/>
            <a:r>
              <a:rPr kumimoji="1" lang="en-US" altLang="ja-JP" dirty="0"/>
              <a:t>0000/00/00</a:t>
            </a:r>
            <a:endParaRPr kumimoji="1" lang="ja-JP" altLang="en-US" dirty="0"/>
          </a:p>
        </p:txBody>
      </p:sp>
      <p:sp>
        <p:nvSpPr>
          <p:cNvPr id="17" name="テキスト ボックス 16"/>
          <p:cNvSpPr txBox="1"/>
          <p:nvPr userDrawn="1"/>
        </p:nvSpPr>
        <p:spPr>
          <a:xfrm>
            <a:off x="303298" y="5748208"/>
            <a:ext cx="3544643" cy="29238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spcAft>
                <a:spcPts val="600"/>
              </a:spcAft>
            </a:pPr>
            <a:r>
              <a:rPr kumimoji="1" lang="ja-JP" altLang="en-US" sz="1300" b="1" dirty="0">
                <a:solidFill>
                  <a:schemeClr val="bg1"/>
                </a:solidFill>
                <a:latin typeface="+mn-ea"/>
                <a:ea typeface="+mn-ea"/>
                <a:cs typeface="メイリオ" pitchFamily="50" charset="-128"/>
              </a:rPr>
              <a:t>三菱重工業株式会社</a:t>
            </a:r>
          </a:p>
        </p:txBody>
      </p:sp>
      <p:sp>
        <p:nvSpPr>
          <p:cNvPr id="12" name="タイトル 1"/>
          <p:cNvSpPr>
            <a:spLocks noGrp="1"/>
          </p:cNvSpPr>
          <p:nvPr>
            <p:ph type="title" hasCustomPrompt="1"/>
          </p:nvPr>
        </p:nvSpPr>
        <p:spPr>
          <a:xfrm>
            <a:off x="308725" y="1887960"/>
            <a:ext cx="3536653" cy="1139483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3200" b="1">
                <a:solidFill>
                  <a:schemeClr val="bg1"/>
                </a:solidFill>
                <a:latin typeface="+mj-ea"/>
                <a:ea typeface="+mj-ea"/>
                <a:cs typeface="メイリオ" pitchFamily="50" charset="-128"/>
              </a:defRPr>
            </a:lvl1pPr>
          </a:lstStyle>
          <a:p>
            <a:r>
              <a:rPr kumimoji="1" lang="ja-JP" altLang="en-US" dirty="0"/>
              <a:t>表紙タイトル </a:t>
            </a:r>
            <a:r>
              <a:rPr kumimoji="1" lang="en-US" altLang="ja-JP" dirty="0"/>
              <a:t>32pt</a:t>
            </a:r>
            <a:endParaRPr kumimoji="1" lang="ja-JP" altLang="en-US" dirty="0"/>
          </a:p>
        </p:txBody>
      </p:sp>
      <p:sp>
        <p:nvSpPr>
          <p:cNvPr id="18" name="テキスト プレースホルダー 21"/>
          <p:cNvSpPr>
            <a:spLocks noGrp="1"/>
          </p:cNvSpPr>
          <p:nvPr>
            <p:ph type="body" sz="quarter" idx="12" hasCustomPrompt="1"/>
          </p:nvPr>
        </p:nvSpPr>
        <p:spPr>
          <a:xfrm>
            <a:off x="308724" y="3099948"/>
            <a:ext cx="3539217" cy="1590674"/>
          </a:xfrm>
          <a:prstGeom prst="rect">
            <a:avLst/>
          </a:prstGeom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600" baseline="0">
                <a:solidFill>
                  <a:schemeClr val="bg1"/>
                </a:solidFill>
                <a:latin typeface="+mn-ea"/>
                <a:ea typeface="+mn-ea"/>
                <a:cs typeface="メイリオ" pitchFamily="50" charset="-128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ja-JP" altLang="en-US" dirty="0"/>
              <a:t>サブタイトル </a:t>
            </a:r>
            <a:r>
              <a:rPr kumimoji="1" lang="en-US" altLang="ja-JP" dirty="0"/>
              <a:t>16pt</a:t>
            </a:r>
          </a:p>
        </p:txBody>
      </p:sp>
      <p:sp>
        <p:nvSpPr>
          <p:cNvPr id="11" name="日付プレースホルダー 32"/>
          <p:cNvSpPr txBox="1">
            <a:spLocks/>
          </p:cNvSpPr>
          <p:nvPr userDrawn="1"/>
        </p:nvSpPr>
        <p:spPr>
          <a:xfrm>
            <a:off x="196437" y="6370974"/>
            <a:ext cx="5402356" cy="365125"/>
          </a:xfrm>
          <a:prstGeom prst="rect">
            <a:avLst/>
          </a:prstGeom>
          <a:ln>
            <a:noFill/>
          </a:ln>
        </p:spPr>
        <p:txBody>
          <a:bodyPr vert="horz" wrap="square" lIns="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ja-JP"/>
            </a:defPPr>
            <a:lvl1pPr algn="l" defTabSz="457200" rt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kumimoji="1" sz="1000" kern="1200" smtClean="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  <a:cs typeface="+mn-cs"/>
              </a:defRPr>
            </a:lvl1pPr>
            <a:lvl2pPr marL="457200" algn="ctr" defTabSz="457200" rtl="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itchFamily="34" charset="0"/>
              <a:defRPr kumimoji="1" sz="1600" kern="120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  <a:cs typeface="+mn-cs"/>
              </a:defRPr>
            </a:lvl2pPr>
            <a:lvl3pPr marL="914400" algn="ctr" defTabSz="457200" rtl="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itchFamily="34" charset="0"/>
              <a:defRPr kumimoji="1" sz="1600" kern="120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  <a:cs typeface="+mn-cs"/>
              </a:defRPr>
            </a:lvl3pPr>
            <a:lvl4pPr marL="1371600" algn="ctr" defTabSz="457200" rtl="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itchFamily="34" charset="0"/>
              <a:defRPr kumimoji="1" sz="1600" kern="120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  <a:cs typeface="+mn-cs"/>
              </a:defRPr>
            </a:lvl4pPr>
            <a:lvl5pPr marL="1828800" algn="ctr" defTabSz="457200" rtl="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itchFamily="34" charset="0"/>
              <a:defRPr kumimoji="1" sz="1600" kern="120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  <a:cs typeface="+mn-cs"/>
              </a:defRPr>
            </a:lvl5pPr>
            <a:lvl6pPr marL="2286000" algn="l" defTabSz="914400" rtl="0" eaLnBrk="1" latinLnBrk="0" hangingPunct="1">
              <a:defRPr kumimoji="1" sz="1600" kern="120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  <a:cs typeface="+mn-cs"/>
              </a:defRPr>
            </a:lvl6pPr>
            <a:lvl7pPr marL="2743200" algn="l" defTabSz="914400" rtl="0" eaLnBrk="1" latinLnBrk="0" hangingPunct="1">
              <a:defRPr kumimoji="1" sz="1600" kern="120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  <a:cs typeface="+mn-cs"/>
              </a:defRPr>
            </a:lvl7pPr>
            <a:lvl8pPr marL="3200400" algn="l" defTabSz="914400" rtl="0" eaLnBrk="1" latinLnBrk="0" hangingPunct="1">
              <a:defRPr kumimoji="1" sz="1600" kern="120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  <a:cs typeface="+mn-cs"/>
              </a:defRPr>
            </a:lvl8pPr>
            <a:lvl9pPr marL="3657600" algn="l" defTabSz="914400" rtl="0" eaLnBrk="1" latinLnBrk="0" hangingPunct="1">
              <a:defRPr kumimoji="1" sz="1600" kern="120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  <a:cs typeface="+mn-cs"/>
              </a:defRPr>
            </a:lvl9pPr>
          </a:lstStyle>
          <a:p>
            <a:pPr>
              <a:defRPr/>
            </a:pPr>
            <a:r>
              <a:rPr lang="en-US" altLang="ja-JP" sz="700" dirty="0">
                <a:solidFill>
                  <a:schemeClr val="tx1"/>
                </a:solidFill>
                <a:latin typeface="+mn-lt"/>
              </a:rPr>
              <a:t>© Mitsubishi Heavy Industries, Ltd.  All Rights Reserved.</a:t>
            </a:r>
            <a:endParaRPr lang="ja-JP" altLang="en-US" sz="700" dirty="0">
              <a:solidFill>
                <a:schemeClr val="tx1"/>
              </a:solidFill>
              <a:latin typeface="+mn-lt"/>
            </a:endParaRPr>
          </a:p>
        </p:txBody>
      </p:sp>
      <p:pic>
        <p:nvPicPr>
          <p:cNvPr id="15" name="図 14">
            <a:extLst>
              <a:ext uri="{FF2B5EF4-FFF2-40B4-BE49-F238E27FC236}">
                <a16:creationId xmlns:a16="http://schemas.microsoft.com/office/drawing/2014/main" id="{FA98FA36-DDD8-450D-B9A0-375914A3D8D0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55080" y="6421555"/>
            <a:ext cx="1188000" cy="230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63823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カラーサンプル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120" y="6407161"/>
            <a:ext cx="8747760" cy="262128"/>
          </a:xfrm>
          <a:prstGeom prst="rect">
            <a:avLst/>
          </a:prstGeom>
        </p:spPr>
      </p:pic>
      <p:sp>
        <p:nvSpPr>
          <p:cNvPr id="4" name="日付プレースホルダー 32"/>
          <p:cNvSpPr txBox="1">
            <a:spLocks/>
          </p:cNvSpPr>
          <p:nvPr userDrawn="1"/>
        </p:nvSpPr>
        <p:spPr>
          <a:xfrm>
            <a:off x="309672" y="6357512"/>
            <a:ext cx="5402356" cy="365125"/>
          </a:xfrm>
          <a:prstGeom prst="rect">
            <a:avLst/>
          </a:prstGeom>
          <a:ln>
            <a:noFill/>
          </a:ln>
        </p:spPr>
        <p:txBody>
          <a:bodyPr vert="horz" wrap="square" lIns="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ja-JP"/>
            </a:defPPr>
            <a:lvl1pPr algn="l" defTabSz="457200" rt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kumimoji="1" sz="1000" kern="1200" smtClean="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  <a:cs typeface="+mn-cs"/>
              </a:defRPr>
            </a:lvl1pPr>
            <a:lvl2pPr marL="457200" algn="ctr" defTabSz="457200" rtl="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itchFamily="34" charset="0"/>
              <a:defRPr kumimoji="1" sz="1600" kern="120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  <a:cs typeface="+mn-cs"/>
              </a:defRPr>
            </a:lvl2pPr>
            <a:lvl3pPr marL="914400" algn="ctr" defTabSz="457200" rtl="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itchFamily="34" charset="0"/>
              <a:defRPr kumimoji="1" sz="1600" kern="120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  <a:cs typeface="+mn-cs"/>
              </a:defRPr>
            </a:lvl3pPr>
            <a:lvl4pPr marL="1371600" algn="ctr" defTabSz="457200" rtl="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itchFamily="34" charset="0"/>
              <a:defRPr kumimoji="1" sz="1600" kern="120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  <a:cs typeface="+mn-cs"/>
              </a:defRPr>
            </a:lvl4pPr>
            <a:lvl5pPr marL="1828800" algn="ctr" defTabSz="457200" rtl="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itchFamily="34" charset="0"/>
              <a:defRPr kumimoji="1" sz="1600" kern="120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  <a:cs typeface="+mn-cs"/>
              </a:defRPr>
            </a:lvl5pPr>
            <a:lvl6pPr marL="2286000" algn="l" defTabSz="914400" rtl="0" eaLnBrk="1" latinLnBrk="0" hangingPunct="1">
              <a:defRPr kumimoji="1" sz="1600" kern="120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  <a:cs typeface="+mn-cs"/>
              </a:defRPr>
            </a:lvl6pPr>
            <a:lvl7pPr marL="2743200" algn="l" defTabSz="914400" rtl="0" eaLnBrk="1" latinLnBrk="0" hangingPunct="1">
              <a:defRPr kumimoji="1" sz="1600" kern="120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  <a:cs typeface="+mn-cs"/>
              </a:defRPr>
            </a:lvl7pPr>
            <a:lvl8pPr marL="3200400" algn="l" defTabSz="914400" rtl="0" eaLnBrk="1" latinLnBrk="0" hangingPunct="1">
              <a:defRPr kumimoji="1" sz="1600" kern="120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  <a:cs typeface="+mn-cs"/>
              </a:defRPr>
            </a:lvl8pPr>
            <a:lvl9pPr marL="3657600" algn="l" defTabSz="914400" rtl="0" eaLnBrk="1" latinLnBrk="0" hangingPunct="1">
              <a:defRPr kumimoji="1" sz="1600" kern="120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  <a:cs typeface="+mn-cs"/>
              </a:defRPr>
            </a:lvl9pPr>
          </a:lstStyle>
          <a:p>
            <a:pPr>
              <a:defRPr/>
            </a:pPr>
            <a:r>
              <a:rPr lang="en-US" altLang="ja-JP" sz="700" dirty="0">
                <a:solidFill>
                  <a:schemeClr val="bg1"/>
                </a:solidFill>
                <a:latin typeface="+mn-lt"/>
              </a:rPr>
              <a:t>© Mitsubishi Heavy Industries, Ltd.  All Rights Reserved.</a:t>
            </a:r>
            <a:endParaRPr lang="ja-JP" altLang="en-US" sz="7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7" name="スライド番号プレースホルダー 5"/>
          <p:cNvSpPr txBox="1">
            <a:spLocks/>
          </p:cNvSpPr>
          <p:nvPr userDrawn="1"/>
        </p:nvSpPr>
        <p:spPr>
          <a:xfrm>
            <a:off x="8374063" y="6356607"/>
            <a:ext cx="520700" cy="365125"/>
          </a:xfrm>
          <a:prstGeom prst="rect">
            <a:avLst/>
          </a:prstGeom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ja-JP"/>
            </a:defPPr>
            <a:lvl1pPr algn="r" defTabSz="457200" rt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kumimoji="1" sz="1000" b="0" kern="1200">
                <a:solidFill>
                  <a:srgbClr val="FFFFFF"/>
                </a:solidFill>
                <a:latin typeface="+mn-lt"/>
                <a:ea typeface="ＭＳ Ｐゴシック" pitchFamily="50" charset="-128"/>
                <a:cs typeface="+mn-cs"/>
              </a:defRPr>
            </a:lvl1pPr>
            <a:lvl2pPr marL="457200" algn="ctr" defTabSz="457200" rtl="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itchFamily="34" charset="0"/>
              <a:defRPr kumimoji="1" sz="1600" kern="120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  <a:cs typeface="+mn-cs"/>
              </a:defRPr>
            </a:lvl2pPr>
            <a:lvl3pPr marL="914400" algn="ctr" defTabSz="457200" rtl="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itchFamily="34" charset="0"/>
              <a:defRPr kumimoji="1" sz="1600" kern="120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  <a:cs typeface="+mn-cs"/>
              </a:defRPr>
            </a:lvl3pPr>
            <a:lvl4pPr marL="1371600" algn="ctr" defTabSz="457200" rtl="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itchFamily="34" charset="0"/>
              <a:defRPr kumimoji="1" sz="1600" kern="120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  <a:cs typeface="+mn-cs"/>
              </a:defRPr>
            </a:lvl4pPr>
            <a:lvl5pPr marL="1828800" algn="ctr" defTabSz="457200" rtl="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itchFamily="34" charset="0"/>
              <a:defRPr kumimoji="1" sz="1600" kern="120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  <a:cs typeface="+mn-cs"/>
              </a:defRPr>
            </a:lvl5pPr>
            <a:lvl6pPr marL="2286000" algn="l" defTabSz="914400" rtl="0" eaLnBrk="1" latinLnBrk="0" hangingPunct="1">
              <a:defRPr kumimoji="1" sz="1600" kern="120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  <a:cs typeface="+mn-cs"/>
              </a:defRPr>
            </a:lvl6pPr>
            <a:lvl7pPr marL="2743200" algn="l" defTabSz="914400" rtl="0" eaLnBrk="1" latinLnBrk="0" hangingPunct="1">
              <a:defRPr kumimoji="1" sz="1600" kern="120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  <a:cs typeface="+mn-cs"/>
              </a:defRPr>
            </a:lvl7pPr>
            <a:lvl8pPr marL="3200400" algn="l" defTabSz="914400" rtl="0" eaLnBrk="1" latinLnBrk="0" hangingPunct="1">
              <a:defRPr kumimoji="1" sz="1600" kern="120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  <a:cs typeface="+mn-cs"/>
              </a:defRPr>
            </a:lvl8pPr>
            <a:lvl9pPr marL="3657600" algn="l" defTabSz="914400" rtl="0" eaLnBrk="1" latinLnBrk="0" hangingPunct="1">
              <a:defRPr kumimoji="1" sz="1600" kern="120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  <a:cs typeface="+mn-cs"/>
              </a:defRPr>
            </a:lvl9pPr>
          </a:lstStyle>
          <a:p>
            <a:pPr>
              <a:defRPr/>
            </a:pPr>
            <a:fld id="{2336B973-55D6-4CA0-852C-851A571EFE2A}" type="slidenum">
              <a:rPr lang="ja-JP" altLang="en-US" smtClean="0">
                <a:latin typeface="Arial"/>
              </a:rPr>
              <a:pPr>
                <a:defRPr/>
              </a:pPr>
              <a:t>‹#›</a:t>
            </a:fld>
            <a:endParaRPr lang="en-US" altLang="ja-JP" dirty="0">
              <a:latin typeface="Arial"/>
            </a:endParaRPr>
          </a:p>
        </p:txBody>
      </p:sp>
      <p:cxnSp>
        <p:nvCxnSpPr>
          <p:cNvPr id="21" name="直線コネクタ 20"/>
          <p:cNvCxnSpPr/>
          <p:nvPr userDrawn="1"/>
        </p:nvCxnSpPr>
        <p:spPr>
          <a:xfrm>
            <a:off x="196437" y="564204"/>
            <a:ext cx="874471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図 9">
            <a:extLst>
              <a:ext uri="{FF2B5EF4-FFF2-40B4-BE49-F238E27FC236}">
                <a16:creationId xmlns:a16="http://schemas.microsoft.com/office/drawing/2014/main" id="{1CBBDA9B-E97E-4157-8C9B-E181F614B24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54266" y="169645"/>
            <a:ext cx="1188000" cy="230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12568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カラーサンプル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120" y="6407161"/>
            <a:ext cx="8747760" cy="262128"/>
          </a:xfrm>
          <a:prstGeom prst="rect">
            <a:avLst/>
          </a:prstGeom>
        </p:spPr>
      </p:pic>
      <p:sp>
        <p:nvSpPr>
          <p:cNvPr id="4" name="日付プレースホルダー 32"/>
          <p:cNvSpPr txBox="1">
            <a:spLocks/>
          </p:cNvSpPr>
          <p:nvPr userDrawn="1"/>
        </p:nvSpPr>
        <p:spPr>
          <a:xfrm>
            <a:off x="309672" y="6357512"/>
            <a:ext cx="5402356" cy="365125"/>
          </a:xfrm>
          <a:prstGeom prst="rect">
            <a:avLst/>
          </a:prstGeom>
          <a:ln>
            <a:noFill/>
          </a:ln>
        </p:spPr>
        <p:txBody>
          <a:bodyPr vert="horz" wrap="square" lIns="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ja-JP"/>
            </a:defPPr>
            <a:lvl1pPr algn="l" defTabSz="457200" rt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kumimoji="1" sz="1000" kern="1200" smtClean="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  <a:cs typeface="+mn-cs"/>
              </a:defRPr>
            </a:lvl1pPr>
            <a:lvl2pPr marL="457200" algn="ctr" defTabSz="457200" rtl="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itchFamily="34" charset="0"/>
              <a:defRPr kumimoji="1" sz="1600" kern="120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  <a:cs typeface="+mn-cs"/>
              </a:defRPr>
            </a:lvl2pPr>
            <a:lvl3pPr marL="914400" algn="ctr" defTabSz="457200" rtl="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itchFamily="34" charset="0"/>
              <a:defRPr kumimoji="1" sz="1600" kern="120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  <a:cs typeface="+mn-cs"/>
              </a:defRPr>
            </a:lvl3pPr>
            <a:lvl4pPr marL="1371600" algn="ctr" defTabSz="457200" rtl="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itchFamily="34" charset="0"/>
              <a:defRPr kumimoji="1" sz="1600" kern="120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  <a:cs typeface="+mn-cs"/>
              </a:defRPr>
            </a:lvl4pPr>
            <a:lvl5pPr marL="1828800" algn="ctr" defTabSz="457200" rtl="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itchFamily="34" charset="0"/>
              <a:defRPr kumimoji="1" sz="1600" kern="120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  <a:cs typeface="+mn-cs"/>
              </a:defRPr>
            </a:lvl5pPr>
            <a:lvl6pPr marL="2286000" algn="l" defTabSz="914400" rtl="0" eaLnBrk="1" latinLnBrk="0" hangingPunct="1">
              <a:defRPr kumimoji="1" sz="1600" kern="120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  <a:cs typeface="+mn-cs"/>
              </a:defRPr>
            </a:lvl6pPr>
            <a:lvl7pPr marL="2743200" algn="l" defTabSz="914400" rtl="0" eaLnBrk="1" latinLnBrk="0" hangingPunct="1">
              <a:defRPr kumimoji="1" sz="1600" kern="120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  <a:cs typeface="+mn-cs"/>
              </a:defRPr>
            </a:lvl7pPr>
            <a:lvl8pPr marL="3200400" algn="l" defTabSz="914400" rtl="0" eaLnBrk="1" latinLnBrk="0" hangingPunct="1">
              <a:defRPr kumimoji="1" sz="1600" kern="120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  <a:cs typeface="+mn-cs"/>
              </a:defRPr>
            </a:lvl8pPr>
            <a:lvl9pPr marL="3657600" algn="l" defTabSz="914400" rtl="0" eaLnBrk="1" latinLnBrk="0" hangingPunct="1">
              <a:defRPr kumimoji="1" sz="1600" kern="120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  <a:cs typeface="+mn-cs"/>
              </a:defRPr>
            </a:lvl9pPr>
          </a:lstStyle>
          <a:p>
            <a:pPr>
              <a:defRPr/>
            </a:pPr>
            <a:r>
              <a:rPr lang="en-US" altLang="ja-JP" sz="700" dirty="0">
                <a:solidFill>
                  <a:schemeClr val="bg1"/>
                </a:solidFill>
                <a:latin typeface="+mn-lt"/>
              </a:rPr>
              <a:t>© Mitsubishi Heavy Industries, Ltd.  All Rights Reserved.</a:t>
            </a:r>
            <a:endParaRPr lang="ja-JP" altLang="en-US" sz="7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7" name="スライド番号プレースホルダー 5"/>
          <p:cNvSpPr txBox="1">
            <a:spLocks/>
          </p:cNvSpPr>
          <p:nvPr userDrawn="1"/>
        </p:nvSpPr>
        <p:spPr>
          <a:xfrm>
            <a:off x="8374063" y="6356607"/>
            <a:ext cx="520700" cy="365125"/>
          </a:xfrm>
          <a:prstGeom prst="rect">
            <a:avLst/>
          </a:prstGeom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ja-JP"/>
            </a:defPPr>
            <a:lvl1pPr algn="r" defTabSz="457200" rt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kumimoji="1" sz="1000" b="0" kern="1200">
                <a:solidFill>
                  <a:srgbClr val="FFFFFF"/>
                </a:solidFill>
                <a:latin typeface="+mn-lt"/>
                <a:ea typeface="ＭＳ Ｐゴシック" pitchFamily="50" charset="-128"/>
                <a:cs typeface="+mn-cs"/>
              </a:defRPr>
            </a:lvl1pPr>
            <a:lvl2pPr marL="457200" algn="ctr" defTabSz="457200" rtl="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itchFamily="34" charset="0"/>
              <a:defRPr kumimoji="1" sz="1600" kern="120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  <a:cs typeface="+mn-cs"/>
              </a:defRPr>
            </a:lvl2pPr>
            <a:lvl3pPr marL="914400" algn="ctr" defTabSz="457200" rtl="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itchFamily="34" charset="0"/>
              <a:defRPr kumimoji="1" sz="1600" kern="120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  <a:cs typeface="+mn-cs"/>
              </a:defRPr>
            </a:lvl3pPr>
            <a:lvl4pPr marL="1371600" algn="ctr" defTabSz="457200" rtl="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itchFamily="34" charset="0"/>
              <a:defRPr kumimoji="1" sz="1600" kern="120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  <a:cs typeface="+mn-cs"/>
              </a:defRPr>
            </a:lvl4pPr>
            <a:lvl5pPr marL="1828800" algn="ctr" defTabSz="457200" rtl="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itchFamily="34" charset="0"/>
              <a:defRPr kumimoji="1" sz="1600" kern="120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  <a:cs typeface="+mn-cs"/>
              </a:defRPr>
            </a:lvl5pPr>
            <a:lvl6pPr marL="2286000" algn="l" defTabSz="914400" rtl="0" eaLnBrk="1" latinLnBrk="0" hangingPunct="1">
              <a:defRPr kumimoji="1" sz="1600" kern="120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  <a:cs typeface="+mn-cs"/>
              </a:defRPr>
            </a:lvl6pPr>
            <a:lvl7pPr marL="2743200" algn="l" defTabSz="914400" rtl="0" eaLnBrk="1" latinLnBrk="0" hangingPunct="1">
              <a:defRPr kumimoji="1" sz="1600" kern="120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  <a:cs typeface="+mn-cs"/>
              </a:defRPr>
            </a:lvl7pPr>
            <a:lvl8pPr marL="3200400" algn="l" defTabSz="914400" rtl="0" eaLnBrk="1" latinLnBrk="0" hangingPunct="1">
              <a:defRPr kumimoji="1" sz="1600" kern="120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  <a:cs typeface="+mn-cs"/>
              </a:defRPr>
            </a:lvl8pPr>
            <a:lvl9pPr marL="3657600" algn="l" defTabSz="914400" rtl="0" eaLnBrk="1" latinLnBrk="0" hangingPunct="1">
              <a:defRPr kumimoji="1" sz="1600" kern="120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  <a:cs typeface="+mn-cs"/>
              </a:defRPr>
            </a:lvl9pPr>
          </a:lstStyle>
          <a:p>
            <a:pPr>
              <a:defRPr/>
            </a:pPr>
            <a:fld id="{2336B973-55D6-4CA0-852C-851A571EFE2A}" type="slidenum">
              <a:rPr lang="ja-JP" altLang="en-US" smtClean="0">
                <a:latin typeface="Arial"/>
              </a:rPr>
              <a:pPr>
                <a:defRPr/>
              </a:pPr>
              <a:t>‹#›</a:t>
            </a:fld>
            <a:endParaRPr lang="en-US" altLang="ja-JP" dirty="0">
              <a:latin typeface="Arial"/>
            </a:endParaRPr>
          </a:p>
        </p:txBody>
      </p:sp>
      <p:sp>
        <p:nvSpPr>
          <p:cNvPr id="15" name="タイトル 1"/>
          <p:cNvSpPr>
            <a:spLocks noGrp="1"/>
          </p:cNvSpPr>
          <p:nvPr>
            <p:ph type="title" hasCustomPrompt="1"/>
          </p:nvPr>
        </p:nvSpPr>
        <p:spPr>
          <a:xfrm>
            <a:off x="555459" y="128798"/>
            <a:ext cx="6390090" cy="349961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2200" b="1">
                <a:latin typeface="+mj-ea"/>
                <a:ea typeface="+mj-ea"/>
                <a:cs typeface="メイリオ" pitchFamily="50" charset="-128"/>
              </a:defRPr>
            </a:lvl1pPr>
          </a:lstStyle>
          <a:p>
            <a:r>
              <a:rPr kumimoji="1" lang="ja-JP" altLang="en-US" dirty="0"/>
              <a:t>ページタイトル </a:t>
            </a:r>
            <a:r>
              <a:rPr kumimoji="1" lang="en-US" altLang="ja-JP" dirty="0"/>
              <a:t>22pt</a:t>
            </a:r>
            <a:endParaRPr kumimoji="1" lang="ja-JP" altLang="en-US" dirty="0"/>
          </a:p>
        </p:txBody>
      </p:sp>
      <p:sp>
        <p:nvSpPr>
          <p:cNvPr id="17" name="テキスト プレースホルダー 9"/>
          <p:cNvSpPr>
            <a:spLocks noGrp="1"/>
          </p:cNvSpPr>
          <p:nvPr>
            <p:ph type="body" sz="quarter" idx="10" hasCustomPrompt="1"/>
          </p:nvPr>
        </p:nvSpPr>
        <p:spPr>
          <a:xfrm>
            <a:off x="555625" y="797131"/>
            <a:ext cx="6389688" cy="65246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spcBef>
                <a:spcPts val="750"/>
              </a:spcBef>
              <a:buNone/>
              <a:defRPr sz="1600">
                <a:latin typeface="+mn-ea"/>
                <a:ea typeface="+mn-ea"/>
                <a:cs typeface="メイリオ" pitchFamily="50" charset="-128"/>
              </a:defRPr>
            </a:lvl1pPr>
          </a:lstStyle>
          <a:p>
            <a:pPr lvl="0"/>
            <a:r>
              <a:rPr kumimoji="1" lang="ja-JP" altLang="en-US" dirty="0"/>
              <a:t>テキスト </a:t>
            </a:r>
            <a:r>
              <a:rPr kumimoji="1" lang="en-US" altLang="ja-JP" dirty="0"/>
              <a:t>16pt</a:t>
            </a:r>
            <a:endParaRPr kumimoji="1" lang="ja-JP" altLang="en-US" dirty="0"/>
          </a:p>
        </p:txBody>
      </p:sp>
      <p:sp>
        <p:nvSpPr>
          <p:cNvPr id="18" name="テキスト プレースホルダー 18"/>
          <p:cNvSpPr>
            <a:spLocks noGrp="1"/>
          </p:cNvSpPr>
          <p:nvPr>
            <p:ph type="body" sz="quarter" idx="13" hasCustomPrompt="1"/>
          </p:nvPr>
        </p:nvSpPr>
        <p:spPr>
          <a:xfrm>
            <a:off x="552450" y="1525210"/>
            <a:ext cx="8191500" cy="838164"/>
          </a:xfrm>
          <a:prstGeom prst="rect">
            <a:avLst/>
          </a:prstGeom>
        </p:spPr>
        <p:txBody>
          <a:bodyPr numCol="2" spcCol="540000"/>
          <a:lstStyle>
            <a:lvl1pPr marL="0" indent="0">
              <a:lnSpc>
                <a:spcPct val="120000"/>
              </a:lnSpc>
              <a:spcBef>
                <a:spcPts val="750"/>
              </a:spcBef>
              <a:buNone/>
              <a:defRPr sz="1000">
                <a:latin typeface="+mn-ea"/>
                <a:ea typeface="+mn-ea"/>
                <a:cs typeface="メイリオ" pitchFamily="50" charset="-128"/>
              </a:defRPr>
            </a:lvl1pPr>
          </a:lstStyle>
          <a:p>
            <a:pPr lvl="0"/>
            <a:r>
              <a:rPr kumimoji="1" lang="ja-JP" altLang="en-US" dirty="0"/>
              <a:t>テキスト </a:t>
            </a:r>
            <a:r>
              <a:rPr kumimoji="1" lang="en-US" altLang="ja-JP" dirty="0"/>
              <a:t>10pt</a:t>
            </a:r>
            <a:endParaRPr kumimoji="1" lang="ja-JP" altLang="en-US" dirty="0"/>
          </a:p>
        </p:txBody>
      </p:sp>
      <p:cxnSp>
        <p:nvCxnSpPr>
          <p:cNvPr id="21" name="直線コネクタ 20"/>
          <p:cNvCxnSpPr/>
          <p:nvPr userDrawn="1"/>
        </p:nvCxnSpPr>
        <p:spPr>
          <a:xfrm>
            <a:off x="196437" y="564204"/>
            <a:ext cx="874471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図 9">
            <a:extLst>
              <a:ext uri="{FF2B5EF4-FFF2-40B4-BE49-F238E27FC236}">
                <a16:creationId xmlns:a16="http://schemas.microsoft.com/office/drawing/2014/main" id="{1CBBDA9B-E97E-4157-8C9B-E181F614B24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54266" y="169645"/>
            <a:ext cx="1188000" cy="230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17154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図 5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499" y="201827"/>
            <a:ext cx="8744712" cy="944860"/>
          </a:xfrm>
          <a:prstGeom prst="rect">
            <a:avLst/>
          </a:prstGeom>
        </p:spPr>
      </p:pic>
      <p:sp>
        <p:nvSpPr>
          <p:cNvPr id="7" name="タイトル 1"/>
          <p:cNvSpPr>
            <a:spLocks noGrp="1"/>
          </p:cNvSpPr>
          <p:nvPr>
            <p:ph type="title" hasCustomPrompt="1"/>
          </p:nvPr>
        </p:nvSpPr>
        <p:spPr>
          <a:xfrm>
            <a:off x="313840" y="2601912"/>
            <a:ext cx="8632424" cy="577409"/>
          </a:xfrm>
          <a:prstGeom prst="rect">
            <a:avLst/>
          </a:prstGeom>
        </p:spPr>
        <p:txBody>
          <a:bodyPr lIns="95730" tIns="47866" rIns="95730" bIns="47866"/>
          <a:lstStyle>
            <a:lvl1pPr>
              <a:defRPr sz="3139" b="1" baseline="0"/>
            </a:lvl1pPr>
          </a:lstStyle>
          <a:p>
            <a:r>
              <a:rPr kumimoji="1" lang="ja-JP" altLang="en-US" dirty="0"/>
              <a:t>章タイトルテキスト</a:t>
            </a:r>
          </a:p>
        </p:txBody>
      </p:sp>
      <p:sp>
        <p:nvSpPr>
          <p:cNvPr id="8" name="テキスト プレースホルダー 7"/>
          <p:cNvSpPr>
            <a:spLocks noGrp="1"/>
          </p:cNvSpPr>
          <p:nvPr>
            <p:ph type="body" sz="quarter" idx="12" hasCustomPrompt="1"/>
          </p:nvPr>
        </p:nvSpPr>
        <p:spPr>
          <a:xfrm>
            <a:off x="308736" y="3248720"/>
            <a:ext cx="8632825" cy="1362748"/>
          </a:xfrm>
          <a:prstGeom prst="rect">
            <a:avLst/>
          </a:prstGeom>
        </p:spPr>
        <p:txBody>
          <a:bodyPr lIns="95730" tIns="47866" rIns="95730" bIns="47866"/>
          <a:lstStyle>
            <a:lvl1pPr marL="0" marR="0" indent="0" algn="l" defTabSz="662761" rtl="0" eaLnBrk="1" fontAlgn="auto" latinLnBrk="0" hangingPunct="1">
              <a:lnSpc>
                <a:spcPct val="120000"/>
              </a:lnSpc>
              <a:spcBef>
                <a:spcPts val="726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77">
                <a:solidFill>
                  <a:schemeClr val="tx1"/>
                </a:solidFill>
              </a:defRPr>
            </a:lvl1pPr>
          </a:lstStyle>
          <a:p>
            <a:pPr marL="0" marR="0" lvl="0" indent="0" algn="l" defTabSz="662761" rtl="0" eaLnBrk="1" fontAlgn="auto" latinLnBrk="0" hangingPunct="1">
              <a:lnSpc>
                <a:spcPct val="120000"/>
              </a:lnSpc>
              <a:spcBef>
                <a:spcPts val="726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ja-JP" altLang="en-US" dirty="0"/>
              <a:t>サブタイトル</a:t>
            </a:r>
            <a:r>
              <a:rPr kumimoji="1" lang="en-US" altLang="ja-JP" dirty="0"/>
              <a:t>16pt</a:t>
            </a:r>
          </a:p>
        </p:txBody>
      </p:sp>
    </p:spTree>
    <p:extLst>
      <p:ext uri="{BB962C8B-B14F-4D97-AF65-F5344CB8AC3E}">
        <p14:creationId xmlns:p14="http://schemas.microsoft.com/office/powerpoint/2010/main" val="30670744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read/char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127" y="6408946"/>
            <a:ext cx="8750749" cy="260363"/>
          </a:xfrm>
          <a:prstGeom prst="rect">
            <a:avLst/>
          </a:prstGeom>
        </p:spPr>
      </p:pic>
      <p:sp>
        <p:nvSpPr>
          <p:cNvPr id="4" name="日付プレースホルダー 32"/>
          <p:cNvSpPr txBox="1">
            <a:spLocks/>
          </p:cNvSpPr>
          <p:nvPr userDrawn="1"/>
        </p:nvSpPr>
        <p:spPr>
          <a:xfrm>
            <a:off x="309673" y="6348011"/>
            <a:ext cx="5402356" cy="365125"/>
          </a:xfrm>
          <a:prstGeom prst="rect">
            <a:avLst/>
          </a:prstGeom>
          <a:ln>
            <a:noFill/>
          </a:ln>
        </p:spPr>
        <p:txBody>
          <a:bodyPr vert="horz" wrap="square" lIns="0" tIns="44184" rIns="88366" bIns="44184" numCol="1" anchor="ctr" anchorCtr="0" compatLnSpc="1">
            <a:prstTxWarp prst="textNoShape">
              <a:avLst/>
            </a:prstTxWarp>
          </a:bodyPr>
          <a:lstStyle>
            <a:defPPr>
              <a:defRPr lang="ja-JP"/>
            </a:defPPr>
            <a:lvl1pPr algn="l" defTabSz="457200" rt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kumimoji="1" sz="1000" kern="1200" smtClean="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  <a:cs typeface="+mn-cs"/>
              </a:defRPr>
            </a:lvl1pPr>
            <a:lvl2pPr marL="457200" algn="ctr" defTabSz="457200" rtl="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itchFamily="34" charset="0"/>
              <a:defRPr kumimoji="1" sz="1600" kern="120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  <a:cs typeface="+mn-cs"/>
              </a:defRPr>
            </a:lvl2pPr>
            <a:lvl3pPr marL="914400" algn="ctr" defTabSz="457200" rtl="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itchFamily="34" charset="0"/>
              <a:defRPr kumimoji="1" sz="1600" kern="120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  <a:cs typeface="+mn-cs"/>
              </a:defRPr>
            </a:lvl3pPr>
            <a:lvl4pPr marL="1371600" algn="ctr" defTabSz="457200" rtl="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itchFamily="34" charset="0"/>
              <a:defRPr kumimoji="1" sz="1600" kern="120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  <a:cs typeface="+mn-cs"/>
              </a:defRPr>
            </a:lvl4pPr>
            <a:lvl5pPr marL="1828800" algn="ctr" defTabSz="457200" rtl="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itchFamily="34" charset="0"/>
              <a:defRPr kumimoji="1" sz="1600" kern="120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  <a:cs typeface="+mn-cs"/>
              </a:defRPr>
            </a:lvl5pPr>
            <a:lvl6pPr marL="2286000" algn="l" defTabSz="914400" rtl="0" eaLnBrk="1" latinLnBrk="0" hangingPunct="1">
              <a:defRPr kumimoji="1" sz="1600" kern="120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  <a:cs typeface="+mn-cs"/>
              </a:defRPr>
            </a:lvl6pPr>
            <a:lvl7pPr marL="2743200" algn="l" defTabSz="914400" rtl="0" eaLnBrk="1" latinLnBrk="0" hangingPunct="1">
              <a:defRPr kumimoji="1" sz="1600" kern="120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  <a:cs typeface="+mn-cs"/>
              </a:defRPr>
            </a:lvl7pPr>
            <a:lvl8pPr marL="3200400" algn="l" defTabSz="914400" rtl="0" eaLnBrk="1" latinLnBrk="0" hangingPunct="1">
              <a:defRPr kumimoji="1" sz="1600" kern="120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  <a:cs typeface="+mn-cs"/>
              </a:defRPr>
            </a:lvl8pPr>
            <a:lvl9pPr marL="3657600" algn="l" defTabSz="914400" rtl="0" eaLnBrk="1" latinLnBrk="0" hangingPunct="1">
              <a:defRPr kumimoji="1" sz="1600" kern="120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  <a:cs typeface="+mn-cs"/>
              </a:defRPr>
            </a:lvl9pPr>
          </a:lstStyle>
          <a:p>
            <a:pPr>
              <a:defRPr/>
            </a:pPr>
            <a:r>
              <a:rPr lang="en-US" altLang="ja-JP" sz="646" dirty="0">
                <a:solidFill>
                  <a:prstClr val="white"/>
                </a:solidFill>
              </a:rPr>
              <a:t>© 2021 MITSUBISHI HEAVY INDUSTRIES, LTD.  All Rights Reserved.</a:t>
            </a:r>
            <a:endParaRPr lang="ja-JP" altLang="en-US" sz="646" dirty="0">
              <a:solidFill>
                <a:prstClr val="white"/>
              </a:solidFill>
            </a:endParaRPr>
          </a:p>
        </p:txBody>
      </p:sp>
      <p:sp>
        <p:nvSpPr>
          <p:cNvPr id="7" name="スライド番号プレースホルダー 5"/>
          <p:cNvSpPr txBox="1">
            <a:spLocks/>
          </p:cNvSpPr>
          <p:nvPr userDrawn="1"/>
        </p:nvSpPr>
        <p:spPr>
          <a:xfrm>
            <a:off x="8374064" y="6347104"/>
            <a:ext cx="520700" cy="365125"/>
          </a:xfrm>
          <a:prstGeom prst="rect">
            <a:avLst/>
          </a:prstGeom>
          <a:ln>
            <a:noFill/>
          </a:ln>
        </p:spPr>
        <p:txBody>
          <a:bodyPr vert="horz" wrap="square" lIns="88366" tIns="44184" rIns="88366" bIns="44184" numCol="1" anchor="ctr" anchorCtr="0" compatLnSpc="1">
            <a:prstTxWarp prst="textNoShape">
              <a:avLst/>
            </a:prstTxWarp>
          </a:bodyPr>
          <a:lstStyle>
            <a:defPPr>
              <a:defRPr lang="ja-JP"/>
            </a:defPPr>
            <a:lvl1pPr algn="r" defTabSz="457200" rt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kumimoji="1" sz="1000" b="0" kern="1200">
                <a:solidFill>
                  <a:srgbClr val="FFFFFF"/>
                </a:solidFill>
                <a:latin typeface="+mn-lt"/>
                <a:ea typeface="ＭＳ Ｐゴシック" pitchFamily="50" charset="-128"/>
                <a:cs typeface="+mn-cs"/>
              </a:defRPr>
            </a:lvl1pPr>
            <a:lvl2pPr marL="457200" algn="ctr" defTabSz="457200" rtl="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itchFamily="34" charset="0"/>
              <a:defRPr kumimoji="1" sz="1600" kern="120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  <a:cs typeface="+mn-cs"/>
              </a:defRPr>
            </a:lvl2pPr>
            <a:lvl3pPr marL="914400" algn="ctr" defTabSz="457200" rtl="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itchFamily="34" charset="0"/>
              <a:defRPr kumimoji="1" sz="1600" kern="120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  <a:cs typeface="+mn-cs"/>
              </a:defRPr>
            </a:lvl3pPr>
            <a:lvl4pPr marL="1371600" algn="ctr" defTabSz="457200" rtl="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itchFamily="34" charset="0"/>
              <a:defRPr kumimoji="1" sz="1600" kern="120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  <a:cs typeface="+mn-cs"/>
              </a:defRPr>
            </a:lvl4pPr>
            <a:lvl5pPr marL="1828800" algn="ctr" defTabSz="457200" rtl="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itchFamily="34" charset="0"/>
              <a:defRPr kumimoji="1" sz="1600" kern="120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  <a:cs typeface="+mn-cs"/>
              </a:defRPr>
            </a:lvl5pPr>
            <a:lvl6pPr marL="2286000" algn="l" defTabSz="914400" rtl="0" eaLnBrk="1" latinLnBrk="0" hangingPunct="1">
              <a:defRPr kumimoji="1" sz="1600" kern="120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  <a:cs typeface="+mn-cs"/>
              </a:defRPr>
            </a:lvl6pPr>
            <a:lvl7pPr marL="2743200" algn="l" defTabSz="914400" rtl="0" eaLnBrk="1" latinLnBrk="0" hangingPunct="1">
              <a:defRPr kumimoji="1" sz="1600" kern="120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  <a:cs typeface="+mn-cs"/>
              </a:defRPr>
            </a:lvl7pPr>
            <a:lvl8pPr marL="3200400" algn="l" defTabSz="914400" rtl="0" eaLnBrk="1" latinLnBrk="0" hangingPunct="1">
              <a:defRPr kumimoji="1" sz="1600" kern="120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  <a:cs typeface="+mn-cs"/>
              </a:defRPr>
            </a:lvl8pPr>
            <a:lvl9pPr marL="3657600" algn="l" defTabSz="914400" rtl="0" eaLnBrk="1" latinLnBrk="0" hangingPunct="1">
              <a:defRPr kumimoji="1" sz="1600" kern="120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  <a:cs typeface="+mn-cs"/>
              </a:defRPr>
            </a:lvl9pPr>
          </a:lstStyle>
          <a:p>
            <a:pPr>
              <a:defRPr/>
            </a:pPr>
            <a:fld id="{2336B973-55D6-4CA0-852C-851A571EFE2A}" type="slidenum">
              <a:rPr lang="ja-JP" altLang="en-US" sz="923" smtClean="0"/>
              <a:pPr>
                <a:defRPr/>
              </a:pPr>
              <a:t>‹#›</a:t>
            </a:fld>
            <a:endParaRPr lang="en-US" altLang="ja-JP" sz="923" dirty="0"/>
          </a:p>
        </p:txBody>
      </p:sp>
      <p:cxnSp>
        <p:nvCxnSpPr>
          <p:cNvPr id="21" name="直線コネクタ 20"/>
          <p:cNvCxnSpPr/>
          <p:nvPr userDrawn="1"/>
        </p:nvCxnSpPr>
        <p:spPr>
          <a:xfrm>
            <a:off x="225317" y="564204"/>
            <a:ext cx="8748517" cy="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図 13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87469" y="136960"/>
            <a:ext cx="1286367" cy="274344"/>
          </a:xfrm>
          <a:prstGeom prst="rect">
            <a:avLst/>
          </a:prstGeom>
        </p:spPr>
      </p:pic>
      <p:sp>
        <p:nvSpPr>
          <p:cNvPr id="15" name="タイトル 1"/>
          <p:cNvSpPr>
            <a:spLocks noGrp="1"/>
          </p:cNvSpPr>
          <p:nvPr>
            <p:ph type="title" hasCustomPrompt="1"/>
          </p:nvPr>
        </p:nvSpPr>
        <p:spPr>
          <a:xfrm>
            <a:off x="555459" y="136978"/>
            <a:ext cx="6390090" cy="349961"/>
          </a:xfrm>
          <a:prstGeom prst="rect">
            <a:avLst/>
          </a:prstGeom>
        </p:spPr>
        <p:txBody>
          <a:bodyPr lIns="95730" tIns="47866" rIns="95730" bIns="47866"/>
          <a:lstStyle>
            <a:lvl1pPr>
              <a:defRPr sz="2123" b="1"/>
            </a:lvl1pPr>
          </a:lstStyle>
          <a:p>
            <a:r>
              <a:rPr kumimoji="1" lang="ja-JP" altLang="en-US" dirty="0"/>
              <a:t>ページタイトル </a:t>
            </a:r>
            <a:r>
              <a:rPr kumimoji="1" lang="en-US" altLang="ja-JP" dirty="0"/>
              <a:t>22pt</a:t>
            </a:r>
            <a:endParaRPr kumimoji="1" lang="ja-JP" altLang="en-US" dirty="0"/>
          </a:p>
        </p:txBody>
      </p:sp>
      <p:sp>
        <p:nvSpPr>
          <p:cNvPr id="17" name="テキスト プレースホルダー 9"/>
          <p:cNvSpPr>
            <a:spLocks noGrp="1"/>
          </p:cNvSpPr>
          <p:nvPr>
            <p:ph type="body" sz="quarter" idx="10" hasCustomPrompt="1"/>
          </p:nvPr>
        </p:nvSpPr>
        <p:spPr>
          <a:xfrm>
            <a:off x="555625" y="797142"/>
            <a:ext cx="6389688" cy="652463"/>
          </a:xfrm>
          <a:prstGeom prst="rect">
            <a:avLst/>
          </a:prstGeom>
        </p:spPr>
        <p:txBody>
          <a:bodyPr lIns="95730" tIns="47866" rIns="95730" bIns="47866"/>
          <a:lstStyle>
            <a:lvl1pPr marL="0" indent="0">
              <a:lnSpc>
                <a:spcPct val="120000"/>
              </a:lnSpc>
              <a:buNone/>
              <a:defRPr sz="1477"/>
            </a:lvl1pPr>
          </a:lstStyle>
          <a:p>
            <a:pPr lvl="0"/>
            <a:r>
              <a:rPr kumimoji="1" lang="ja-JP" altLang="en-US" dirty="0"/>
              <a:t>テキスト </a:t>
            </a:r>
            <a:r>
              <a:rPr kumimoji="1" lang="en-US" altLang="ja-JP" dirty="0"/>
              <a:t>16pt</a:t>
            </a:r>
            <a:endParaRPr kumimoji="1" lang="ja-JP" altLang="en-US" dirty="0"/>
          </a:p>
        </p:txBody>
      </p:sp>
      <p:sp>
        <p:nvSpPr>
          <p:cNvPr id="18" name="テキスト プレースホルダー 18"/>
          <p:cNvSpPr>
            <a:spLocks noGrp="1"/>
          </p:cNvSpPr>
          <p:nvPr>
            <p:ph type="body" sz="quarter" idx="13" hasCustomPrompt="1"/>
          </p:nvPr>
        </p:nvSpPr>
        <p:spPr>
          <a:xfrm>
            <a:off x="558588" y="1525209"/>
            <a:ext cx="8081963" cy="838164"/>
          </a:xfrm>
          <a:prstGeom prst="rect">
            <a:avLst/>
          </a:prstGeom>
        </p:spPr>
        <p:txBody>
          <a:bodyPr lIns="95730" tIns="47866" rIns="95730" bIns="47866" numCol="2" spcCol="565333"/>
          <a:lstStyle>
            <a:lvl1pPr marL="0" indent="0">
              <a:lnSpc>
                <a:spcPct val="120000"/>
              </a:lnSpc>
              <a:buNone/>
              <a:defRPr sz="738"/>
            </a:lvl1pPr>
          </a:lstStyle>
          <a:p>
            <a:pPr lvl="0"/>
            <a:r>
              <a:rPr kumimoji="1" lang="ja-JP" altLang="en-US" dirty="0"/>
              <a:t>テキスト </a:t>
            </a:r>
            <a:r>
              <a:rPr kumimoji="1" lang="en-US" altLang="ja-JP" dirty="0"/>
              <a:t>8pt</a:t>
            </a:r>
            <a:endParaRPr kumimoji="1" lang="ja-JP" altLang="en-US" dirty="0"/>
          </a:p>
        </p:txBody>
      </p:sp>
      <p:sp>
        <p:nvSpPr>
          <p:cNvPr id="22" name="テキスト プレースホルダー 18"/>
          <p:cNvSpPr>
            <a:spLocks noGrp="1"/>
          </p:cNvSpPr>
          <p:nvPr>
            <p:ph type="body" sz="quarter" idx="14" hasCustomPrompt="1"/>
          </p:nvPr>
        </p:nvSpPr>
        <p:spPr>
          <a:xfrm>
            <a:off x="558588" y="5434206"/>
            <a:ext cx="8081963" cy="838164"/>
          </a:xfrm>
          <a:prstGeom prst="rect">
            <a:avLst/>
          </a:prstGeom>
        </p:spPr>
        <p:txBody>
          <a:bodyPr lIns="95730" tIns="47866" rIns="95730" bIns="47866" numCol="2" spcCol="565333"/>
          <a:lstStyle>
            <a:lvl1pPr marL="0" indent="0">
              <a:lnSpc>
                <a:spcPct val="120000"/>
              </a:lnSpc>
              <a:buNone/>
              <a:defRPr sz="738"/>
            </a:lvl1pPr>
          </a:lstStyle>
          <a:p>
            <a:pPr lvl="0"/>
            <a:r>
              <a:rPr kumimoji="1" lang="ja-JP" altLang="en-US" dirty="0"/>
              <a:t>テキスト </a:t>
            </a:r>
            <a:r>
              <a:rPr kumimoji="1" lang="en-US" altLang="ja-JP" dirty="0"/>
              <a:t>8pt</a:t>
            </a:r>
            <a:endParaRPr kumimoji="1" lang="ja-JP" altLang="en-US" dirty="0"/>
          </a:p>
        </p:txBody>
      </p:sp>
      <p:sp>
        <p:nvSpPr>
          <p:cNvPr id="23" name="コンテンツ プレースホルダー 8"/>
          <p:cNvSpPr>
            <a:spLocks noGrp="1"/>
          </p:cNvSpPr>
          <p:nvPr>
            <p:ph sz="quarter" idx="15" hasCustomPrompt="1"/>
          </p:nvPr>
        </p:nvSpPr>
        <p:spPr>
          <a:xfrm>
            <a:off x="555638" y="2517789"/>
            <a:ext cx="4016375" cy="2728913"/>
          </a:xfrm>
          <a:prstGeom prst="rect">
            <a:avLst/>
          </a:prstGeom>
        </p:spPr>
        <p:txBody>
          <a:bodyPr lIns="95730" tIns="47866" rIns="95730" bIns="47866"/>
          <a:lstStyle>
            <a:lvl1pPr marL="0" indent="0">
              <a:buNone/>
              <a:defRPr sz="1385"/>
            </a:lvl1pPr>
          </a:lstStyle>
          <a:p>
            <a:pPr lvl="0"/>
            <a:r>
              <a:rPr kumimoji="1" lang="ja-JP" altLang="en-US" dirty="0"/>
              <a:t>オブジェクト</a:t>
            </a:r>
          </a:p>
        </p:txBody>
      </p:sp>
      <p:sp>
        <p:nvSpPr>
          <p:cNvPr id="24" name="コンテンツ プレースホルダー 8"/>
          <p:cNvSpPr>
            <a:spLocks noGrp="1"/>
          </p:cNvSpPr>
          <p:nvPr>
            <p:ph sz="quarter" idx="16" hasCustomPrompt="1"/>
          </p:nvPr>
        </p:nvSpPr>
        <p:spPr>
          <a:xfrm>
            <a:off x="4719676" y="2517789"/>
            <a:ext cx="4016375" cy="2728913"/>
          </a:xfrm>
          <a:prstGeom prst="rect">
            <a:avLst/>
          </a:prstGeom>
        </p:spPr>
        <p:txBody>
          <a:bodyPr lIns="95730" tIns="47866" rIns="95730" bIns="47866"/>
          <a:lstStyle>
            <a:lvl1pPr marL="0" indent="0">
              <a:buNone/>
              <a:defRPr sz="1385"/>
            </a:lvl1pPr>
          </a:lstStyle>
          <a:p>
            <a:pPr lvl="0"/>
            <a:r>
              <a:rPr kumimoji="1" lang="ja-JP" altLang="en-US" dirty="0"/>
              <a:t>オブジェクト</a:t>
            </a:r>
          </a:p>
        </p:txBody>
      </p:sp>
    </p:spTree>
    <p:extLst>
      <p:ext uri="{BB962C8B-B14F-4D97-AF65-F5344CB8AC3E}">
        <p14:creationId xmlns:p14="http://schemas.microsoft.com/office/powerpoint/2010/main" val="13502144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pread/char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122" y="6408937"/>
            <a:ext cx="8750749" cy="260363"/>
          </a:xfrm>
          <a:prstGeom prst="rect">
            <a:avLst/>
          </a:prstGeom>
        </p:spPr>
      </p:pic>
      <p:sp>
        <p:nvSpPr>
          <p:cNvPr id="4" name="日付プレースホルダー 32"/>
          <p:cNvSpPr txBox="1">
            <a:spLocks/>
          </p:cNvSpPr>
          <p:nvPr userDrawn="1"/>
        </p:nvSpPr>
        <p:spPr>
          <a:xfrm>
            <a:off x="309673" y="6347999"/>
            <a:ext cx="5402356" cy="365125"/>
          </a:xfrm>
          <a:prstGeom prst="rect">
            <a:avLst/>
          </a:prstGeom>
          <a:ln>
            <a:noFill/>
          </a:ln>
        </p:spPr>
        <p:txBody>
          <a:bodyPr vert="horz" wrap="square" lIns="0" tIns="42203" rIns="84406" bIns="42203" numCol="1" anchor="ctr" anchorCtr="0" compatLnSpc="1">
            <a:prstTxWarp prst="textNoShape">
              <a:avLst/>
            </a:prstTxWarp>
          </a:bodyPr>
          <a:lstStyle>
            <a:defPPr>
              <a:defRPr lang="ja-JP"/>
            </a:defPPr>
            <a:lvl1pPr algn="l" defTabSz="457200" rt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kumimoji="1" sz="1000" kern="1200" smtClean="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  <a:cs typeface="+mn-cs"/>
              </a:defRPr>
            </a:lvl1pPr>
            <a:lvl2pPr marL="457200" algn="ctr" defTabSz="457200" rtl="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itchFamily="34" charset="0"/>
              <a:defRPr kumimoji="1" sz="1600" kern="120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  <a:cs typeface="+mn-cs"/>
              </a:defRPr>
            </a:lvl2pPr>
            <a:lvl3pPr marL="914400" algn="ctr" defTabSz="457200" rtl="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itchFamily="34" charset="0"/>
              <a:defRPr kumimoji="1" sz="1600" kern="120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  <a:cs typeface="+mn-cs"/>
              </a:defRPr>
            </a:lvl3pPr>
            <a:lvl4pPr marL="1371600" algn="ctr" defTabSz="457200" rtl="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itchFamily="34" charset="0"/>
              <a:defRPr kumimoji="1" sz="1600" kern="120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  <a:cs typeface="+mn-cs"/>
              </a:defRPr>
            </a:lvl4pPr>
            <a:lvl5pPr marL="1828800" algn="ctr" defTabSz="457200" rtl="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itchFamily="34" charset="0"/>
              <a:defRPr kumimoji="1" sz="1600" kern="120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  <a:cs typeface="+mn-cs"/>
              </a:defRPr>
            </a:lvl5pPr>
            <a:lvl6pPr marL="2286000" algn="l" defTabSz="914400" rtl="0" eaLnBrk="1" latinLnBrk="0" hangingPunct="1">
              <a:defRPr kumimoji="1" sz="1600" kern="120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  <a:cs typeface="+mn-cs"/>
              </a:defRPr>
            </a:lvl6pPr>
            <a:lvl7pPr marL="2743200" algn="l" defTabSz="914400" rtl="0" eaLnBrk="1" latinLnBrk="0" hangingPunct="1">
              <a:defRPr kumimoji="1" sz="1600" kern="120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  <a:cs typeface="+mn-cs"/>
              </a:defRPr>
            </a:lvl7pPr>
            <a:lvl8pPr marL="3200400" algn="l" defTabSz="914400" rtl="0" eaLnBrk="1" latinLnBrk="0" hangingPunct="1">
              <a:defRPr kumimoji="1" sz="1600" kern="120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  <a:cs typeface="+mn-cs"/>
              </a:defRPr>
            </a:lvl8pPr>
            <a:lvl9pPr marL="3657600" algn="l" defTabSz="914400" rtl="0" eaLnBrk="1" latinLnBrk="0" hangingPunct="1">
              <a:defRPr kumimoji="1" sz="1600" kern="120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  <a:cs typeface="+mn-cs"/>
              </a:defRPr>
            </a:lvl9pPr>
          </a:lstStyle>
          <a:p>
            <a:pPr>
              <a:defRPr/>
            </a:pPr>
            <a:r>
              <a:rPr lang="en-US" altLang="ja-JP" sz="646" dirty="0">
                <a:solidFill>
                  <a:prstClr val="white"/>
                </a:solidFill>
              </a:rPr>
              <a:t>© 2021 MITSUBISHI HEAVY INDUSTRIES, LTD.  All Rights Reserved.</a:t>
            </a:r>
            <a:endParaRPr lang="ja-JP" altLang="en-US" sz="646" dirty="0">
              <a:solidFill>
                <a:prstClr val="white"/>
              </a:solidFill>
            </a:endParaRPr>
          </a:p>
        </p:txBody>
      </p:sp>
      <p:sp>
        <p:nvSpPr>
          <p:cNvPr id="7" name="スライド番号プレースホルダー 5"/>
          <p:cNvSpPr txBox="1">
            <a:spLocks/>
          </p:cNvSpPr>
          <p:nvPr userDrawn="1"/>
        </p:nvSpPr>
        <p:spPr>
          <a:xfrm>
            <a:off x="8374064" y="6347092"/>
            <a:ext cx="520700" cy="365125"/>
          </a:xfrm>
          <a:prstGeom prst="rect">
            <a:avLst/>
          </a:prstGeom>
          <a:ln>
            <a:noFill/>
          </a:ln>
        </p:spPr>
        <p:txBody>
          <a:bodyPr vert="horz" wrap="square" lIns="84406" tIns="42203" rIns="84406" bIns="42203" numCol="1" anchor="ctr" anchorCtr="0" compatLnSpc="1">
            <a:prstTxWarp prst="textNoShape">
              <a:avLst/>
            </a:prstTxWarp>
          </a:bodyPr>
          <a:lstStyle>
            <a:defPPr>
              <a:defRPr lang="ja-JP"/>
            </a:defPPr>
            <a:lvl1pPr algn="r" defTabSz="457200" rt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kumimoji="1" sz="1000" b="0" kern="1200">
                <a:solidFill>
                  <a:srgbClr val="FFFFFF"/>
                </a:solidFill>
                <a:latin typeface="+mn-lt"/>
                <a:ea typeface="ＭＳ Ｐゴシック" pitchFamily="50" charset="-128"/>
                <a:cs typeface="+mn-cs"/>
              </a:defRPr>
            </a:lvl1pPr>
            <a:lvl2pPr marL="457200" algn="ctr" defTabSz="457200" rtl="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itchFamily="34" charset="0"/>
              <a:defRPr kumimoji="1" sz="1600" kern="120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  <a:cs typeface="+mn-cs"/>
              </a:defRPr>
            </a:lvl2pPr>
            <a:lvl3pPr marL="914400" algn="ctr" defTabSz="457200" rtl="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itchFamily="34" charset="0"/>
              <a:defRPr kumimoji="1" sz="1600" kern="120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  <a:cs typeface="+mn-cs"/>
              </a:defRPr>
            </a:lvl3pPr>
            <a:lvl4pPr marL="1371600" algn="ctr" defTabSz="457200" rtl="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itchFamily="34" charset="0"/>
              <a:defRPr kumimoji="1" sz="1600" kern="120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  <a:cs typeface="+mn-cs"/>
              </a:defRPr>
            </a:lvl4pPr>
            <a:lvl5pPr marL="1828800" algn="ctr" defTabSz="457200" rtl="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itchFamily="34" charset="0"/>
              <a:defRPr kumimoji="1" sz="1600" kern="120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  <a:cs typeface="+mn-cs"/>
              </a:defRPr>
            </a:lvl5pPr>
            <a:lvl6pPr marL="2286000" algn="l" defTabSz="914400" rtl="0" eaLnBrk="1" latinLnBrk="0" hangingPunct="1">
              <a:defRPr kumimoji="1" sz="1600" kern="120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  <a:cs typeface="+mn-cs"/>
              </a:defRPr>
            </a:lvl6pPr>
            <a:lvl7pPr marL="2743200" algn="l" defTabSz="914400" rtl="0" eaLnBrk="1" latinLnBrk="0" hangingPunct="1">
              <a:defRPr kumimoji="1" sz="1600" kern="120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  <a:cs typeface="+mn-cs"/>
              </a:defRPr>
            </a:lvl7pPr>
            <a:lvl8pPr marL="3200400" algn="l" defTabSz="914400" rtl="0" eaLnBrk="1" latinLnBrk="0" hangingPunct="1">
              <a:defRPr kumimoji="1" sz="1600" kern="120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  <a:cs typeface="+mn-cs"/>
              </a:defRPr>
            </a:lvl8pPr>
            <a:lvl9pPr marL="3657600" algn="l" defTabSz="914400" rtl="0" eaLnBrk="1" latinLnBrk="0" hangingPunct="1">
              <a:defRPr kumimoji="1" sz="1600" kern="120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  <a:cs typeface="+mn-cs"/>
              </a:defRPr>
            </a:lvl9pPr>
          </a:lstStyle>
          <a:p>
            <a:pPr>
              <a:defRPr/>
            </a:pPr>
            <a:fld id="{2336B973-55D6-4CA0-852C-851A571EFE2A}" type="slidenum">
              <a:rPr lang="ja-JP" altLang="en-US" sz="923" smtClean="0">
                <a:latin typeface="Arial"/>
              </a:rPr>
              <a:pPr>
                <a:defRPr/>
              </a:pPr>
              <a:t>‹#›</a:t>
            </a:fld>
            <a:endParaRPr lang="en-US" altLang="ja-JP" sz="923" dirty="0">
              <a:latin typeface="Arial"/>
            </a:endParaRPr>
          </a:p>
        </p:txBody>
      </p:sp>
      <p:cxnSp>
        <p:nvCxnSpPr>
          <p:cNvPr id="21" name="直線コネクタ 20"/>
          <p:cNvCxnSpPr/>
          <p:nvPr userDrawn="1"/>
        </p:nvCxnSpPr>
        <p:spPr>
          <a:xfrm>
            <a:off x="225315" y="564204"/>
            <a:ext cx="8748517" cy="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図 13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87468" y="136960"/>
            <a:ext cx="1286367" cy="274344"/>
          </a:xfrm>
          <a:prstGeom prst="rect">
            <a:avLst/>
          </a:prstGeom>
        </p:spPr>
      </p:pic>
      <p:sp>
        <p:nvSpPr>
          <p:cNvPr id="15" name="タイトル 1"/>
          <p:cNvSpPr>
            <a:spLocks noGrp="1"/>
          </p:cNvSpPr>
          <p:nvPr>
            <p:ph type="title" hasCustomPrompt="1"/>
          </p:nvPr>
        </p:nvSpPr>
        <p:spPr>
          <a:xfrm>
            <a:off x="555459" y="136965"/>
            <a:ext cx="6390090" cy="349961"/>
          </a:xfrm>
          <a:prstGeom prst="rect">
            <a:avLst/>
          </a:prstGeom>
        </p:spPr>
        <p:txBody>
          <a:bodyPr/>
          <a:lstStyle>
            <a:lvl1pPr>
              <a:defRPr sz="2031" b="1"/>
            </a:lvl1pPr>
          </a:lstStyle>
          <a:p>
            <a:r>
              <a:rPr kumimoji="1" lang="ja-JP" altLang="en-US" dirty="0"/>
              <a:t>ページタイトル </a:t>
            </a:r>
            <a:r>
              <a:rPr kumimoji="1" lang="en-US" altLang="ja-JP" dirty="0"/>
              <a:t>22pt</a:t>
            </a:r>
            <a:endParaRPr kumimoji="1" lang="ja-JP" altLang="en-US" dirty="0"/>
          </a:p>
        </p:txBody>
      </p:sp>
      <p:sp>
        <p:nvSpPr>
          <p:cNvPr id="17" name="テキスト プレースホルダー 9"/>
          <p:cNvSpPr>
            <a:spLocks noGrp="1"/>
          </p:cNvSpPr>
          <p:nvPr>
            <p:ph type="body" sz="quarter" idx="10" hasCustomPrompt="1"/>
          </p:nvPr>
        </p:nvSpPr>
        <p:spPr>
          <a:xfrm>
            <a:off x="555625" y="797137"/>
            <a:ext cx="6389688" cy="65246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buNone/>
              <a:defRPr sz="1477"/>
            </a:lvl1pPr>
          </a:lstStyle>
          <a:p>
            <a:pPr lvl="0"/>
            <a:r>
              <a:rPr kumimoji="1" lang="ja-JP" altLang="en-US" dirty="0"/>
              <a:t>テキスト </a:t>
            </a:r>
            <a:r>
              <a:rPr kumimoji="1" lang="en-US" altLang="ja-JP" dirty="0"/>
              <a:t>16pt</a:t>
            </a:r>
            <a:endParaRPr kumimoji="1" lang="ja-JP" altLang="en-US" dirty="0"/>
          </a:p>
        </p:txBody>
      </p:sp>
      <p:sp>
        <p:nvSpPr>
          <p:cNvPr id="18" name="テキスト プレースホルダー 18"/>
          <p:cNvSpPr>
            <a:spLocks noGrp="1"/>
          </p:cNvSpPr>
          <p:nvPr>
            <p:ph type="body" sz="quarter" idx="13" hasCustomPrompt="1"/>
          </p:nvPr>
        </p:nvSpPr>
        <p:spPr>
          <a:xfrm>
            <a:off x="558588" y="1525209"/>
            <a:ext cx="8081963" cy="838164"/>
          </a:xfrm>
          <a:prstGeom prst="rect">
            <a:avLst/>
          </a:prstGeom>
        </p:spPr>
        <p:txBody>
          <a:bodyPr numCol="2" spcCol="540000"/>
          <a:lstStyle>
            <a:lvl1pPr marL="0" indent="0">
              <a:lnSpc>
                <a:spcPct val="120000"/>
              </a:lnSpc>
              <a:buNone/>
              <a:defRPr sz="738"/>
            </a:lvl1pPr>
          </a:lstStyle>
          <a:p>
            <a:pPr lvl="0"/>
            <a:r>
              <a:rPr kumimoji="1" lang="ja-JP" altLang="en-US" dirty="0"/>
              <a:t>テキスト </a:t>
            </a:r>
            <a:r>
              <a:rPr kumimoji="1" lang="en-US" altLang="ja-JP" dirty="0"/>
              <a:t>8pt</a:t>
            </a:r>
            <a:endParaRPr kumimoji="1" lang="ja-JP" altLang="en-US" dirty="0"/>
          </a:p>
        </p:txBody>
      </p:sp>
      <p:sp>
        <p:nvSpPr>
          <p:cNvPr id="22" name="テキスト プレースホルダー 18"/>
          <p:cNvSpPr>
            <a:spLocks noGrp="1"/>
          </p:cNvSpPr>
          <p:nvPr>
            <p:ph type="body" sz="quarter" idx="14" hasCustomPrompt="1"/>
          </p:nvPr>
        </p:nvSpPr>
        <p:spPr>
          <a:xfrm>
            <a:off x="558588" y="5434206"/>
            <a:ext cx="8081963" cy="838164"/>
          </a:xfrm>
          <a:prstGeom prst="rect">
            <a:avLst/>
          </a:prstGeom>
        </p:spPr>
        <p:txBody>
          <a:bodyPr numCol="2" spcCol="540000"/>
          <a:lstStyle>
            <a:lvl1pPr marL="0" indent="0">
              <a:lnSpc>
                <a:spcPct val="120000"/>
              </a:lnSpc>
              <a:buNone/>
              <a:defRPr sz="738"/>
            </a:lvl1pPr>
          </a:lstStyle>
          <a:p>
            <a:pPr lvl="0"/>
            <a:r>
              <a:rPr kumimoji="1" lang="ja-JP" altLang="en-US" dirty="0"/>
              <a:t>テキスト </a:t>
            </a:r>
            <a:r>
              <a:rPr kumimoji="1" lang="en-US" altLang="ja-JP" dirty="0"/>
              <a:t>8pt</a:t>
            </a:r>
            <a:endParaRPr kumimoji="1" lang="ja-JP" altLang="en-US" dirty="0"/>
          </a:p>
        </p:txBody>
      </p:sp>
      <p:sp>
        <p:nvSpPr>
          <p:cNvPr id="23" name="コンテンツ プレースホルダー 8"/>
          <p:cNvSpPr>
            <a:spLocks noGrp="1"/>
          </p:cNvSpPr>
          <p:nvPr>
            <p:ph sz="quarter" idx="15" hasCustomPrompt="1"/>
          </p:nvPr>
        </p:nvSpPr>
        <p:spPr>
          <a:xfrm>
            <a:off x="555632" y="2517780"/>
            <a:ext cx="4016375" cy="27289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92"/>
            </a:lvl1pPr>
          </a:lstStyle>
          <a:p>
            <a:pPr lvl="0"/>
            <a:r>
              <a:rPr kumimoji="1" lang="ja-JP" altLang="en-US" dirty="0"/>
              <a:t>オブジェクト</a:t>
            </a:r>
          </a:p>
        </p:txBody>
      </p:sp>
      <p:sp>
        <p:nvSpPr>
          <p:cNvPr id="24" name="コンテンツ プレースホルダー 8"/>
          <p:cNvSpPr>
            <a:spLocks noGrp="1"/>
          </p:cNvSpPr>
          <p:nvPr>
            <p:ph sz="quarter" idx="16" hasCustomPrompt="1"/>
          </p:nvPr>
        </p:nvSpPr>
        <p:spPr>
          <a:xfrm>
            <a:off x="4719668" y="2517780"/>
            <a:ext cx="4016375" cy="27289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92"/>
            </a:lvl1pPr>
          </a:lstStyle>
          <a:p>
            <a:pPr lvl="0"/>
            <a:r>
              <a:rPr kumimoji="1" lang="ja-JP" altLang="en-US" dirty="0"/>
              <a:t>オブジェクト</a:t>
            </a:r>
          </a:p>
        </p:txBody>
      </p:sp>
    </p:spTree>
    <p:extLst>
      <p:ext uri="{BB962C8B-B14F-4D97-AF65-F5344CB8AC3E}">
        <p14:creationId xmlns:p14="http://schemas.microsoft.com/office/powerpoint/2010/main" val="15768160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Las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3363" y="3258297"/>
            <a:ext cx="6017274" cy="341406"/>
          </a:xfrm>
          <a:prstGeom prst="rect">
            <a:avLst/>
          </a:prstGeom>
        </p:spPr>
      </p:pic>
      <p:pic>
        <p:nvPicPr>
          <p:cNvPr id="4" name="図 3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2364" y="5805146"/>
            <a:ext cx="1249788" cy="743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00835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表紙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テキスト プレースホルダー 5"/>
          <p:cNvSpPr>
            <a:spLocks noGrp="1"/>
          </p:cNvSpPr>
          <p:nvPr>
            <p:ph type="body" sz="quarter" idx="10" hasCustomPrompt="1"/>
          </p:nvPr>
        </p:nvSpPr>
        <p:spPr>
          <a:xfrm>
            <a:off x="308726" y="5566335"/>
            <a:ext cx="2387099" cy="351288"/>
          </a:xfrm>
          <a:prstGeom prst="rect">
            <a:avLst/>
          </a:prstGeom>
        </p:spPr>
        <p:txBody>
          <a:bodyPr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200">
                <a:latin typeface="+mn-ea"/>
                <a:ea typeface="+mn-ea"/>
                <a:cs typeface="メイリオ" pitchFamily="50" charset="-128"/>
              </a:defRPr>
            </a:lvl1pPr>
          </a:lstStyle>
          <a:p>
            <a:pPr lvl="0"/>
            <a:r>
              <a:rPr kumimoji="1" lang="en-US" altLang="ja-JP" dirty="0"/>
              <a:t>0000/00/00</a:t>
            </a:r>
            <a:endParaRPr kumimoji="1" lang="ja-JP" altLang="en-US" dirty="0"/>
          </a:p>
        </p:txBody>
      </p:sp>
      <p:sp>
        <p:nvSpPr>
          <p:cNvPr id="16" name="タイトル 2"/>
          <p:cNvSpPr>
            <a:spLocks noGrp="1"/>
          </p:cNvSpPr>
          <p:nvPr>
            <p:ph type="title" hasCustomPrompt="1"/>
          </p:nvPr>
        </p:nvSpPr>
        <p:spPr>
          <a:xfrm>
            <a:off x="308725" y="2699387"/>
            <a:ext cx="8531974" cy="585575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2954" b="1" baseline="0">
                <a:solidFill>
                  <a:schemeClr val="tx1"/>
                </a:solidFill>
                <a:latin typeface="+mj-ea"/>
                <a:ea typeface="+mj-ea"/>
                <a:cs typeface="メイリオ" pitchFamily="50" charset="-128"/>
              </a:defRPr>
            </a:lvl1pPr>
          </a:lstStyle>
          <a:p>
            <a:r>
              <a:rPr kumimoji="1" lang="ja-JP" altLang="en-US" dirty="0"/>
              <a:t>表紙タイトル </a:t>
            </a:r>
            <a:r>
              <a:rPr kumimoji="1" lang="en-US" altLang="ja-JP" dirty="0"/>
              <a:t>32pt</a:t>
            </a:r>
            <a:endParaRPr kumimoji="1" lang="ja-JP" altLang="en-US" dirty="0"/>
          </a:p>
        </p:txBody>
      </p:sp>
      <p:sp>
        <p:nvSpPr>
          <p:cNvPr id="18" name="テキスト ボックス 17"/>
          <p:cNvSpPr txBox="1"/>
          <p:nvPr userDrawn="1"/>
        </p:nvSpPr>
        <p:spPr>
          <a:xfrm>
            <a:off x="303301" y="5920206"/>
            <a:ext cx="4318925" cy="27699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spcBef>
                <a:spcPts val="0"/>
              </a:spcBef>
              <a:spcAft>
                <a:spcPts val="554"/>
              </a:spcAft>
            </a:pPr>
            <a:r>
              <a:rPr kumimoji="1" lang="ja-JP" altLang="en-US" sz="1200" b="1" dirty="0">
                <a:solidFill>
                  <a:schemeClr val="tx1"/>
                </a:solidFill>
                <a:latin typeface="+mn-ea"/>
                <a:ea typeface="+mn-ea"/>
                <a:cs typeface="メイリオ" pitchFamily="50" charset="-128"/>
              </a:rPr>
              <a:t>三菱重工業株式会社</a:t>
            </a:r>
          </a:p>
        </p:txBody>
      </p:sp>
      <p:pic>
        <p:nvPicPr>
          <p:cNvPr id="11" name="図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437" y="201827"/>
            <a:ext cx="8744712" cy="944880"/>
          </a:xfrm>
          <a:prstGeom prst="rect">
            <a:avLst/>
          </a:prstGeom>
        </p:spPr>
      </p:pic>
      <p:sp>
        <p:nvSpPr>
          <p:cNvPr id="10" name="テキスト プレースホルダー 21">
            <a:extLst>
              <a:ext uri="{FF2B5EF4-FFF2-40B4-BE49-F238E27FC236}">
                <a16:creationId xmlns:a16="http://schemas.microsoft.com/office/drawing/2014/main" id="{A1B3CB4D-6995-4FBD-99A9-97EF8363075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08725" y="3361113"/>
            <a:ext cx="8531974" cy="1676400"/>
          </a:xfrm>
          <a:prstGeom prst="rect">
            <a:avLst/>
          </a:prstGeom>
        </p:spPr>
        <p:txBody>
          <a:bodyPr/>
          <a:lstStyle>
            <a:lvl1pPr marL="0" marR="0" indent="0" algn="l" defTabSz="633062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477" baseline="0">
                <a:solidFill>
                  <a:schemeClr val="tx1"/>
                </a:solidFill>
                <a:latin typeface="+mn-ea"/>
                <a:ea typeface="+mn-ea"/>
                <a:cs typeface="メイリオ" pitchFamily="50" charset="-128"/>
              </a:defRPr>
            </a:lvl1pPr>
          </a:lstStyle>
          <a:p>
            <a:pPr marL="0" marR="0" lvl="0" indent="0" algn="l" defTabSz="633062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ja-JP" altLang="en-US" dirty="0"/>
              <a:t>サブタイトル </a:t>
            </a:r>
            <a:r>
              <a:rPr kumimoji="1" lang="en-US" altLang="ja-JP" dirty="0"/>
              <a:t>16pt</a:t>
            </a:r>
            <a:r>
              <a:rPr kumimoji="1" lang="ja-JP" altLang="en-US" dirty="0"/>
              <a:t>　　　　　　　　　　　　　　　　　　　　　　　　　　　　　　　　●複数の会社名やロゴを記載するレイアウトはスライドマスターにあり                          ●写真付きの表紙レイアウト（</a:t>
            </a:r>
            <a:r>
              <a:rPr kumimoji="1" lang="en-US" altLang="ja-JP" dirty="0"/>
              <a:t>2</a:t>
            </a:r>
            <a:r>
              <a:rPr kumimoji="1" lang="ja-JP" altLang="en-US" dirty="0"/>
              <a:t>種）はスライドマスターにあり                                   </a:t>
            </a:r>
            <a:r>
              <a:rPr kumimoji="1" lang="en-US" altLang="ja-JP" dirty="0"/>
              <a:t>※</a:t>
            </a:r>
            <a:r>
              <a:rPr kumimoji="1" lang="ja-JP" altLang="en-US" dirty="0"/>
              <a:t>スライドマスターの変更は別紙「スライドマスター操作ガイド」をご参照ください</a:t>
            </a:r>
          </a:p>
        </p:txBody>
      </p:sp>
      <p:sp>
        <p:nvSpPr>
          <p:cNvPr id="9" name="日付プレースホルダー 32"/>
          <p:cNvSpPr txBox="1">
            <a:spLocks/>
          </p:cNvSpPr>
          <p:nvPr userDrawn="1"/>
        </p:nvSpPr>
        <p:spPr>
          <a:xfrm>
            <a:off x="196437" y="6370976"/>
            <a:ext cx="5402356" cy="365125"/>
          </a:xfrm>
          <a:prstGeom prst="rect">
            <a:avLst/>
          </a:prstGeom>
          <a:ln>
            <a:noFill/>
          </a:ln>
        </p:spPr>
        <p:txBody>
          <a:bodyPr vert="horz" wrap="square" lIns="0" tIns="42203" rIns="84406" bIns="42203" numCol="1" anchor="ctr" anchorCtr="0" compatLnSpc="1">
            <a:prstTxWarp prst="textNoShape">
              <a:avLst/>
            </a:prstTxWarp>
          </a:bodyPr>
          <a:lstStyle>
            <a:defPPr>
              <a:defRPr lang="ja-JP"/>
            </a:defPPr>
            <a:lvl1pPr algn="l" defTabSz="457200" rt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kumimoji="1" sz="1000" kern="1200" smtClean="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  <a:cs typeface="+mn-cs"/>
              </a:defRPr>
            </a:lvl1pPr>
            <a:lvl2pPr marL="457200" algn="ctr" defTabSz="457200" rtl="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itchFamily="34" charset="0"/>
              <a:defRPr kumimoji="1" sz="1600" kern="120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  <a:cs typeface="+mn-cs"/>
              </a:defRPr>
            </a:lvl2pPr>
            <a:lvl3pPr marL="914400" algn="ctr" defTabSz="457200" rtl="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itchFamily="34" charset="0"/>
              <a:defRPr kumimoji="1" sz="1600" kern="120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  <a:cs typeface="+mn-cs"/>
              </a:defRPr>
            </a:lvl3pPr>
            <a:lvl4pPr marL="1371600" algn="ctr" defTabSz="457200" rtl="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itchFamily="34" charset="0"/>
              <a:defRPr kumimoji="1" sz="1600" kern="120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  <a:cs typeface="+mn-cs"/>
              </a:defRPr>
            </a:lvl4pPr>
            <a:lvl5pPr marL="1828800" algn="ctr" defTabSz="457200" rtl="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itchFamily="34" charset="0"/>
              <a:defRPr kumimoji="1" sz="1600" kern="120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  <a:cs typeface="+mn-cs"/>
              </a:defRPr>
            </a:lvl5pPr>
            <a:lvl6pPr marL="2286000" algn="l" defTabSz="914400" rtl="0" eaLnBrk="1" latinLnBrk="0" hangingPunct="1">
              <a:defRPr kumimoji="1" sz="1600" kern="120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  <a:cs typeface="+mn-cs"/>
              </a:defRPr>
            </a:lvl6pPr>
            <a:lvl7pPr marL="2743200" algn="l" defTabSz="914400" rtl="0" eaLnBrk="1" latinLnBrk="0" hangingPunct="1">
              <a:defRPr kumimoji="1" sz="1600" kern="120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  <a:cs typeface="+mn-cs"/>
              </a:defRPr>
            </a:lvl7pPr>
            <a:lvl8pPr marL="3200400" algn="l" defTabSz="914400" rtl="0" eaLnBrk="1" latinLnBrk="0" hangingPunct="1">
              <a:defRPr kumimoji="1" sz="1600" kern="120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  <a:cs typeface="+mn-cs"/>
              </a:defRPr>
            </a:lvl8pPr>
            <a:lvl9pPr marL="3657600" algn="l" defTabSz="914400" rtl="0" eaLnBrk="1" latinLnBrk="0" hangingPunct="1">
              <a:defRPr kumimoji="1" sz="1600" kern="120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  <a:cs typeface="+mn-cs"/>
              </a:defRPr>
            </a:lvl9pPr>
          </a:lstStyle>
          <a:p>
            <a:pPr>
              <a:defRPr/>
            </a:pPr>
            <a:r>
              <a:rPr lang="en-US" altLang="ja-JP" sz="646" dirty="0">
                <a:solidFill>
                  <a:schemeClr val="tx1"/>
                </a:solidFill>
                <a:latin typeface="+mn-lt"/>
              </a:rPr>
              <a:t>© Mitsubishi Heavy Industries, Ltd.  All Rights Reserved.</a:t>
            </a:r>
            <a:endParaRPr lang="ja-JP" altLang="en-US" sz="646" dirty="0">
              <a:solidFill>
                <a:schemeClr val="tx1"/>
              </a:solidFill>
              <a:latin typeface="+mn-lt"/>
            </a:endParaRPr>
          </a:p>
        </p:txBody>
      </p:sp>
      <p:pic>
        <p:nvPicPr>
          <p:cNvPr id="12" name="図 11">
            <a:extLst>
              <a:ext uri="{FF2B5EF4-FFF2-40B4-BE49-F238E27FC236}">
                <a16:creationId xmlns:a16="http://schemas.microsoft.com/office/drawing/2014/main" id="{9CA45DE1-C1B1-4C0E-B123-54EBEE5258C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55080" y="6421555"/>
            <a:ext cx="1188000" cy="230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63889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ロ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5" descr="C:\Users\S04\Desktop\名称未設定-2-01.jpg">
            <a:extLst>
              <a:ext uri="{FF2B5EF4-FFF2-40B4-BE49-F238E27FC236}">
                <a16:creationId xmlns:a16="http://schemas.microsoft.com/office/drawing/2014/main" id="{F1494654-01F0-42B3-A66A-EAA98DA1965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38540" y="241201"/>
            <a:ext cx="2964260" cy="5169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3A43E3EA-FD6B-48AF-B1FE-280D2B3402F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5920" y="2525034"/>
            <a:ext cx="5286057" cy="149175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2484598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カラーサンプル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120" y="6407161"/>
            <a:ext cx="8747760" cy="262128"/>
          </a:xfrm>
          <a:prstGeom prst="rect">
            <a:avLst/>
          </a:prstGeom>
        </p:spPr>
      </p:pic>
      <p:sp>
        <p:nvSpPr>
          <p:cNvPr id="4" name="日付プレースホルダー 32"/>
          <p:cNvSpPr txBox="1">
            <a:spLocks/>
          </p:cNvSpPr>
          <p:nvPr userDrawn="1"/>
        </p:nvSpPr>
        <p:spPr>
          <a:xfrm>
            <a:off x="309672" y="6357512"/>
            <a:ext cx="5402356" cy="365125"/>
          </a:xfrm>
          <a:prstGeom prst="rect">
            <a:avLst/>
          </a:prstGeom>
          <a:ln>
            <a:noFill/>
          </a:ln>
        </p:spPr>
        <p:txBody>
          <a:bodyPr vert="horz" wrap="square" lIns="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ja-JP"/>
            </a:defPPr>
            <a:lvl1pPr algn="l" defTabSz="457200" rt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kumimoji="1" sz="1000" kern="1200" smtClean="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  <a:cs typeface="+mn-cs"/>
              </a:defRPr>
            </a:lvl1pPr>
            <a:lvl2pPr marL="457200" algn="ctr" defTabSz="457200" rtl="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itchFamily="34" charset="0"/>
              <a:defRPr kumimoji="1" sz="1600" kern="120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  <a:cs typeface="+mn-cs"/>
              </a:defRPr>
            </a:lvl2pPr>
            <a:lvl3pPr marL="914400" algn="ctr" defTabSz="457200" rtl="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itchFamily="34" charset="0"/>
              <a:defRPr kumimoji="1" sz="1600" kern="120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  <a:cs typeface="+mn-cs"/>
              </a:defRPr>
            </a:lvl3pPr>
            <a:lvl4pPr marL="1371600" algn="ctr" defTabSz="457200" rtl="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itchFamily="34" charset="0"/>
              <a:defRPr kumimoji="1" sz="1600" kern="120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  <a:cs typeface="+mn-cs"/>
              </a:defRPr>
            </a:lvl4pPr>
            <a:lvl5pPr marL="1828800" algn="ctr" defTabSz="457200" rtl="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itchFamily="34" charset="0"/>
              <a:defRPr kumimoji="1" sz="1600" kern="120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  <a:cs typeface="+mn-cs"/>
              </a:defRPr>
            </a:lvl5pPr>
            <a:lvl6pPr marL="2286000" algn="l" defTabSz="914400" rtl="0" eaLnBrk="1" latinLnBrk="0" hangingPunct="1">
              <a:defRPr kumimoji="1" sz="1600" kern="120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  <a:cs typeface="+mn-cs"/>
              </a:defRPr>
            </a:lvl6pPr>
            <a:lvl7pPr marL="2743200" algn="l" defTabSz="914400" rtl="0" eaLnBrk="1" latinLnBrk="0" hangingPunct="1">
              <a:defRPr kumimoji="1" sz="1600" kern="120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  <a:cs typeface="+mn-cs"/>
              </a:defRPr>
            </a:lvl7pPr>
            <a:lvl8pPr marL="3200400" algn="l" defTabSz="914400" rtl="0" eaLnBrk="1" latinLnBrk="0" hangingPunct="1">
              <a:defRPr kumimoji="1" sz="1600" kern="120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  <a:cs typeface="+mn-cs"/>
              </a:defRPr>
            </a:lvl8pPr>
            <a:lvl9pPr marL="3657600" algn="l" defTabSz="914400" rtl="0" eaLnBrk="1" latinLnBrk="0" hangingPunct="1">
              <a:defRPr kumimoji="1" sz="1600" kern="120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  <a:cs typeface="+mn-cs"/>
              </a:defRPr>
            </a:lvl9pPr>
          </a:lstStyle>
          <a:p>
            <a:pPr>
              <a:defRPr/>
            </a:pPr>
            <a:r>
              <a:rPr lang="en-US" altLang="ja-JP" sz="700" dirty="0">
                <a:solidFill>
                  <a:schemeClr val="bg1"/>
                </a:solidFill>
                <a:latin typeface="+mn-lt"/>
              </a:rPr>
              <a:t>© Mitsubishi Heavy Industries, Ltd.  All Rights Reserved.</a:t>
            </a:r>
            <a:endParaRPr lang="ja-JP" altLang="en-US" sz="7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7" name="スライド番号プレースホルダー 5"/>
          <p:cNvSpPr txBox="1">
            <a:spLocks/>
          </p:cNvSpPr>
          <p:nvPr userDrawn="1"/>
        </p:nvSpPr>
        <p:spPr>
          <a:xfrm>
            <a:off x="8374063" y="6356607"/>
            <a:ext cx="520700" cy="365125"/>
          </a:xfrm>
          <a:prstGeom prst="rect">
            <a:avLst/>
          </a:prstGeom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ja-JP"/>
            </a:defPPr>
            <a:lvl1pPr algn="r" defTabSz="457200" rt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kumimoji="1" sz="1000" b="0" kern="1200">
                <a:solidFill>
                  <a:srgbClr val="FFFFFF"/>
                </a:solidFill>
                <a:latin typeface="+mn-lt"/>
                <a:ea typeface="ＭＳ Ｐゴシック" pitchFamily="50" charset="-128"/>
                <a:cs typeface="+mn-cs"/>
              </a:defRPr>
            </a:lvl1pPr>
            <a:lvl2pPr marL="457200" algn="ctr" defTabSz="457200" rtl="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itchFamily="34" charset="0"/>
              <a:defRPr kumimoji="1" sz="1600" kern="120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  <a:cs typeface="+mn-cs"/>
              </a:defRPr>
            </a:lvl2pPr>
            <a:lvl3pPr marL="914400" algn="ctr" defTabSz="457200" rtl="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itchFamily="34" charset="0"/>
              <a:defRPr kumimoji="1" sz="1600" kern="120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  <a:cs typeface="+mn-cs"/>
              </a:defRPr>
            </a:lvl3pPr>
            <a:lvl4pPr marL="1371600" algn="ctr" defTabSz="457200" rtl="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itchFamily="34" charset="0"/>
              <a:defRPr kumimoji="1" sz="1600" kern="120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  <a:cs typeface="+mn-cs"/>
              </a:defRPr>
            </a:lvl4pPr>
            <a:lvl5pPr marL="1828800" algn="ctr" defTabSz="457200" rtl="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itchFamily="34" charset="0"/>
              <a:defRPr kumimoji="1" sz="1600" kern="120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  <a:cs typeface="+mn-cs"/>
              </a:defRPr>
            </a:lvl5pPr>
            <a:lvl6pPr marL="2286000" algn="l" defTabSz="914400" rtl="0" eaLnBrk="1" latinLnBrk="0" hangingPunct="1">
              <a:defRPr kumimoji="1" sz="1600" kern="120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  <a:cs typeface="+mn-cs"/>
              </a:defRPr>
            </a:lvl6pPr>
            <a:lvl7pPr marL="2743200" algn="l" defTabSz="914400" rtl="0" eaLnBrk="1" latinLnBrk="0" hangingPunct="1">
              <a:defRPr kumimoji="1" sz="1600" kern="120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  <a:cs typeface="+mn-cs"/>
              </a:defRPr>
            </a:lvl7pPr>
            <a:lvl8pPr marL="3200400" algn="l" defTabSz="914400" rtl="0" eaLnBrk="1" latinLnBrk="0" hangingPunct="1">
              <a:defRPr kumimoji="1" sz="1600" kern="120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  <a:cs typeface="+mn-cs"/>
              </a:defRPr>
            </a:lvl8pPr>
            <a:lvl9pPr marL="3657600" algn="l" defTabSz="914400" rtl="0" eaLnBrk="1" latinLnBrk="0" hangingPunct="1">
              <a:defRPr kumimoji="1" sz="1600" kern="120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  <a:cs typeface="+mn-cs"/>
              </a:defRPr>
            </a:lvl9pPr>
          </a:lstStyle>
          <a:p>
            <a:pPr>
              <a:defRPr/>
            </a:pPr>
            <a:fld id="{2336B973-55D6-4CA0-852C-851A571EFE2A}" type="slidenum">
              <a:rPr lang="ja-JP" altLang="en-US" smtClean="0">
                <a:latin typeface="Arial"/>
              </a:rPr>
              <a:pPr>
                <a:defRPr/>
              </a:pPr>
              <a:t>‹#›</a:t>
            </a:fld>
            <a:endParaRPr lang="en-US" altLang="ja-JP" dirty="0">
              <a:latin typeface="Arial"/>
            </a:endParaRPr>
          </a:p>
        </p:txBody>
      </p:sp>
      <p:sp>
        <p:nvSpPr>
          <p:cNvPr id="15" name="タイトル 1"/>
          <p:cNvSpPr>
            <a:spLocks noGrp="1"/>
          </p:cNvSpPr>
          <p:nvPr>
            <p:ph type="title" hasCustomPrompt="1"/>
          </p:nvPr>
        </p:nvSpPr>
        <p:spPr>
          <a:xfrm>
            <a:off x="555459" y="128798"/>
            <a:ext cx="6390090" cy="349961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2200" b="1">
                <a:latin typeface="+mj-ea"/>
                <a:ea typeface="+mj-ea"/>
                <a:cs typeface="メイリオ" pitchFamily="50" charset="-128"/>
              </a:defRPr>
            </a:lvl1pPr>
          </a:lstStyle>
          <a:p>
            <a:r>
              <a:rPr kumimoji="1" lang="ja-JP" altLang="en-US" dirty="0"/>
              <a:t>ページタイトル </a:t>
            </a:r>
            <a:r>
              <a:rPr kumimoji="1" lang="en-US" altLang="ja-JP" dirty="0"/>
              <a:t>22pt</a:t>
            </a:r>
            <a:endParaRPr kumimoji="1" lang="ja-JP" altLang="en-US" dirty="0"/>
          </a:p>
        </p:txBody>
      </p:sp>
      <p:sp>
        <p:nvSpPr>
          <p:cNvPr id="17" name="テキスト プレースホルダー 9"/>
          <p:cNvSpPr>
            <a:spLocks noGrp="1"/>
          </p:cNvSpPr>
          <p:nvPr>
            <p:ph type="body" sz="quarter" idx="10" hasCustomPrompt="1"/>
          </p:nvPr>
        </p:nvSpPr>
        <p:spPr>
          <a:xfrm>
            <a:off x="555625" y="797131"/>
            <a:ext cx="6389688" cy="65246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spcBef>
                <a:spcPts val="750"/>
              </a:spcBef>
              <a:buNone/>
              <a:defRPr sz="1600">
                <a:latin typeface="+mn-ea"/>
                <a:ea typeface="+mn-ea"/>
                <a:cs typeface="メイリオ" pitchFamily="50" charset="-128"/>
              </a:defRPr>
            </a:lvl1pPr>
          </a:lstStyle>
          <a:p>
            <a:pPr lvl="0"/>
            <a:r>
              <a:rPr kumimoji="1" lang="ja-JP" altLang="en-US" dirty="0"/>
              <a:t>テキスト </a:t>
            </a:r>
            <a:r>
              <a:rPr kumimoji="1" lang="en-US" altLang="ja-JP" dirty="0"/>
              <a:t>16pt</a:t>
            </a:r>
            <a:endParaRPr kumimoji="1" lang="ja-JP" altLang="en-US" dirty="0"/>
          </a:p>
        </p:txBody>
      </p:sp>
      <p:sp>
        <p:nvSpPr>
          <p:cNvPr id="18" name="テキスト プレースホルダー 18"/>
          <p:cNvSpPr>
            <a:spLocks noGrp="1"/>
          </p:cNvSpPr>
          <p:nvPr>
            <p:ph type="body" sz="quarter" idx="13" hasCustomPrompt="1"/>
          </p:nvPr>
        </p:nvSpPr>
        <p:spPr>
          <a:xfrm>
            <a:off x="552450" y="1525210"/>
            <a:ext cx="8191500" cy="838164"/>
          </a:xfrm>
          <a:prstGeom prst="rect">
            <a:avLst/>
          </a:prstGeom>
        </p:spPr>
        <p:txBody>
          <a:bodyPr numCol="2" spcCol="540000"/>
          <a:lstStyle>
            <a:lvl1pPr marL="0" indent="0">
              <a:lnSpc>
                <a:spcPct val="120000"/>
              </a:lnSpc>
              <a:spcBef>
                <a:spcPts val="750"/>
              </a:spcBef>
              <a:buNone/>
              <a:defRPr sz="1000">
                <a:latin typeface="+mn-ea"/>
                <a:ea typeface="+mn-ea"/>
                <a:cs typeface="メイリオ" pitchFamily="50" charset="-128"/>
              </a:defRPr>
            </a:lvl1pPr>
          </a:lstStyle>
          <a:p>
            <a:pPr lvl="0"/>
            <a:r>
              <a:rPr kumimoji="1" lang="ja-JP" altLang="en-US" dirty="0"/>
              <a:t>テキスト </a:t>
            </a:r>
            <a:r>
              <a:rPr kumimoji="1" lang="en-US" altLang="ja-JP" dirty="0"/>
              <a:t>10pt</a:t>
            </a:r>
            <a:endParaRPr kumimoji="1" lang="ja-JP" altLang="en-US" dirty="0"/>
          </a:p>
        </p:txBody>
      </p:sp>
      <p:cxnSp>
        <p:nvCxnSpPr>
          <p:cNvPr id="21" name="直線コネクタ 20"/>
          <p:cNvCxnSpPr/>
          <p:nvPr userDrawn="1"/>
        </p:nvCxnSpPr>
        <p:spPr>
          <a:xfrm>
            <a:off x="196437" y="564204"/>
            <a:ext cx="874471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図 9">
            <a:extLst>
              <a:ext uri="{FF2B5EF4-FFF2-40B4-BE49-F238E27FC236}">
                <a16:creationId xmlns:a16="http://schemas.microsoft.com/office/drawing/2014/main" id="{1CBBDA9B-E97E-4157-8C9B-E181F614B24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54266" y="169645"/>
            <a:ext cx="1188000" cy="230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323675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表紙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タイトル 2"/>
          <p:cNvSpPr>
            <a:spLocks noGrp="1"/>
          </p:cNvSpPr>
          <p:nvPr>
            <p:ph type="title" hasCustomPrompt="1"/>
          </p:nvPr>
        </p:nvSpPr>
        <p:spPr>
          <a:xfrm>
            <a:off x="308725" y="2699385"/>
            <a:ext cx="8531974" cy="585575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3200" b="1" baseline="0">
                <a:solidFill>
                  <a:schemeClr val="tx1"/>
                </a:solidFill>
                <a:latin typeface="+mj-ea"/>
                <a:ea typeface="+mj-ea"/>
                <a:cs typeface="メイリオ" pitchFamily="50" charset="-128"/>
              </a:defRPr>
            </a:lvl1pPr>
          </a:lstStyle>
          <a:p>
            <a:r>
              <a:rPr kumimoji="1" lang="ja-JP" altLang="en-US" dirty="0"/>
              <a:t>表紙タイトル </a:t>
            </a:r>
            <a:r>
              <a:rPr kumimoji="1" lang="en-US" altLang="ja-JP" dirty="0"/>
              <a:t>32pt</a:t>
            </a:r>
            <a:endParaRPr kumimoji="1" lang="ja-JP" altLang="en-US" dirty="0"/>
          </a:p>
        </p:txBody>
      </p:sp>
      <p:pic>
        <p:nvPicPr>
          <p:cNvPr id="11" name="図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437" y="201827"/>
            <a:ext cx="8744712" cy="944880"/>
          </a:xfrm>
          <a:prstGeom prst="rect">
            <a:avLst/>
          </a:prstGeom>
        </p:spPr>
      </p:pic>
      <p:sp>
        <p:nvSpPr>
          <p:cNvPr id="9" name="日付プレースホルダー 32"/>
          <p:cNvSpPr txBox="1">
            <a:spLocks/>
          </p:cNvSpPr>
          <p:nvPr userDrawn="1"/>
        </p:nvSpPr>
        <p:spPr>
          <a:xfrm>
            <a:off x="196437" y="6370974"/>
            <a:ext cx="5402356" cy="365125"/>
          </a:xfrm>
          <a:prstGeom prst="rect">
            <a:avLst/>
          </a:prstGeom>
          <a:ln>
            <a:noFill/>
          </a:ln>
        </p:spPr>
        <p:txBody>
          <a:bodyPr vert="horz" wrap="square" lIns="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ja-JP"/>
            </a:defPPr>
            <a:lvl1pPr algn="l" defTabSz="457200" rt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kumimoji="1" sz="1000" kern="1200" smtClean="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  <a:cs typeface="+mn-cs"/>
              </a:defRPr>
            </a:lvl1pPr>
            <a:lvl2pPr marL="457200" algn="ctr" defTabSz="457200" rtl="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itchFamily="34" charset="0"/>
              <a:defRPr kumimoji="1" sz="1600" kern="120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  <a:cs typeface="+mn-cs"/>
              </a:defRPr>
            </a:lvl2pPr>
            <a:lvl3pPr marL="914400" algn="ctr" defTabSz="457200" rtl="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itchFamily="34" charset="0"/>
              <a:defRPr kumimoji="1" sz="1600" kern="120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  <a:cs typeface="+mn-cs"/>
              </a:defRPr>
            </a:lvl3pPr>
            <a:lvl4pPr marL="1371600" algn="ctr" defTabSz="457200" rtl="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itchFamily="34" charset="0"/>
              <a:defRPr kumimoji="1" sz="1600" kern="120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  <a:cs typeface="+mn-cs"/>
              </a:defRPr>
            </a:lvl4pPr>
            <a:lvl5pPr marL="1828800" algn="ctr" defTabSz="457200" rtl="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itchFamily="34" charset="0"/>
              <a:defRPr kumimoji="1" sz="1600" kern="120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  <a:cs typeface="+mn-cs"/>
              </a:defRPr>
            </a:lvl5pPr>
            <a:lvl6pPr marL="2286000" algn="l" defTabSz="914400" rtl="0" eaLnBrk="1" latinLnBrk="0" hangingPunct="1">
              <a:defRPr kumimoji="1" sz="1600" kern="120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  <a:cs typeface="+mn-cs"/>
              </a:defRPr>
            </a:lvl6pPr>
            <a:lvl7pPr marL="2743200" algn="l" defTabSz="914400" rtl="0" eaLnBrk="1" latinLnBrk="0" hangingPunct="1">
              <a:defRPr kumimoji="1" sz="1600" kern="120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  <a:cs typeface="+mn-cs"/>
              </a:defRPr>
            </a:lvl7pPr>
            <a:lvl8pPr marL="3200400" algn="l" defTabSz="914400" rtl="0" eaLnBrk="1" latinLnBrk="0" hangingPunct="1">
              <a:defRPr kumimoji="1" sz="1600" kern="120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  <a:cs typeface="+mn-cs"/>
              </a:defRPr>
            </a:lvl8pPr>
            <a:lvl9pPr marL="3657600" algn="l" defTabSz="914400" rtl="0" eaLnBrk="1" latinLnBrk="0" hangingPunct="1">
              <a:defRPr kumimoji="1" sz="1600" kern="120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  <a:cs typeface="+mn-cs"/>
              </a:defRPr>
            </a:lvl9pPr>
          </a:lstStyle>
          <a:p>
            <a:pPr>
              <a:defRPr/>
            </a:pPr>
            <a:r>
              <a:rPr lang="en-US" altLang="ja-JP" sz="700" dirty="0">
                <a:solidFill>
                  <a:schemeClr val="tx1"/>
                </a:solidFill>
                <a:latin typeface="+mn-lt"/>
              </a:rPr>
              <a:t>© Mitsubishi Heavy Industries, Ltd.  All Rights Reserved.</a:t>
            </a:r>
            <a:endParaRPr lang="ja-JP" altLang="en-US" sz="700" dirty="0">
              <a:solidFill>
                <a:schemeClr val="tx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00171871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カラーサンプル　複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120" y="6407161"/>
            <a:ext cx="8747760" cy="262128"/>
          </a:xfrm>
          <a:prstGeom prst="rect">
            <a:avLst/>
          </a:prstGeom>
        </p:spPr>
      </p:pic>
      <p:sp>
        <p:nvSpPr>
          <p:cNvPr id="7" name="スライド番号プレースホルダー 5"/>
          <p:cNvSpPr txBox="1">
            <a:spLocks/>
          </p:cNvSpPr>
          <p:nvPr userDrawn="1"/>
        </p:nvSpPr>
        <p:spPr>
          <a:xfrm>
            <a:off x="8374063" y="6356605"/>
            <a:ext cx="520700" cy="365125"/>
          </a:xfrm>
          <a:prstGeom prst="rect">
            <a:avLst/>
          </a:prstGeom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ja-JP"/>
            </a:defPPr>
            <a:lvl1pPr algn="r" defTabSz="457200" rt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kumimoji="1" sz="1000" b="0" kern="1200">
                <a:solidFill>
                  <a:srgbClr val="FFFFFF"/>
                </a:solidFill>
                <a:latin typeface="+mn-lt"/>
                <a:ea typeface="ＭＳ Ｐゴシック" pitchFamily="50" charset="-128"/>
                <a:cs typeface="+mn-cs"/>
              </a:defRPr>
            </a:lvl1pPr>
            <a:lvl2pPr marL="457200" algn="ctr" defTabSz="457200" rtl="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itchFamily="34" charset="0"/>
              <a:defRPr kumimoji="1" sz="1600" kern="120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  <a:cs typeface="+mn-cs"/>
              </a:defRPr>
            </a:lvl2pPr>
            <a:lvl3pPr marL="914400" algn="ctr" defTabSz="457200" rtl="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itchFamily="34" charset="0"/>
              <a:defRPr kumimoji="1" sz="1600" kern="120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  <a:cs typeface="+mn-cs"/>
              </a:defRPr>
            </a:lvl3pPr>
            <a:lvl4pPr marL="1371600" algn="ctr" defTabSz="457200" rtl="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itchFamily="34" charset="0"/>
              <a:defRPr kumimoji="1" sz="1600" kern="120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  <a:cs typeface="+mn-cs"/>
              </a:defRPr>
            </a:lvl4pPr>
            <a:lvl5pPr marL="1828800" algn="ctr" defTabSz="457200" rtl="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itchFamily="34" charset="0"/>
              <a:defRPr kumimoji="1" sz="1600" kern="120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  <a:cs typeface="+mn-cs"/>
              </a:defRPr>
            </a:lvl5pPr>
            <a:lvl6pPr marL="2286000" algn="l" defTabSz="914400" rtl="0" eaLnBrk="1" latinLnBrk="0" hangingPunct="1">
              <a:defRPr kumimoji="1" sz="1600" kern="120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  <a:cs typeface="+mn-cs"/>
              </a:defRPr>
            </a:lvl6pPr>
            <a:lvl7pPr marL="2743200" algn="l" defTabSz="914400" rtl="0" eaLnBrk="1" latinLnBrk="0" hangingPunct="1">
              <a:defRPr kumimoji="1" sz="1600" kern="120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  <a:cs typeface="+mn-cs"/>
              </a:defRPr>
            </a:lvl7pPr>
            <a:lvl8pPr marL="3200400" algn="l" defTabSz="914400" rtl="0" eaLnBrk="1" latinLnBrk="0" hangingPunct="1">
              <a:defRPr kumimoji="1" sz="1600" kern="120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  <a:cs typeface="+mn-cs"/>
              </a:defRPr>
            </a:lvl8pPr>
            <a:lvl9pPr marL="3657600" algn="l" defTabSz="914400" rtl="0" eaLnBrk="1" latinLnBrk="0" hangingPunct="1">
              <a:defRPr kumimoji="1" sz="1600" kern="120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  <a:cs typeface="+mn-cs"/>
              </a:defRPr>
            </a:lvl9pPr>
          </a:lstStyle>
          <a:p>
            <a:pPr>
              <a:defRPr/>
            </a:pPr>
            <a:fld id="{2336B973-55D6-4CA0-852C-851A571EFE2A}" type="slidenum">
              <a:rPr lang="ja-JP" altLang="en-US" smtClean="0">
                <a:latin typeface="Arial"/>
              </a:rPr>
              <a:pPr>
                <a:defRPr/>
              </a:pPr>
              <a:t>‹#›</a:t>
            </a:fld>
            <a:endParaRPr lang="en-US" altLang="ja-JP" dirty="0">
              <a:latin typeface="Arial"/>
            </a:endParaRPr>
          </a:p>
        </p:txBody>
      </p:sp>
      <p:sp>
        <p:nvSpPr>
          <p:cNvPr id="15" name="タイトル 1"/>
          <p:cNvSpPr>
            <a:spLocks noGrp="1"/>
          </p:cNvSpPr>
          <p:nvPr>
            <p:ph type="title" hasCustomPrompt="1"/>
          </p:nvPr>
        </p:nvSpPr>
        <p:spPr>
          <a:xfrm>
            <a:off x="258555" y="128795"/>
            <a:ext cx="7135022" cy="349961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2200" b="1">
                <a:latin typeface="+mj-ea"/>
                <a:ea typeface="+mj-ea"/>
                <a:cs typeface="メイリオ" pitchFamily="50" charset="-128"/>
              </a:defRPr>
            </a:lvl1pPr>
          </a:lstStyle>
          <a:p>
            <a:r>
              <a:rPr kumimoji="1" lang="ja-JP" altLang="en-US" dirty="0"/>
              <a:t>ページタイトル </a:t>
            </a:r>
            <a:r>
              <a:rPr kumimoji="1" lang="en-US" altLang="ja-JP" dirty="0"/>
              <a:t>22pt</a:t>
            </a:r>
            <a:endParaRPr kumimoji="1" lang="ja-JP" altLang="en-US" dirty="0"/>
          </a:p>
        </p:txBody>
      </p:sp>
      <p:sp>
        <p:nvSpPr>
          <p:cNvPr id="17" name="テキスト プレースホルダー 9"/>
          <p:cNvSpPr>
            <a:spLocks noGrp="1"/>
          </p:cNvSpPr>
          <p:nvPr>
            <p:ph type="body" sz="quarter" idx="10" hasCustomPrompt="1"/>
          </p:nvPr>
        </p:nvSpPr>
        <p:spPr>
          <a:xfrm>
            <a:off x="258555" y="797128"/>
            <a:ext cx="8636208" cy="652463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>
                <a:latin typeface="+mn-ea"/>
                <a:ea typeface="+mn-ea"/>
                <a:cs typeface="メイリオ" pitchFamily="50" charset="-128"/>
              </a:defRPr>
            </a:lvl1pPr>
          </a:lstStyle>
          <a:p>
            <a:pPr lvl="0"/>
            <a:r>
              <a:rPr kumimoji="1" lang="ja-JP" altLang="en-US" dirty="0"/>
              <a:t>テキスト </a:t>
            </a:r>
            <a:r>
              <a:rPr kumimoji="1" lang="en-US" altLang="ja-JP" dirty="0"/>
              <a:t>16pt</a:t>
            </a:r>
            <a:endParaRPr kumimoji="1" lang="ja-JP" altLang="en-US" dirty="0"/>
          </a:p>
        </p:txBody>
      </p:sp>
      <p:cxnSp>
        <p:nvCxnSpPr>
          <p:cNvPr id="21" name="直線コネクタ 20"/>
          <p:cNvCxnSpPr/>
          <p:nvPr userDrawn="1"/>
        </p:nvCxnSpPr>
        <p:spPr>
          <a:xfrm>
            <a:off x="196437" y="564204"/>
            <a:ext cx="874471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日付プレースホルダー 32"/>
          <p:cNvSpPr txBox="1">
            <a:spLocks/>
          </p:cNvSpPr>
          <p:nvPr userDrawn="1"/>
        </p:nvSpPr>
        <p:spPr>
          <a:xfrm>
            <a:off x="309672" y="6357512"/>
            <a:ext cx="8636208" cy="365125"/>
          </a:xfrm>
          <a:prstGeom prst="rect">
            <a:avLst/>
          </a:prstGeom>
          <a:ln>
            <a:noFill/>
          </a:ln>
        </p:spPr>
        <p:txBody>
          <a:bodyPr vert="horz" wrap="square" lIns="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ja-JP"/>
            </a:defPPr>
            <a:lvl1pPr algn="l" defTabSz="457200" rt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kumimoji="1" sz="1000" kern="1200" smtClean="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  <a:cs typeface="+mn-cs"/>
              </a:defRPr>
            </a:lvl1pPr>
            <a:lvl2pPr marL="457200" algn="ctr" defTabSz="457200" rtl="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itchFamily="34" charset="0"/>
              <a:defRPr kumimoji="1" sz="1600" kern="120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  <a:cs typeface="+mn-cs"/>
              </a:defRPr>
            </a:lvl2pPr>
            <a:lvl3pPr marL="914400" algn="ctr" defTabSz="457200" rtl="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itchFamily="34" charset="0"/>
              <a:defRPr kumimoji="1" sz="1600" kern="120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  <a:cs typeface="+mn-cs"/>
              </a:defRPr>
            </a:lvl3pPr>
            <a:lvl4pPr marL="1371600" algn="ctr" defTabSz="457200" rtl="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itchFamily="34" charset="0"/>
              <a:defRPr kumimoji="1" sz="1600" kern="120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  <a:cs typeface="+mn-cs"/>
              </a:defRPr>
            </a:lvl4pPr>
            <a:lvl5pPr marL="1828800" algn="ctr" defTabSz="457200" rtl="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 typeface="Arial" pitchFamily="34" charset="0"/>
              <a:defRPr kumimoji="1" sz="1600" kern="120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  <a:cs typeface="+mn-cs"/>
              </a:defRPr>
            </a:lvl5pPr>
            <a:lvl6pPr marL="2286000" algn="l" defTabSz="914400" rtl="0" eaLnBrk="1" latinLnBrk="0" hangingPunct="1">
              <a:defRPr kumimoji="1" sz="1600" kern="120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  <a:cs typeface="+mn-cs"/>
              </a:defRPr>
            </a:lvl6pPr>
            <a:lvl7pPr marL="2743200" algn="l" defTabSz="914400" rtl="0" eaLnBrk="1" latinLnBrk="0" hangingPunct="1">
              <a:defRPr kumimoji="1" sz="1600" kern="120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  <a:cs typeface="+mn-cs"/>
              </a:defRPr>
            </a:lvl7pPr>
            <a:lvl8pPr marL="3200400" algn="l" defTabSz="914400" rtl="0" eaLnBrk="1" latinLnBrk="0" hangingPunct="1">
              <a:defRPr kumimoji="1" sz="1600" kern="120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  <a:cs typeface="+mn-cs"/>
              </a:defRPr>
            </a:lvl8pPr>
            <a:lvl9pPr marL="3657600" algn="l" defTabSz="914400" rtl="0" eaLnBrk="1" latinLnBrk="0" hangingPunct="1">
              <a:defRPr kumimoji="1" sz="1600" kern="1200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  <a:cs typeface="+mn-cs"/>
              </a:defRPr>
            </a:lvl9pPr>
          </a:lstStyle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sz="700" dirty="0">
                <a:solidFill>
                  <a:schemeClr val="bg1"/>
                </a:solidFill>
                <a:latin typeface="+mn-lt"/>
              </a:rPr>
              <a:t>© Mitsubishi Heavy Industries, Ltd.  All Rights Reserved.</a:t>
            </a:r>
            <a:r>
              <a:rPr lang="ja-JP" altLang="en-US" sz="700" dirty="0">
                <a:solidFill>
                  <a:schemeClr val="bg1"/>
                </a:solidFill>
                <a:latin typeface="+mn-lt"/>
              </a:rPr>
              <a:t>　　　　</a:t>
            </a:r>
            <a:r>
              <a:rPr kumimoji="1" lang="en-US" altLang="ja-JP" sz="700" kern="1200" dirty="0">
                <a:solidFill>
                  <a:schemeClr val="bg1"/>
                </a:solidFill>
                <a:latin typeface="Arial" pitchFamily="34" charset="0"/>
                <a:ea typeface="ＭＳ Ｐゴシック" pitchFamily="50" charset="-128"/>
                <a:cs typeface="+mn-cs"/>
              </a:rPr>
              <a:t>© </a:t>
            </a:r>
            <a:r>
              <a:rPr lang="en-US" altLang="ja-JP" sz="700" dirty="0">
                <a:solidFill>
                  <a:schemeClr val="bg1"/>
                </a:solidFill>
                <a:latin typeface="+mj-lt"/>
              </a:rPr>
              <a:t>Mitsubishi Heavy Industries </a:t>
            </a:r>
            <a:r>
              <a:rPr kumimoji="1" lang="en-US" altLang="ja-JP" sz="500" kern="1200" dirty="0">
                <a:solidFill>
                  <a:schemeClr val="bg1"/>
                </a:solidFill>
                <a:latin typeface="Arial" pitchFamily="34" charset="0"/>
                <a:ea typeface="ＭＳ Ｐゴシック" pitchFamily="50" charset="-128"/>
                <a:cs typeface="+mn-cs"/>
              </a:rPr>
              <a:t>□□□□</a:t>
            </a:r>
            <a:r>
              <a:rPr lang="en-US" altLang="ja-JP" sz="500" dirty="0">
                <a:solidFill>
                  <a:schemeClr val="bg1"/>
                </a:solidFill>
                <a:latin typeface="+mj-lt"/>
              </a:rPr>
              <a:t>□□□□</a:t>
            </a:r>
            <a:r>
              <a:rPr lang="en-US" altLang="ja-JP" sz="700" dirty="0">
                <a:solidFill>
                  <a:schemeClr val="bg1"/>
                </a:solidFill>
                <a:latin typeface="+mj-lt"/>
              </a:rPr>
              <a:t> Co., Ltd. All Rights Reserved. </a:t>
            </a:r>
          </a:p>
        </p:txBody>
      </p:sp>
      <p:pic>
        <p:nvPicPr>
          <p:cNvPr id="11" name="図 10">
            <a:extLst>
              <a:ext uri="{FF2B5EF4-FFF2-40B4-BE49-F238E27FC236}">
                <a16:creationId xmlns:a16="http://schemas.microsoft.com/office/drawing/2014/main" id="{AAA88AE6-DD0D-4FAC-B5DD-357B3785BBC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54266" y="169645"/>
            <a:ext cx="1188000" cy="230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62312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26">
          <p15:clr>
            <a:srgbClr val="FBAE40"/>
          </p15:clr>
        </p15:guide>
        <p15:guide id="2" orient="horz" pos="3974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525885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  <p:sldLayoutId id="2147483710" r:id="rId2"/>
    <p:sldLayoutId id="2147483712" r:id="rId3"/>
    <p:sldLayoutId id="2147483706" r:id="rId4"/>
    <p:sldLayoutId id="2147483908" r:id="rId5"/>
    <p:sldLayoutId id="2147483918" r:id="rId6"/>
    <p:sldLayoutId id="2147483919" r:id="rId7"/>
    <p:sldLayoutId id="2147483920" r:id="rId8"/>
    <p:sldLayoutId id="2147483921" r:id="rId9"/>
    <p:sldLayoutId id="2147483922" r:id="rId10"/>
    <p:sldLayoutId id="2147483923" r:id="rId11"/>
    <p:sldLayoutId id="2147483924" r:id="rId12"/>
    <p:sldLayoutId id="2147483925" r:id="rId13"/>
    <p:sldLayoutId id="2147483928" r:id="rId14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kumimoji="1"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kumimoji="1"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teams.microsoft.com/l/channel/19%3A3396053c6dec4a0ca8d77c7120e1dbb2%40thread.tacv2/%E6%8A%80%E8%A1%93%E7%85%A7%E4%BC%9A%E3%81%AE%E4%BB%95%E8%A8%B3%E3%83%95%E3%83%AD%E3%83%BC?groupId=74a9ecb0-1797-47ee-ba6a-edf29bc70624&amp;tenantId=50528b4c-efba-4fff-b242-2a939652cd3e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teams.microsoft.com/l/channel/19%3A054bfc9140fd450faf912278f8320eb3%40thread.tacv2/%E6%8F%90%E6%A1%88%E6%9B%B8%E4%BD%9C%E6%88%90%E3%81%AE%E3%82%AC%E3%82%A4%E3%83%89%E3%83%A9%E3%82%A4%E3%83%B3?groupId=74a9ecb0-1797-47ee-ba6a-edf29bc70624&amp;tenantId=50528b4c-efba-4fff-b242-2a939652cd3e" TargetMode="Externa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正方形/長方形 56">
            <a:extLst>
              <a:ext uri="{FF2B5EF4-FFF2-40B4-BE49-F238E27FC236}">
                <a16:creationId xmlns:a16="http://schemas.microsoft.com/office/drawing/2014/main" id="{87AB4648-F320-2927-5C63-D0AE386406AF}"/>
              </a:ext>
            </a:extLst>
          </p:cNvPr>
          <p:cNvSpPr/>
          <p:nvPr/>
        </p:nvSpPr>
        <p:spPr>
          <a:xfrm>
            <a:off x="3204063" y="2078862"/>
            <a:ext cx="1315731" cy="2906765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 w="9525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ja-JP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メイリオ"/>
              <a:ea typeface="メイリオ"/>
              <a:cs typeface="+mn-cs"/>
            </a:endParaRPr>
          </a:p>
        </p:txBody>
      </p:sp>
      <p:sp>
        <p:nvSpPr>
          <p:cNvPr id="58" name="正方形/長方形 57">
            <a:extLst>
              <a:ext uri="{FF2B5EF4-FFF2-40B4-BE49-F238E27FC236}">
                <a16:creationId xmlns:a16="http://schemas.microsoft.com/office/drawing/2014/main" id="{0EE239F7-E50B-0B56-0E9C-8608ACEC9B97}"/>
              </a:ext>
            </a:extLst>
          </p:cNvPr>
          <p:cNvSpPr/>
          <p:nvPr/>
        </p:nvSpPr>
        <p:spPr>
          <a:xfrm>
            <a:off x="496660" y="2063019"/>
            <a:ext cx="1295757" cy="3506953"/>
          </a:xfrm>
          <a:prstGeom prst="rect">
            <a:avLst/>
          </a:prstGeom>
          <a:solidFill>
            <a:schemeClr val="accent5">
              <a:lumMod val="20000"/>
              <a:lumOff val="80000"/>
              <a:alpha val="50000"/>
            </a:schemeClr>
          </a:solidFill>
          <a:ln w="9525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ja-JP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メイリオ"/>
              <a:ea typeface="メイリオ"/>
              <a:cs typeface="+mn-cs"/>
            </a:endParaRPr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402659EE-1D8D-D2E2-31A7-C78A7A852EC5}"/>
              </a:ext>
            </a:extLst>
          </p:cNvPr>
          <p:cNvSpPr/>
          <p:nvPr/>
        </p:nvSpPr>
        <p:spPr>
          <a:xfrm>
            <a:off x="4565066" y="2063019"/>
            <a:ext cx="1416634" cy="1479601"/>
          </a:xfrm>
          <a:prstGeom prst="rect">
            <a:avLst/>
          </a:prstGeom>
          <a:solidFill>
            <a:schemeClr val="accent2">
              <a:alpha val="50000"/>
            </a:schemeClr>
          </a:solidFill>
          <a:ln w="9525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ja-JP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メイリオ"/>
              <a:ea typeface="メイリオ"/>
              <a:cs typeface="+mn-cs"/>
            </a:endParaRPr>
          </a:p>
        </p:txBody>
      </p:sp>
      <p:sp>
        <p:nvSpPr>
          <p:cNvPr id="129" name="正方形/長方形 128">
            <a:extLst>
              <a:ext uri="{FF2B5EF4-FFF2-40B4-BE49-F238E27FC236}">
                <a16:creationId xmlns:a16="http://schemas.microsoft.com/office/drawing/2014/main" id="{D95192B0-22FE-6FEA-E5C9-99E348456FFC}"/>
              </a:ext>
            </a:extLst>
          </p:cNvPr>
          <p:cNvSpPr/>
          <p:nvPr/>
        </p:nvSpPr>
        <p:spPr>
          <a:xfrm>
            <a:off x="1822708" y="5081304"/>
            <a:ext cx="5635711" cy="499818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rPr>
              <a:t>　　　　　　　　　　　</a:t>
            </a:r>
          </a:p>
        </p:txBody>
      </p:sp>
      <p:sp>
        <p:nvSpPr>
          <p:cNvPr id="89" name="正方形/長方形 88">
            <a:extLst>
              <a:ext uri="{FF2B5EF4-FFF2-40B4-BE49-F238E27FC236}">
                <a16:creationId xmlns:a16="http://schemas.microsoft.com/office/drawing/2014/main" id="{C327F371-00B4-25E5-14C3-0BB7A469DFFF}"/>
              </a:ext>
            </a:extLst>
          </p:cNvPr>
          <p:cNvSpPr/>
          <p:nvPr/>
        </p:nvSpPr>
        <p:spPr>
          <a:xfrm>
            <a:off x="6030737" y="2085089"/>
            <a:ext cx="1428536" cy="2920697"/>
          </a:xfrm>
          <a:prstGeom prst="rect">
            <a:avLst/>
          </a:prstGeom>
          <a:solidFill>
            <a:schemeClr val="accent4">
              <a:alpha val="50000"/>
            </a:schemeClr>
          </a:solidFill>
          <a:ln w="9525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ja-JP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メイリオ"/>
              <a:ea typeface="メイリオ"/>
              <a:cs typeface="+mn-cs"/>
            </a:endParaRPr>
          </a:p>
        </p:txBody>
      </p:sp>
      <p:sp>
        <p:nvSpPr>
          <p:cNvPr id="88" name="正方形/長方形 87">
            <a:extLst>
              <a:ext uri="{FF2B5EF4-FFF2-40B4-BE49-F238E27FC236}">
                <a16:creationId xmlns:a16="http://schemas.microsoft.com/office/drawing/2014/main" id="{BA92DD29-1D78-95EE-2FD5-E774F070A09A}"/>
              </a:ext>
            </a:extLst>
          </p:cNvPr>
          <p:cNvSpPr/>
          <p:nvPr/>
        </p:nvSpPr>
        <p:spPr>
          <a:xfrm>
            <a:off x="1822709" y="2084983"/>
            <a:ext cx="1354057" cy="1479601"/>
          </a:xfrm>
          <a:prstGeom prst="rect">
            <a:avLst/>
          </a:prstGeom>
          <a:solidFill>
            <a:schemeClr val="accent2">
              <a:alpha val="50000"/>
            </a:schemeClr>
          </a:solidFill>
          <a:ln w="9525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ja-JP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メイリオ"/>
              <a:ea typeface="メイリオ"/>
              <a:cs typeface="+mn-cs"/>
            </a:endParaRPr>
          </a:p>
        </p:txBody>
      </p:sp>
      <p:cxnSp>
        <p:nvCxnSpPr>
          <p:cNvPr id="131" name="直線コネクタ 130">
            <a:extLst>
              <a:ext uri="{FF2B5EF4-FFF2-40B4-BE49-F238E27FC236}">
                <a16:creationId xmlns:a16="http://schemas.microsoft.com/office/drawing/2014/main" id="{8796F1CD-0665-4E4C-7F33-DD8C98261ABF}"/>
              </a:ext>
            </a:extLst>
          </p:cNvPr>
          <p:cNvCxnSpPr>
            <a:cxnSpLocks/>
          </p:cNvCxnSpPr>
          <p:nvPr/>
        </p:nvCxnSpPr>
        <p:spPr>
          <a:xfrm flipH="1" flipV="1">
            <a:off x="5972846" y="2078862"/>
            <a:ext cx="49477" cy="3753456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コネクタ 18">
            <a:extLst>
              <a:ext uri="{FF2B5EF4-FFF2-40B4-BE49-F238E27FC236}">
                <a16:creationId xmlns:a16="http://schemas.microsoft.com/office/drawing/2014/main" id="{4AE55460-10B8-72D9-9A5B-1A9771F91577}"/>
              </a:ext>
            </a:extLst>
          </p:cNvPr>
          <p:cNvCxnSpPr>
            <a:cxnSpLocks/>
          </p:cNvCxnSpPr>
          <p:nvPr/>
        </p:nvCxnSpPr>
        <p:spPr>
          <a:xfrm>
            <a:off x="200478" y="3583452"/>
            <a:ext cx="7596000" cy="0"/>
          </a:xfrm>
          <a:prstGeom prst="line">
            <a:avLst/>
          </a:prstGeom>
          <a:ln w="28575">
            <a:solidFill>
              <a:schemeClr val="accent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線コネクタ 30">
            <a:extLst>
              <a:ext uri="{FF2B5EF4-FFF2-40B4-BE49-F238E27FC236}">
                <a16:creationId xmlns:a16="http://schemas.microsoft.com/office/drawing/2014/main" id="{E2A6F085-190E-7447-978D-9EAFE146F3B5}"/>
              </a:ext>
            </a:extLst>
          </p:cNvPr>
          <p:cNvCxnSpPr>
            <a:cxnSpLocks/>
          </p:cNvCxnSpPr>
          <p:nvPr/>
        </p:nvCxnSpPr>
        <p:spPr>
          <a:xfrm flipV="1">
            <a:off x="1788104" y="2141931"/>
            <a:ext cx="0" cy="3765316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線コネクタ 34">
            <a:extLst>
              <a:ext uri="{FF2B5EF4-FFF2-40B4-BE49-F238E27FC236}">
                <a16:creationId xmlns:a16="http://schemas.microsoft.com/office/drawing/2014/main" id="{8013CC28-0017-AE37-11F4-FBCE1919E244}"/>
              </a:ext>
            </a:extLst>
          </p:cNvPr>
          <p:cNvCxnSpPr>
            <a:cxnSpLocks/>
          </p:cNvCxnSpPr>
          <p:nvPr/>
        </p:nvCxnSpPr>
        <p:spPr>
          <a:xfrm flipH="1" flipV="1">
            <a:off x="4551086" y="2029027"/>
            <a:ext cx="4212" cy="3705533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線コネクタ 66">
            <a:extLst>
              <a:ext uri="{FF2B5EF4-FFF2-40B4-BE49-F238E27FC236}">
                <a16:creationId xmlns:a16="http://schemas.microsoft.com/office/drawing/2014/main" id="{0E025FFC-1A58-47DC-9690-897991CF4DB3}"/>
              </a:ext>
            </a:extLst>
          </p:cNvPr>
          <p:cNvCxnSpPr>
            <a:cxnSpLocks/>
          </p:cNvCxnSpPr>
          <p:nvPr/>
        </p:nvCxnSpPr>
        <p:spPr>
          <a:xfrm flipV="1">
            <a:off x="3177744" y="2125558"/>
            <a:ext cx="0" cy="3724525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直線コネクタ 126">
            <a:extLst>
              <a:ext uri="{FF2B5EF4-FFF2-40B4-BE49-F238E27FC236}">
                <a16:creationId xmlns:a16="http://schemas.microsoft.com/office/drawing/2014/main" id="{59194074-760C-2D28-12F6-0347E284A8AC}"/>
              </a:ext>
            </a:extLst>
          </p:cNvPr>
          <p:cNvCxnSpPr>
            <a:cxnSpLocks/>
          </p:cNvCxnSpPr>
          <p:nvPr/>
        </p:nvCxnSpPr>
        <p:spPr>
          <a:xfrm>
            <a:off x="292202" y="5028157"/>
            <a:ext cx="7596000" cy="0"/>
          </a:xfrm>
          <a:prstGeom prst="line">
            <a:avLst/>
          </a:prstGeom>
          <a:ln w="28575"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正方形/長方形 51">
            <a:extLst>
              <a:ext uri="{FF2B5EF4-FFF2-40B4-BE49-F238E27FC236}">
                <a16:creationId xmlns:a16="http://schemas.microsoft.com/office/drawing/2014/main" id="{84A3DCF4-8F74-FB9C-63A9-B624C8D84011}"/>
              </a:ext>
            </a:extLst>
          </p:cNvPr>
          <p:cNvSpPr/>
          <p:nvPr/>
        </p:nvSpPr>
        <p:spPr>
          <a:xfrm>
            <a:off x="1816271" y="3620000"/>
            <a:ext cx="1362479" cy="1365628"/>
          </a:xfrm>
          <a:prstGeom prst="rect">
            <a:avLst/>
          </a:prstGeom>
          <a:solidFill>
            <a:schemeClr val="accent4">
              <a:alpha val="50000"/>
            </a:schemeClr>
          </a:solidFill>
          <a:ln w="9525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ja-JP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メイリオ"/>
              <a:ea typeface="メイリオ"/>
              <a:cs typeface="+mn-cs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61E1DDE5-4362-4942-BC4E-5EE3450E753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64350" y="121785"/>
            <a:ext cx="7134225" cy="350837"/>
          </a:xfrm>
          <a:prstGeom prst="rect">
            <a:avLst/>
          </a:prstGeom>
        </p:spPr>
        <p:txBody>
          <a:bodyPr/>
          <a:lstStyle/>
          <a:p>
            <a:r>
              <a:rPr kumimoji="1" lang="ja-JP" altLang="en-US" sz="1800" b="1" dirty="0"/>
              <a:t>４－１．顧客ランクに応じた営業活動（</a:t>
            </a:r>
            <a:r>
              <a:rPr kumimoji="1" lang="ja-JP" altLang="en-US" sz="1800" b="1" dirty="0">
                <a:solidFill>
                  <a:srgbClr val="FF0000"/>
                </a:solidFill>
              </a:rPr>
              <a:t>案</a:t>
            </a:r>
            <a:r>
              <a:rPr kumimoji="1" lang="ja-JP" altLang="en-US" sz="1800" b="1" dirty="0"/>
              <a:t>）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5D89A3AB-90E8-45B9-8434-4030E89E0586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227196" y="631750"/>
            <a:ext cx="8636000" cy="1403157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</p:spPr>
        <p:txBody>
          <a:bodyPr anchor="ctr"/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ja-JP" altLang="en-US" sz="1400" b="1" dirty="0"/>
              <a:t>■発電所ライフサイクル</a:t>
            </a:r>
            <a:r>
              <a:rPr kumimoji="1" lang="ja-JP" altLang="en-US" sz="1400" b="1" dirty="0"/>
              <a:t>と累計営利率の２軸でセグメントを分類してはどうか</a:t>
            </a:r>
            <a:r>
              <a:rPr lang="ja-JP" altLang="en-US" sz="1400" b="1" dirty="0"/>
              <a:t>。</a:t>
            </a:r>
            <a:endParaRPr lang="en-US" altLang="ja-JP" sz="14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kumimoji="1" lang="ja-JP" altLang="en-US" sz="1400" dirty="0"/>
              <a:t>　（構築中の</a:t>
            </a:r>
            <a:r>
              <a:rPr lang="ja-JP" altLang="en-US" sz="1400" dirty="0"/>
              <a:t>受売利可視化ダッシュボードと紐づける）</a:t>
            </a:r>
            <a:endParaRPr kumimoji="1" lang="en-US" altLang="ja-JP" sz="14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kumimoji="1" lang="ja-JP" altLang="en-US" sz="1400" b="1" dirty="0"/>
              <a:t>■短期的に営利率の悪化を許容出来る期間（売上高に対して引合費の掛かる期間）は、①</a:t>
            </a:r>
            <a:r>
              <a:rPr kumimoji="1" lang="en-US" altLang="ja-JP" sz="1400" b="1" dirty="0"/>
              <a:t>AS</a:t>
            </a:r>
            <a:r>
              <a:rPr kumimoji="1" lang="ja-JP" altLang="en-US" sz="1400" b="1" dirty="0"/>
              <a:t>立上がり期、</a:t>
            </a:r>
            <a:endParaRPr kumimoji="1" lang="en-US" altLang="ja-JP" sz="1400" b="1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ja-JP" altLang="en-US" sz="1400" b="1" dirty="0"/>
              <a:t>　</a:t>
            </a:r>
            <a:r>
              <a:rPr kumimoji="1" lang="ja-JP" altLang="en-US" sz="1400" b="1" dirty="0"/>
              <a:t>③大型改造検討期に限られる</a:t>
            </a:r>
            <a:r>
              <a:rPr lang="ja-JP" altLang="en-US" sz="1400" b="1" dirty="0"/>
              <a:t>。</a:t>
            </a:r>
            <a:r>
              <a:rPr lang="en-US" altLang="ja-JP" sz="1400" b="1" dirty="0"/>
              <a:t>(</a:t>
            </a:r>
            <a:r>
              <a:rPr lang="ja-JP" altLang="en-US" sz="1400" b="1" dirty="0"/>
              <a:t>大型改造の基準金額、有無の見極めは重要</a:t>
            </a:r>
            <a:r>
              <a:rPr lang="en-US" altLang="ja-JP" sz="1400" b="1" dirty="0"/>
              <a:t>)</a:t>
            </a:r>
            <a:endParaRPr kumimoji="1" lang="en-US" altLang="ja-JP" sz="1400" b="1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ja-JP" altLang="en-US" sz="1400" b="1" dirty="0"/>
              <a:t>■よって②定検中心の期間における累計営利率の良否にてランク</a:t>
            </a:r>
            <a:r>
              <a:rPr lang="en-US" altLang="ja-JP" sz="1400" b="1" dirty="0"/>
              <a:t>A</a:t>
            </a:r>
            <a:r>
              <a:rPr lang="ja-JP" altLang="en-US" sz="1400" b="1" dirty="0"/>
              <a:t>～</a:t>
            </a:r>
            <a:r>
              <a:rPr lang="en-US" altLang="ja-JP" sz="1400" b="1" dirty="0"/>
              <a:t>C</a:t>
            </a:r>
            <a:r>
              <a:rPr lang="ja-JP" altLang="en-US" sz="1400" b="1" dirty="0"/>
              <a:t>を判断する</a:t>
            </a:r>
            <a:r>
              <a:rPr kumimoji="1" lang="ja-JP" altLang="en-US" sz="1400" b="1" dirty="0"/>
              <a:t>。</a:t>
            </a:r>
            <a:endParaRPr kumimoji="1" lang="en-US" altLang="ja-JP" sz="1400" b="1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kumimoji="1" lang="ja-JP" altLang="en-US" sz="1400" b="1" dirty="0"/>
              <a:t>■併せてランク</a:t>
            </a:r>
            <a:r>
              <a:rPr kumimoji="1" lang="en-US" altLang="ja-JP" sz="1400" b="1" dirty="0"/>
              <a:t>(A-1~A3,B-1~B2,C)</a:t>
            </a:r>
            <a:r>
              <a:rPr kumimoji="1" lang="ja-JP" altLang="en-US" sz="1400" b="1" dirty="0"/>
              <a:t>に応じた引合管理値を設定していく。</a:t>
            </a:r>
            <a:endParaRPr kumimoji="1" lang="en-US" altLang="ja-JP" sz="1400" b="1" dirty="0"/>
          </a:p>
        </p:txBody>
      </p:sp>
      <p:cxnSp>
        <p:nvCxnSpPr>
          <p:cNvPr id="6" name="直線矢印コネクタ 5">
            <a:extLst>
              <a:ext uri="{FF2B5EF4-FFF2-40B4-BE49-F238E27FC236}">
                <a16:creationId xmlns:a16="http://schemas.microsoft.com/office/drawing/2014/main" id="{11889294-418E-3253-69C4-A176DFFF92E2}"/>
              </a:ext>
            </a:extLst>
          </p:cNvPr>
          <p:cNvCxnSpPr>
            <a:cxnSpLocks/>
          </p:cNvCxnSpPr>
          <p:nvPr/>
        </p:nvCxnSpPr>
        <p:spPr>
          <a:xfrm flipV="1">
            <a:off x="436260" y="2064788"/>
            <a:ext cx="10902" cy="357470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矢印コネクタ 8">
            <a:extLst>
              <a:ext uri="{FF2B5EF4-FFF2-40B4-BE49-F238E27FC236}">
                <a16:creationId xmlns:a16="http://schemas.microsoft.com/office/drawing/2014/main" id="{B6212E85-45C9-2734-4A4A-1398E0C0D3A3}"/>
              </a:ext>
            </a:extLst>
          </p:cNvPr>
          <p:cNvCxnSpPr>
            <a:cxnSpLocks/>
          </p:cNvCxnSpPr>
          <p:nvPr/>
        </p:nvCxnSpPr>
        <p:spPr>
          <a:xfrm>
            <a:off x="292202" y="5639495"/>
            <a:ext cx="76680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486B4C31-DAFB-87E1-BF41-378F1E6ADCC1}"/>
              </a:ext>
            </a:extLst>
          </p:cNvPr>
          <p:cNvSpPr/>
          <p:nvPr/>
        </p:nvSpPr>
        <p:spPr>
          <a:xfrm>
            <a:off x="3054526" y="6172730"/>
            <a:ext cx="2567311" cy="311295"/>
          </a:xfrm>
          <a:prstGeom prst="rect">
            <a:avLst/>
          </a:prstGeom>
          <a:noFill/>
          <a:ln w="28575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CDD9DD"/>
                </a:highlight>
                <a:uLnTx/>
                <a:uFillTx/>
                <a:latin typeface="Arial" panose="020B0604020202020204" pitchFamily="34" charset="0"/>
                <a:ea typeface="メイリオ"/>
                <a:cs typeface="+mn-cs"/>
              </a:rPr>
              <a:t>発電所ライフサイクル</a:t>
            </a:r>
            <a:endParaRPr kumimoji="1" lang="ja-JP" altLang="ja-JP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highlight>
                <a:srgbClr val="CDD9DD"/>
              </a:highlight>
              <a:uLnTx/>
              <a:uFillTx/>
              <a:latin typeface="Arial" panose="020B0604020202020204" pitchFamily="34" charset="0"/>
              <a:ea typeface="メイリオ"/>
              <a:cs typeface="+mn-cs"/>
            </a:endParaRPr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892E47DC-7A9A-D321-02B3-48E390732C77}"/>
              </a:ext>
            </a:extLst>
          </p:cNvPr>
          <p:cNvSpPr txBox="1"/>
          <p:nvPr/>
        </p:nvSpPr>
        <p:spPr>
          <a:xfrm>
            <a:off x="7519335" y="3365797"/>
            <a:ext cx="119384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メイリオ"/>
                <a:cs typeface="+mn-cs"/>
              </a:rPr>
              <a:t>累計営利率</a:t>
            </a:r>
            <a:r>
              <a:rPr lang="en-US" altLang="ja-JP" sz="1100" b="1" dirty="0">
                <a:solidFill>
                  <a:srgbClr val="000000"/>
                </a:solidFill>
                <a:latin typeface="Arial"/>
                <a:ea typeface="メイリオ"/>
              </a:rPr>
              <a:t>10%</a:t>
            </a:r>
            <a:endParaRPr kumimoji="1" lang="ja-JP" altLang="en-US" sz="11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メイリオ"/>
              <a:cs typeface="+mn-cs"/>
            </a:endParaRPr>
          </a:p>
        </p:txBody>
      </p:sp>
      <p:sp>
        <p:nvSpPr>
          <p:cNvPr id="45" name="テキスト ボックス 44">
            <a:extLst>
              <a:ext uri="{FF2B5EF4-FFF2-40B4-BE49-F238E27FC236}">
                <a16:creationId xmlns:a16="http://schemas.microsoft.com/office/drawing/2014/main" id="{FCDE96D8-5B74-C5AD-0073-B75C62E6BFA2}"/>
              </a:ext>
            </a:extLst>
          </p:cNvPr>
          <p:cNvSpPr txBox="1"/>
          <p:nvPr/>
        </p:nvSpPr>
        <p:spPr>
          <a:xfrm>
            <a:off x="1503468" y="5826370"/>
            <a:ext cx="748923" cy="26161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メイリオ"/>
                <a:cs typeface="+mn-cs"/>
              </a:rPr>
              <a:t>初回定検</a:t>
            </a:r>
          </a:p>
        </p:txBody>
      </p:sp>
      <p:sp>
        <p:nvSpPr>
          <p:cNvPr id="47" name="テキスト ボックス 46">
            <a:extLst>
              <a:ext uri="{FF2B5EF4-FFF2-40B4-BE49-F238E27FC236}">
                <a16:creationId xmlns:a16="http://schemas.microsoft.com/office/drawing/2014/main" id="{1F625E42-E7D1-DACE-19A1-12B7B06CD59B}"/>
              </a:ext>
            </a:extLst>
          </p:cNvPr>
          <p:cNvSpPr txBox="1"/>
          <p:nvPr/>
        </p:nvSpPr>
        <p:spPr>
          <a:xfrm>
            <a:off x="2700334" y="5826370"/>
            <a:ext cx="843501" cy="26161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メイリオ"/>
                <a:cs typeface="+mn-cs"/>
              </a:rPr>
              <a:t>第</a:t>
            </a:r>
            <a:r>
              <a:rPr kumimoji="1" lang="en-US" altLang="ja-JP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メイリオ"/>
                <a:cs typeface="+mn-cs"/>
              </a:rPr>
              <a:t>X</a:t>
            </a:r>
            <a:r>
              <a:rPr kumimoji="1" lang="ja-JP" alt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メイリオ"/>
                <a:cs typeface="+mn-cs"/>
              </a:rPr>
              <a:t>回定検</a:t>
            </a:r>
            <a:endParaRPr kumimoji="1" lang="en-US" altLang="ja-JP" sz="11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メイリオ"/>
              <a:cs typeface="+mn-cs"/>
            </a:endParaRPr>
          </a:p>
        </p:txBody>
      </p:sp>
      <p:sp>
        <p:nvSpPr>
          <p:cNvPr id="48" name="テキスト ボックス 47">
            <a:extLst>
              <a:ext uri="{FF2B5EF4-FFF2-40B4-BE49-F238E27FC236}">
                <a16:creationId xmlns:a16="http://schemas.microsoft.com/office/drawing/2014/main" id="{E78E00F2-614F-CC2D-498F-7FF5CEF3885D}"/>
              </a:ext>
            </a:extLst>
          </p:cNvPr>
          <p:cNvSpPr txBox="1"/>
          <p:nvPr/>
        </p:nvSpPr>
        <p:spPr>
          <a:xfrm>
            <a:off x="3873556" y="5826370"/>
            <a:ext cx="1595309" cy="26161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メイリオ"/>
                <a:cs typeface="+mn-cs"/>
              </a:rPr>
              <a:t>大型リハビリ・</a:t>
            </a:r>
            <a:r>
              <a:rPr lang="ja-JP" altLang="en-US" sz="1100" b="1" dirty="0">
                <a:solidFill>
                  <a:srgbClr val="000000"/>
                </a:solidFill>
                <a:latin typeface="Arial"/>
                <a:ea typeface="メイリオ"/>
              </a:rPr>
              <a:t>燃転等</a:t>
            </a:r>
            <a:endParaRPr kumimoji="1" lang="en-US" altLang="ja-JP" sz="11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メイリオ"/>
              <a:cs typeface="+mn-cs"/>
            </a:endParaRPr>
          </a:p>
        </p:txBody>
      </p:sp>
      <p:sp>
        <p:nvSpPr>
          <p:cNvPr id="64" name="テキスト ボックス 63">
            <a:extLst>
              <a:ext uri="{FF2B5EF4-FFF2-40B4-BE49-F238E27FC236}">
                <a16:creationId xmlns:a16="http://schemas.microsoft.com/office/drawing/2014/main" id="{DEB3F0CD-A9FB-4188-B3C6-FD28607041BC}"/>
              </a:ext>
            </a:extLst>
          </p:cNvPr>
          <p:cNvSpPr txBox="1"/>
          <p:nvPr/>
        </p:nvSpPr>
        <p:spPr>
          <a:xfrm>
            <a:off x="222263" y="5826370"/>
            <a:ext cx="466794" cy="26161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メイリオ"/>
                <a:cs typeface="+mn-cs"/>
              </a:rPr>
              <a:t>新設</a:t>
            </a:r>
          </a:p>
        </p:txBody>
      </p:sp>
      <p:sp>
        <p:nvSpPr>
          <p:cNvPr id="36" name="正方形/長方形 35">
            <a:extLst>
              <a:ext uri="{FF2B5EF4-FFF2-40B4-BE49-F238E27FC236}">
                <a16:creationId xmlns:a16="http://schemas.microsoft.com/office/drawing/2014/main" id="{911AF72D-A299-40C9-9AAF-6585AA69538E}"/>
              </a:ext>
            </a:extLst>
          </p:cNvPr>
          <p:cNvSpPr/>
          <p:nvPr/>
        </p:nvSpPr>
        <p:spPr>
          <a:xfrm>
            <a:off x="17649" y="2213900"/>
            <a:ext cx="283228" cy="3150831"/>
          </a:xfrm>
          <a:prstGeom prst="rect">
            <a:avLst/>
          </a:prstGeom>
          <a:solidFill>
            <a:schemeClr val="bg1"/>
          </a:solidFill>
          <a:ln w="28575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CDD9DD"/>
                </a:highlight>
                <a:uLnTx/>
                <a:uFillTx/>
                <a:latin typeface="Arial" panose="020B0604020202020204" pitchFamily="34" charset="0"/>
                <a:ea typeface="メイリオ"/>
                <a:cs typeface="+mn-cs"/>
              </a:rPr>
              <a:t>発電所別 累計 </a:t>
            </a:r>
            <a:r>
              <a:rPr lang="ja-JP" altLang="en-US" sz="1400" b="1" dirty="0">
                <a:solidFill>
                  <a:srgbClr val="000000"/>
                </a:solidFill>
                <a:highlight>
                  <a:srgbClr val="CDD9DD"/>
                </a:highlight>
                <a:latin typeface="Arial" panose="020B0604020202020204" pitchFamily="34" charset="0"/>
                <a:ea typeface="メイリオ"/>
              </a:rPr>
              <a:t>営利率</a:t>
            </a:r>
            <a:endParaRPr kumimoji="1" lang="ja-JP" altLang="ja-JP" sz="1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highlight>
                <a:srgbClr val="CDD9DD"/>
              </a:highlight>
              <a:uLnTx/>
              <a:uFillTx/>
              <a:latin typeface="Arial" panose="020B0604020202020204" pitchFamily="34" charset="0"/>
              <a:ea typeface="メイリオ"/>
              <a:cs typeface="+mn-cs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C4FD8049-5FE9-53EA-2C1B-B664111439B8}"/>
              </a:ext>
            </a:extLst>
          </p:cNvPr>
          <p:cNvSpPr txBox="1"/>
          <p:nvPr/>
        </p:nvSpPr>
        <p:spPr>
          <a:xfrm>
            <a:off x="397968" y="2387934"/>
            <a:ext cx="123707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800">
              <a:defRPr/>
            </a:pPr>
            <a:r>
              <a:rPr kumimoji="1" lang="ja-JP" altLang="en-US" sz="1200" b="1" dirty="0">
                <a:latin typeface="+mn-ea"/>
              </a:rPr>
              <a:t>ランク</a:t>
            </a:r>
            <a:r>
              <a:rPr lang="en-US" altLang="ja-JP" sz="1200" b="1" dirty="0">
                <a:latin typeface="+mn-ea"/>
              </a:rPr>
              <a:t>A-1</a:t>
            </a:r>
          </a:p>
          <a:p>
            <a:pPr marL="0" marR="0" lvl="0" indent="0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US" altLang="ja-JP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kumimoji="1" lang="ja-JP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能動的拡販</a:t>
            </a:r>
            <a:r>
              <a:rPr kumimoji="1" lang="en-US" altLang="ja-JP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</a:p>
          <a:p>
            <a:pPr marL="0" marR="0" lvl="0" indent="0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ja-JP" altLang="en-US" sz="1200" dirty="0"/>
              <a:t>初回定検提案</a:t>
            </a:r>
            <a:endParaRPr kumimoji="1" lang="en-US" altLang="ja-JP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ja-JP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ライフサイクルプラン策定</a:t>
            </a:r>
            <a:endParaRPr kumimoji="1" lang="en-US" altLang="ja-JP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ja-JP" sz="1200" dirty="0" err="1"/>
              <a:t>Etc</a:t>
            </a:r>
            <a:r>
              <a:rPr lang="en-US" altLang="ja-JP" sz="1200" dirty="0"/>
              <a:t>…</a:t>
            </a:r>
            <a:endParaRPr kumimoji="1" lang="en-US" altLang="ja-JP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EFC2EC6F-1DAC-7F2B-3874-AD5EE2CF2CC7}"/>
              </a:ext>
            </a:extLst>
          </p:cNvPr>
          <p:cNvSpPr txBox="1"/>
          <p:nvPr/>
        </p:nvSpPr>
        <p:spPr>
          <a:xfrm>
            <a:off x="1777726" y="2447402"/>
            <a:ext cx="157684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200" b="1" dirty="0">
                <a:latin typeface="+mn-ea"/>
              </a:rPr>
              <a:t>ランク</a:t>
            </a:r>
            <a:r>
              <a:rPr lang="en-US" altLang="ja-JP" sz="1200" b="1" dirty="0">
                <a:latin typeface="+mn-ea"/>
              </a:rPr>
              <a:t>A-2</a:t>
            </a:r>
          </a:p>
          <a:p>
            <a:pPr marL="0" marR="0" lvl="0" indent="0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US" altLang="ja-JP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kumimoji="1" lang="ja-JP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能動的拡販</a:t>
            </a:r>
            <a:r>
              <a:rPr kumimoji="1" lang="en-US" altLang="ja-JP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</a:p>
          <a:p>
            <a:r>
              <a:rPr kumimoji="1" lang="ja-JP" altLang="en-US" sz="1200" dirty="0">
                <a:latin typeface="+mn-ea"/>
              </a:rPr>
              <a:t>予備品拡販</a:t>
            </a:r>
            <a:endParaRPr kumimoji="1" lang="en-US" altLang="ja-JP" sz="1200" dirty="0">
              <a:latin typeface="+mn-ea"/>
            </a:endParaRPr>
          </a:p>
          <a:p>
            <a:r>
              <a:rPr kumimoji="1" lang="ja-JP" altLang="en-US" sz="1200" dirty="0">
                <a:latin typeface="+mn-ea"/>
              </a:rPr>
              <a:t>消耗品パーツ拡販</a:t>
            </a:r>
            <a:endParaRPr kumimoji="1" lang="en-US" altLang="ja-JP" sz="1200" dirty="0">
              <a:latin typeface="+mn-ea"/>
            </a:endParaRPr>
          </a:p>
          <a:p>
            <a:r>
              <a:rPr kumimoji="1" lang="en-US" altLang="ja-JP" sz="1200" dirty="0">
                <a:latin typeface="+mn-ea"/>
              </a:rPr>
              <a:t>Etc...</a:t>
            </a:r>
            <a:endParaRPr kumimoji="1" lang="ja-JP" altLang="en-US" sz="1200" dirty="0">
              <a:latin typeface="+mn-ea"/>
            </a:endParaRPr>
          </a:p>
        </p:txBody>
      </p:sp>
      <p:sp>
        <p:nvSpPr>
          <p:cNvPr id="37" name="テキスト ボックス 36">
            <a:extLst>
              <a:ext uri="{FF2B5EF4-FFF2-40B4-BE49-F238E27FC236}">
                <a16:creationId xmlns:a16="http://schemas.microsoft.com/office/drawing/2014/main" id="{47BA95F1-E5FE-610B-405D-4C41D891A504}"/>
              </a:ext>
            </a:extLst>
          </p:cNvPr>
          <p:cNvSpPr txBox="1"/>
          <p:nvPr/>
        </p:nvSpPr>
        <p:spPr>
          <a:xfrm>
            <a:off x="3153313" y="2427516"/>
            <a:ext cx="157684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200" b="1" dirty="0">
                <a:latin typeface="+mn-ea"/>
              </a:rPr>
              <a:t>ランク</a:t>
            </a:r>
            <a:r>
              <a:rPr lang="en-US" altLang="ja-JP" sz="1200" b="1" dirty="0">
                <a:latin typeface="+mn-ea"/>
              </a:rPr>
              <a:t>A-3</a:t>
            </a:r>
          </a:p>
          <a:p>
            <a:pPr marL="0" marR="0" lvl="0" indent="0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US" altLang="ja-JP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kumimoji="1" lang="ja-JP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能動的拡販</a:t>
            </a:r>
            <a:r>
              <a:rPr kumimoji="1" lang="en-US" altLang="ja-JP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</a:p>
          <a:p>
            <a:r>
              <a:rPr lang="ja-JP" altLang="en-US" sz="1200" dirty="0">
                <a:latin typeface="+mn-ea"/>
              </a:rPr>
              <a:t>リハビリ提案</a:t>
            </a:r>
            <a:endParaRPr lang="en-US" altLang="ja-JP" sz="1200" dirty="0">
              <a:latin typeface="+mn-ea"/>
            </a:endParaRPr>
          </a:p>
          <a:p>
            <a:r>
              <a:rPr lang="ja-JP" altLang="en-US" sz="1200" dirty="0">
                <a:latin typeface="+mn-ea"/>
              </a:rPr>
              <a:t>燃転提案</a:t>
            </a:r>
            <a:endParaRPr lang="en-US" altLang="ja-JP" sz="1200" dirty="0">
              <a:latin typeface="+mn-ea"/>
            </a:endParaRPr>
          </a:p>
          <a:p>
            <a:r>
              <a:rPr kumimoji="1" lang="en-US" altLang="ja-JP" sz="1200" dirty="0">
                <a:latin typeface="+mn-ea"/>
              </a:rPr>
              <a:t>Etc...</a:t>
            </a:r>
            <a:endParaRPr kumimoji="1" lang="ja-JP" altLang="en-US" sz="1200" dirty="0">
              <a:latin typeface="+mn-ea"/>
            </a:endParaRPr>
          </a:p>
        </p:txBody>
      </p:sp>
      <p:sp>
        <p:nvSpPr>
          <p:cNvPr id="128" name="テキスト ボックス 127">
            <a:extLst>
              <a:ext uri="{FF2B5EF4-FFF2-40B4-BE49-F238E27FC236}">
                <a16:creationId xmlns:a16="http://schemas.microsoft.com/office/drawing/2014/main" id="{316A10A5-98FA-B9A1-DD21-1529B2B772F0}"/>
              </a:ext>
            </a:extLst>
          </p:cNvPr>
          <p:cNvSpPr txBox="1"/>
          <p:nvPr/>
        </p:nvSpPr>
        <p:spPr>
          <a:xfrm>
            <a:off x="7531669" y="4792891"/>
            <a:ext cx="123147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ja-JP" altLang="en-US" sz="1100" b="1" dirty="0">
                <a:solidFill>
                  <a:srgbClr val="000000"/>
                </a:solidFill>
                <a:latin typeface="Arial"/>
                <a:ea typeface="メイリオ"/>
              </a:rPr>
              <a:t>累計営利率</a:t>
            </a:r>
            <a:r>
              <a:rPr lang="en-US" altLang="ja-JP" sz="1100" b="1" dirty="0">
                <a:solidFill>
                  <a:srgbClr val="000000"/>
                </a:solidFill>
                <a:latin typeface="Arial"/>
                <a:ea typeface="メイリオ"/>
              </a:rPr>
              <a:t>0%</a:t>
            </a:r>
            <a:endParaRPr kumimoji="1" lang="ja-JP" altLang="en-US" sz="11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メイリオ"/>
              <a:cs typeface="+mn-cs"/>
            </a:endParaRPr>
          </a:p>
        </p:txBody>
      </p:sp>
      <p:sp>
        <p:nvSpPr>
          <p:cNvPr id="136" name="テキスト ボックス 135">
            <a:extLst>
              <a:ext uri="{FF2B5EF4-FFF2-40B4-BE49-F238E27FC236}">
                <a16:creationId xmlns:a16="http://schemas.microsoft.com/office/drawing/2014/main" id="{0ADC1965-650B-38BD-9F36-D6E1803DBEF5}"/>
              </a:ext>
            </a:extLst>
          </p:cNvPr>
          <p:cNvSpPr txBox="1"/>
          <p:nvPr/>
        </p:nvSpPr>
        <p:spPr>
          <a:xfrm>
            <a:off x="5621837" y="5826370"/>
            <a:ext cx="843501" cy="26161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メイリオ"/>
                <a:cs typeface="+mn-cs"/>
              </a:rPr>
              <a:t>第</a:t>
            </a:r>
            <a:r>
              <a:rPr kumimoji="1" lang="en-US" altLang="ja-JP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メイリオ"/>
                <a:cs typeface="+mn-cs"/>
              </a:rPr>
              <a:t>X</a:t>
            </a:r>
            <a:r>
              <a:rPr kumimoji="1" lang="ja-JP" alt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メイリオ"/>
                <a:cs typeface="+mn-cs"/>
              </a:rPr>
              <a:t>回定検</a:t>
            </a:r>
            <a:endParaRPr kumimoji="1" lang="en-US" altLang="ja-JP" sz="11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メイリオ"/>
              <a:cs typeface="+mn-cs"/>
            </a:endParaRPr>
          </a:p>
        </p:txBody>
      </p:sp>
      <p:sp>
        <p:nvSpPr>
          <p:cNvPr id="138" name="テキスト ボックス 137">
            <a:extLst>
              <a:ext uri="{FF2B5EF4-FFF2-40B4-BE49-F238E27FC236}">
                <a16:creationId xmlns:a16="http://schemas.microsoft.com/office/drawing/2014/main" id="{30E8B4A4-D85F-73A2-D4E5-AEE325B05A94}"/>
              </a:ext>
            </a:extLst>
          </p:cNvPr>
          <p:cNvSpPr txBox="1"/>
          <p:nvPr/>
        </p:nvSpPr>
        <p:spPr>
          <a:xfrm>
            <a:off x="1759223" y="3678839"/>
            <a:ext cx="154717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200" b="1" dirty="0">
                <a:latin typeface="+mn-ea"/>
              </a:rPr>
              <a:t>ランク</a:t>
            </a:r>
            <a:r>
              <a:rPr lang="en-US" altLang="ja-JP" sz="1200" b="1" dirty="0">
                <a:latin typeface="+mn-ea"/>
              </a:rPr>
              <a:t>B-1</a:t>
            </a:r>
          </a:p>
          <a:p>
            <a:pPr marL="0" marR="0" lvl="0" indent="0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ja-JP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受動的営業</a:t>
            </a:r>
            <a:r>
              <a:rPr lang="ja-JP" altLang="en-US" sz="1200" dirty="0"/>
              <a:t>活動</a:t>
            </a:r>
            <a:endParaRPr lang="en-US" altLang="ja-JP" sz="1200" dirty="0"/>
          </a:p>
          <a:p>
            <a:pPr marL="0" marR="0" lvl="0" indent="0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ja-JP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粗利率</a:t>
            </a:r>
            <a:r>
              <a:rPr kumimoji="1" lang="en-US" altLang="ja-JP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UP</a:t>
            </a:r>
            <a:r>
              <a:rPr kumimoji="1" lang="ja-JP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施策</a:t>
            </a:r>
            <a:endParaRPr kumimoji="1" lang="en-US" altLang="ja-JP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ja-JP" altLang="en-US" sz="1200" dirty="0"/>
              <a:t>販管費減施策</a:t>
            </a:r>
            <a:endParaRPr lang="en-US" altLang="ja-JP" sz="1200" dirty="0"/>
          </a:p>
          <a:p>
            <a:pPr marL="0" marR="0" lvl="0" indent="0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US" altLang="ja-JP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kumimoji="1" lang="ja-JP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提案簡素化、技術照会有償化等</a:t>
            </a:r>
            <a:r>
              <a:rPr kumimoji="1" lang="en-US" altLang="ja-JP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</a:p>
          <a:p>
            <a:pPr marL="0" marR="0" lvl="0" indent="0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1" lang="en-US" altLang="ja-JP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83" name="フリーフォーム: 図形 82">
            <a:extLst>
              <a:ext uri="{FF2B5EF4-FFF2-40B4-BE49-F238E27FC236}">
                <a16:creationId xmlns:a16="http://schemas.microsoft.com/office/drawing/2014/main" id="{722888F3-C732-CF9A-8058-92F85368A485}"/>
              </a:ext>
            </a:extLst>
          </p:cNvPr>
          <p:cNvSpPr/>
          <p:nvPr/>
        </p:nvSpPr>
        <p:spPr>
          <a:xfrm>
            <a:off x="477660" y="2374014"/>
            <a:ext cx="7022236" cy="2950295"/>
          </a:xfrm>
          <a:custGeom>
            <a:avLst/>
            <a:gdLst>
              <a:gd name="connsiteX0" fmla="*/ 0 w 7359588"/>
              <a:gd name="connsiteY0" fmla="*/ 2679871 h 3013372"/>
              <a:gd name="connsiteX1" fmla="*/ 443883 w 7359588"/>
              <a:gd name="connsiteY1" fmla="*/ 2999467 h 3013372"/>
              <a:gd name="connsiteX2" fmla="*/ 1136342 w 7359588"/>
              <a:gd name="connsiteY2" fmla="*/ 2271498 h 3013372"/>
              <a:gd name="connsiteX3" fmla="*/ 2716567 w 7359588"/>
              <a:gd name="connsiteY3" fmla="*/ 495964 h 3013372"/>
              <a:gd name="connsiteX4" fmla="*/ 3195961 w 7359588"/>
              <a:gd name="connsiteY4" fmla="*/ 2067312 h 3013372"/>
              <a:gd name="connsiteX5" fmla="*/ 4279037 w 7359588"/>
              <a:gd name="connsiteY5" fmla="*/ 16570 h 3013372"/>
              <a:gd name="connsiteX6" fmla="*/ 7359588 w 7359588"/>
              <a:gd name="connsiteY6" fmla="*/ 1268322 h 3013372"/>
              <a:gd name="connsiteX0" fmla="*/ 0 w 7359588"/>
              <a:gd name="connsiteY0" fmla="*/ 2679871 h 3013372"/>
              <a:gd name="connsiteX1" fmla="*/ 443883 w 7359588"/>
              <a:gd name="connsiteY1" fmla="*/ 2999467 h 3013372"/>
              <a:gd name="connsiteX2" fmla="*/ 1136342 w 7359588"/>
              <a:gd name="connsiteY2" fmla="*/ 2271498 h 3013372"/>
              <a:gd name="connsiteX3" fmla="*/ 2716567 w 7359588"/>
              <a:gd name="connsiteY3" fmla="*/ 549230 h 3013372"/>
              <a:gd name="connsiteX4" fmla="*/ 3195961 w 7359588"/>
              <a:gd name="connsiteY4" fmla="*/ 2067312 h 3013372"/>
              <a:gd name="connsiteX5" fmla="*/ 4279037 w 7359588"/>
              <a:gd name="connsiteY5" fmla="*/ 16570 h 3013372"/>
              <a:gd name="connsiteX6" fmla="*/ 7359588 w 7359588"/>
              <a:gd name="connsiteY6" fmla="*/ 1268322 h 3013372"/>
              <a:gd name="connsiteX0" fmla="*/ 0 w 7359588"/>
              <a:gd name="connsiteY0" fmla="*/ 2679871 h 3013372"/>
              <a:gd name="connsiteX1" fmla="*/ 443883 w 7359588"/>
              <a:gd name="connsiteY1" fmla="*/ 2999467 h 3013372"/>
              <a:gd name="connsiteX2" fmla="*/ 1136342 w 7359588"/>
              <a:gd name="connsiteY2" fmla="*/ 2271498 h 3013372"/>
              <a:gd name="connsiteX3" fmla="*/ 2725445 w 7359588"/>
              <a:gd name="connsiteY3" fmla="*/ 744539 h 3013372"/>
              <a:gd name="connsiteX4" fmla="*/ 3195961 w 7359588"/>
              <a:gd name="connsiteY4" fmla="*/ 2067312 h 3013372"/>
              <a:gd name="connsiteX5" fmla="*/ 4279037 w 7359588"/>
              <a:gd name="connsiteY5" fmla="*/ 16570 h 3013372"/>
              <a:gd name="connsiteX6" fmla="*/ 7359588 w 7359588"/>
              <a:gd name="connsiteY6" fmla="*/ 1268322 h 3013372"/>
              <a:gd name="connsiteX0" fmla="*/ 0 w 6915705"/>
              <a:gd name="connsiteY0" fmla="*/ 2999467 h 2999467"/>
              <a:gd name="connsiteX1" fmla="*/ 692459 w 6915705"/>
              <a:gd name="connsiteY1" fmla="*/ 2271498 h 2999467"/>
              <a:gd name="connsiteX2" fmla="*/ 2281562 w 6915705"/>
              <a:gd name="connsiteY2" fmla="*/ 744539 h 2999467"/>
              <a:gd name="connsiteX3" fmla="*/ 2752078 w 6915705"/>
              <a:gd name="connsiteY3" fmla="*/ 2067312 h 2999467"/>
              <a:gd name="connsiteX4" fmla="*/ 3835154 w 6915705"/>
              <a:gd name="connsiteY4" fmla="*/ 16570 h 2999467"/>
              <a:gd name="connsiteX5" fmla="*/ 6915705 w 6915705"/>
              <a:gd name="connsiteY5" fmla="*/ 1268322 h 2999467"/>
              <a:gd name="connsiteX0" fmla="*/ 0 w 6915705"/>
              <a:gd name="connsiteY0" fmla="*/ 2999467 h 2999467"/>
              <a:gd name="connsiteX1" fmla="*/ 727970 w 6915705"/>
              <a:gd name="connsiteY1" fmla="*/ 1055258 h 2999467"/>
              <a:gd name="connsiteX2" fmla="*/ 2281562 w 6915705"/>
              <a:gd name="connsiteY2" fmla="*/ 744539 h 2999467"/>
              <a:gd name="connsiteX3" fmla="*/ 2752078 w 6915705"/>
              <a:gd name="connsiteY3" fmla="*/ 2067312 h 2999467"/>
              <a:gd name="connsiteX4" fmla="*/ 3835154 w 6915705"/>
              <a:gd name="connsiteY4" fmla="*/ 16570 h 2999467"/>
              <a:gd name="connsiteX5" fmla="*/ 6915705 w 6915705"/>
              <a:gd name="connsiteY5" fmla="*/ 1268322 h 2999467"/>
              <a:gd name="connsiteX0" fmla="*/ 0 w 7306322"/>
              <a:gd name="connsiteY0" fmla="*/ 2697626 h 2697626"/>
              <a:gd name="connsiteX1" fmla="*/ 1118587 w 7306322"/>
              <a:gd name="connsiteY1" fmla="*/ 1055258 h 2697626"/>
              <a:gd name="connsiteX2" fmla="*/ 2672179 w 7306322"/>
              <a:gd name="connsiteY2" fmla="*/ 744539 h 2697626"/>
              <a:gd name="connsiteX3" fmla="*/ 3142695 w 7306322"/>
              <a:gd name="connsiteY3" fmla="*/ 2067312 h 2697626"/>
              <a:gd name="connsiteX4" fmla="*/ 4225771 w 7306322"/>
              <a:gd name="connsiteY4" fmla="*/ 16570 h 2697626"/>
              <a:gd name="connsiteX5" fmla="*/ 7306322 w 7306322"/>
              <a:gd name="connsiteY5" fmla="*/ 1268322 h 2697626"/>
              <a:gd name="connsiteX0" fmla="*/ 0 w 7306322"/>
              <a:gd name="connsiteY0" fmla="*/ 2697626 h 2697626"/>
              <a:gd name="connsiteX1" fmla="*/ 506027 w 7306322"/>
              <a:gd name="connsiteY1" fmla="*/ 1854249 h 2697626"/>
              <a:gd name="connsiteX2" fmla="*/ 1118587 w 7306322"/>
              <a:gd name="connsiteY2" fmla="*/ 1055258 h 2697626"/>
              <a:gd name="connsiteX3" fmla="*/ 2672179 w 7306322"/>
              <a:gd name="connsiteY3" fmla="*/ 744539 h 2697626"/>
              <a:gd name="connsiteX4" fmla="*/ 3142695 w 7306322"/>
              <a:gd name="connsiteY4" fmla="*/ 2067312 h 2697626"/>
              <a:gd name="connsiteX5" fmla="*/ 4225771 w 7306322"/>
              <a:gd name="connsiteY5" fmla="*/ 16570 h 2697626"/>
              <a:gd name="connsiteX6" fmla="*/ 7306322 w 7306322"/>
              <a:gd name="connsiteY6" fmla="*/ 1268322 h 2697626"/>
              <a:gd name="connsiteX0" fmla="*/ 0 w 7306322"/>
              <a:gd name="connsiteY0" fmla="*/ 2697626 h 3029540"/>
              <a:gd name="connsiteX1" fmla="*/ 506027 w 7306322"/>
              <a:gd name="connsiteY1" fmla="*/ 2963958 h 3029540"/>
              <a:gd name="connsiteX2" fmla="*/ 1118587 w 7306322"/>
              <a:gd name="connsiteY2" fmla="*/ 1055258 h 3029540"/>
              <a:gd name="connsiteX3" fmla="*/ 2672179 w 7306322"/>
              <a:gd name="connsiteY3" fmla="*/ 744539 h 3029540"/>
              <a:gd name="connsiteX4" fmla="*/ 3142695 w 7306322"/>
              <a:gd name="connsiteY4" fmla="*/ 2067312 h 3029540"/>
              <a:gd name="connsiteX5" fmla="*/ 4225771 w 7306322"/>
              <a:gd name="connsiteY5" fmla="*/ 16570 h 3029540"/>
              <a:gd name="connsiteX6" fmla="*/ 7306322 w 7306322"/>
              <a:gd name="connsiteY6" fmla="*/ 1268322 h 3029540"/>
              <a:gd name="connsiteX0" fmla="*/ 0 w 7306322"/>
              <a:gd name="connsiteY0" fmla="*/ 2697626 h 3029540"/>
              <a:gd name="connsiteX1" fmla="*/ 506027 w 7306322"/>
              <a:gd name="connsiteY1" fmla="*/ 2963958 h 3029540"/>
              <a:gd name="connsiteX2" fmla="*/ 1189609 w 7306322"/>
              <a:gd name="connsiteY2" fmla="*/ 975359 h 3029540"/>
              <a:gd name="connsiteX3" fmla="*/ 2672179 w 7306322"/>
              <a:gd name="connsiteY3" fmla="*/ 744539 h 3029540"/>
              <a:gd name="connsiteX4" fmla="*/ 3142695 w 7306322"/>
              <a:gd name="connsiteY4" fmla="*/ 2067312 h 3029540"/>
              <a:gd name="connsiteX5" fmla="*/ 4225771 w 7306322"/>
              <a:gd name="connsiteY5" fmla="*/ 16570 h 3029540"/>
              <a:gd name="connsiteX6" fmla="*/ 7306322 w 7306322"/>
              <a:gd name="connsiteY6" fmla="*/ 1268322 h 3029540"/>
              <a:gd name="connsiteX0" fmla="*/ 0 w 7306322"/>
              <a:gd name="connsiteY0" fmla="*/ 2697626 h 3029540"/>
              <a:gd name="connsiteX1" fmla="*/ 506027 w 7306322"/>
              <a:gd name="connsiteY1" fmla="*/ 2963958 h 3029540"/>
              <a:gd name="connsiteX2" fmla="*/ 1189609 w 7306322"/>
              <a:gd name="connsiteY2" fmla="*/ 975359 h 3029540"/>
              <a:gd name="connsiteX3" fmla="*/ 2672179 w 7306322"/>
              <a:gd name="connsiteY3" fmla="*/ 744539 h 3029540"/>
              <a:gd name="connsiteX4" fmla="*/ 3142695 w 7306322"/>
              <a:gd name="connsiteY4" fmla="*/ 2067312 h 3029540"/>
              <a:gd name="connsiteX5" fmla="*/ 4225771 w 7306322"/>
              <a:gd name="connsiteY5" fmla="*/ 16570 h 3029540"/>
              <a:gd name="connsiteX6" fmla="*/ 7306322 w 7306322"/>
              <a:gd name="connsiteY6" fmla="*/ 1268322 h 3029540"/>
              <a:gd name="connsiteX0" fmla="*/ 0 w 7306322"/>
              <a:gd name="connsiteY0" fmla="*/ 2697626 h 3029540"/>
              <a:gd name="connsiteX1" fmla="*/ 506027 w 7306322"/>
              <a:gd name="connsiteY1" fmla="*/ 2963958 h 3029540"/>
              <a:gd name="connsiteX2" fmla="*/ 1189609 w 7306322"/>
              <a:gd name="connsiteY2" fmla="*/ 975359 h 3029540"/>
              <a:gd name="connsiteX3" fmla="*/ 2672179 w 7306322"/>
              <a:gd name="connsiteY3" fmla="*/ 744539 h 3029540"/>
              <a:gd name="connsiteX4" fmla="*/ 3142695 w 7306322"/>
              <a:gd name="connsiteY4" fmla="*/ 2067312 h 3029540"/>
              <a:gd name="connsiteX5" fmla="*/ 4225771 w 7306322"/>
              <a:gd name="connsiteY5" fmla="*/ 16570 h 3029540"/>
              <a:gd name="connsiteX6" fmla="*/ 7306322 w 7306322"/>
              <a:gd name="connsiteY6" fmla="*/ 1268322 h 3029540"/>
              <a:gd name="connsiteX0" fmla="*/ 0 w 7306322"/>
              <a:gd name="connsiteY0" fmla="*/ 2697626 h 3029540"/>
              <a:gd name="connsiteX1" fmla="*/ 506027 w 7306322"/>
              <a:gd name="connsiteY1" fmla="*/ 2963958 h 3029540"/>
              <a:gd name="connsiteX2" fmla="*/ 1189609 w 7306322"/>
              <a:gd name="connsiteY2" fmla="*/ 975359 h 3029540"/>
              <a:gd name="connsiteX3" fmla="*/ 2672179 w 7306322"/>
              <a:gd name="connsiteY3" fmla="*/ 744539 h 3029540"/>
              <a:gd name="connsiteX4" fmla="*/ 3142695 w 7306322"/>
              <a:gd name="connsiteY4" fmla="*/ 2067312 h 3029540"/>
              <a:gd name="connsiteX5" fmla="*/ 4225771 w 7306322"/>
              <a:gd name="connsiteY5" fmla="*/ 16570 h 3029540"/>
              <a:gd name="connsiteX6" fmla="*/ 7306322 w 7306322"/>
              <a:gd name="connsiteY6" fmla="*/ 1268322 h 3029540"/>
              <a:gd name="connsiteX0" fmla="*/ 0 w 7306322"/>
              <a:gd name="connsiteY0" fmla="*/ 2697626 h 3064430"/>
              <a:gd name="connsiteX1" fmla="*/ 506027 w 7306322"/>
              <a:gd name="connsiteY1" fmla="*/ 2963958 h 3064430"/>
              <a:gd name="connsiteX2" fmla="*/ 1189609 w 7306322"/>
              <a:gd name="connsiteY2" fmla="*/ 975359 h 3064430"/>
              <a:gd name="connsiteX3" fmla="*/ 2672179 w 7306322"/>
              <a:gd name="connsiteY3" fmla="*/ 744539 h 3064430"/>
              <a:gd name="connsiteX4" fmla="*/ 3142695 w 7306322"/>
              <a:gd name="connsiteY4" fmla="*/ 2067312 h 3064430"/>
              <a:gd name="connsiteX5" fmla="*/ 4225771 w 7306322"/>
              <a:gd name="connsiteY5" fmla="*/ 16570 h 3064430"/>
              <a:gd name="connsiteX6" fmla="*/ 7306322 w 7306322"/>
              <a:gd name="connsiteY6" fmla="*/ 1268322 h 3064430"/>
              <a:gd name="connsiteX0" fmla="*/ 0 w 7306322"/>
              <a:gd name="connsiteY0" fmla="*/ 2697626 h 3064430"/>
              <a:gd name="connsiteX1" fmla="*/ 506027 w 7306322"/>
              <a:gd name="connsiteY1" fmla="*/ 2963958 h 3064430"/>
              <a:gd name="connsiteX2" fmla="*/ 1189609 w 7306322"/>
              <a:gd name="connsiteY2" fmla="*/ 975359 h 3064430"/>
              <a:gd name="connsiteX3" fmla="*/ 2689935 w 7306322"/>
              <a:gd name="connsiteY3" fmla="*/ 629130 h 3064430"/>
              <a:gd name="connsiteX4" fmla="*/ 3142695 w 7306322"/>
              <a:gd name="connsiteY4" fmla="*/ 2067312 h 3064430"/>
              <a:gd name="connsiteX5" fmla="*/ 4225771 w 7306322"/>
              <a:gd name="connsiteY5" fmla="*/ 16570 h 3064430"/>
              <a:gd name="connsiteX6" fmla="*/ 7306322 w 7306322"/>
              <a:gd name="connsiteY6" fmla="*/ 1268322 h 3064430"/>
              <a:gd name="connsiteX0" fmla="*/ 0 w 7306322"/>
              <a:gd name="connsiteY0" fmla="*/ 2697626 h 3064430"/>
              <a:gd name="connsiteX1" fmla="*/ 506027 w 7306322"/>
              <a:gd name="connsiteY1" fmla="*/ 2963958 h 3064430"/>
              <a:gd name="connsiteX2" fmla="*/ 1189609 w 7306322"/>
              <a:gd name="connsiteY2" fmla="*/ 975359 h 3064430"/>
              <a:gd name="connsiteX3" fmla="*/ 2689935 w 7306322"/>
              <a:gd name="connsiteY3" fmla="*/ 629130 h 3064430"/>
              <a:gd name="connsiteX4" fmla="*/ 3142695 w 7306322"/>
              <a:gd name="connsiteY4" fmla="*/ 2067312 h 3064430"/>
              <a:gd name="connsiteX5" fmla="*/ 4225771 w 7306322"/>
              <a:gd name="connsiteY5" fmla="*/ 16570 h 3064430"/>
              <a:gd name="connsiteX6" fmla="*/ 7306322 w 7306322"/>
              <a:gd name="connsiteY6" fmla="*/ 1268322 h 3064430"/>
              <a:gd name="connsiteX0" fmla="*/ 0 w 7306322"/>
              <a:gd name="connsiteY0" fmla="*/ 2697626 h 3064430"/>
              <a:gd name="connsiteX1" fmla="*/ 506027 w 7306322"/>
              <a:gd name="connsiteY1" fmla="*/ 2963958 h 3064430"/>
              <a:gd name="connsiteX2" fmla="*/ 1189609 w 7306322"/>
              <a:gd name="connsiteY2" fmla="*/ 975359 h 3064430"/>
              <a:gd name="connsiteX3" fmla="*/ 2689935 w 7306322"/>
              <a:gd name="connsiteY3" fmla="*/ 629130 h 3064430"/>
              <a:gd name="connsiteX4" fmla="*/ 3142695 w 7306322"/>
              <a:gd name="connsiteY4" fmla="*/ 2067312 h 3064430"/>
              <a:gd name="connsiteX5" fmla="*/ 4225771 w 7306322"/>
              <a:gd name="connsiteY5" fmla="*/ 16570 h 3064430"/>
              <a:gd name="connsiteX6" fmla="*/ 7306322 w 7306322"/>
              <a:gd name="connsiteY6" fmla="*/ 1268322 h 3064430"/>
              <a:gd name="connsiteX0" fmla="*/ 0 w 7306322"/>
              <a:gd name="connsiteY0" fmla="*/ 2697626 h 3064430"/>
              <a:gd name="connsiteX1" fmla="*/ 506027 w 7306322"/>
              <a:gd name="connsiteY1" fmla="*/ 2963958 h 3064430"/>
              <a:gd name="connsiteX2" fmla="*/ 1189609 w 7306322"/>
              <a:gd name="connsiteY2" fmla="*/ 975359 h 3064430"/>
              <a:gd name="connsiteX3" fmla="*/ 2689935 w 7306322"/>
              <a:gd name="connsiteY3" fmla="*/ 629130 h 3064430"/>
              <a:gd name="connsiteX4" fmla="*/ 3204839 w 7306322"/>
              <a:gd name="connsiteY4" fmla="*/ 1650062 h 3064430"/>
              <a:gd name="connsiteX5" fmla="*/ 4225771 w 7306322"/>
              <a:gd name="connsiteY5" fmla="*/ 16570 h 3064430"/>
              <a:gd name="connsiteX6" fmla="*/ 7306322 w 7306322"/>
              <a:gd name="connsiteY6" fmla="*/ 1268322 h 3064430"/>
              <a:gd name="connsiteX0" fmla="*/ 0 w 7306322"/>
              <a:gd name="connsiteY0" fmla="*/ 2697626 h 2993152"/>
              <a:gd name="connsiteX1" fmla="*/ 674703 w 7306322"/>
              <a:gd name="connsiteY1" fmla="*/ 2875182 h 2993152"/>
              <a:gd name="connsiteX2" fmla="*/ 1189609 w 7306322"/>
              <a:gd name="connsiteY2" fmla="*/ 975359 h 2993152"/>
              <a:gd name="connsiteX3" fmla="*/ 2689935 w 7306322"/>
              <a:gd name="connsiteY3" fmla="*/ 629130 h 2993152"/>
              <a:gd name="connsiteX4" fmla="*/ 3204839 w 7306322"/>
              <a:gd name="connsiteY4" fmla="*/ 1650062 h 2993152"/>
              <a:gd name="connsiteX5" fmla="*/ 4225771 w 7306322"/>
              <a:gd name="connsiteY5" fmla="*/ 16570 h 2993152"/>
              <a:gd name="connsiteX6" fmla="*/ 7306322 w 7306322"/>
              <a:gd name="connsiteY6" fmla="*/ 1268322 h 2993152"/>
              <a:gd name="connsiteX0" fmla="*/ 0 w 7306322"/>
              <a:gd name="connsiteY0" fmla="*/ 2697626 h 2993152"/>
              <a:gd name="connsiteX1" fmla="*/ 674703 w 7306322"/>
              <a:gd name="connsiteY1" fmla="*/ 2875182 h 2993152"/>
              <a:gd name="connsiteX2" fmla="*/ 1189609 w 7306322"/>
              <a:gd name="connsiteY2" fmla="*/ 913215 h 2993152"/>
              <a:gd name="connsiteX3" fmla="*/ 2689935 w 7306322"/>
              <a:gd name="connsiteY3" fmla="*/ 629130 h 2993152"/>
              <a:gd name="connsiteX4" fmla="*/ 3204839 w 7306322"/>
              <a:gd name="connsiteY4" fmla="*/ 1650062 h 2993152"/>
              <a:gd name="connsiteX5" fmla="*/ 4225771 w 7306322"/>
              <a:gd name="connsiteY5" fmla="*/ 16570 h 2993152"/>
              <a:gd name="connsiteX6" fmla="*/ 7306322 w 7306322"/>
              <a:gd name="connsiteY6" fmla="*/ 1268322 h 2993152"/>
              <a:gd name="connsiteX0" fmla="*/ 0 w 7306322"/>
              <a:gd name="connsiteY0" fmla="*/ 2697626 h 2993152"/>
              <a:gd name="connsiteX1" fmla="*/ 674703 w 7306322"/>
              <a:gd name="connsiteY1" fmla="*/ 2875182 h 2993152"/>
              <a:gd name="connsiteX2" fmla="*/ 1189609 w 7306322"/>
              <a:gd name="connsiteY2" fmla="*/ 913215 h 2993152"/>
              <a:gd name="connsiteX3" fmla="*/ 2689935 w 7306322"/>
              <a:gd name="connsiteY3" fmla="*/ 629130 h 2993152"/>
              <a:gd name="connsiteX4" fmla="*/ 3204839 w 7306322"/>
              <a:gd name="connsiteY4" fmla="*/ 1650062 h 2993152"/>
              <a:gd name="connsiteX5" fmla="*/ 4225771 w 7306322"/>
              <a:gd name="connsiteY5" fmla="*/ 16570 h 2993152"/>
              <a:gd name="connsiteX6" fmla="*/ 7306322 w 7306322"/>
              <a:gd name="connsiteY6" fmla="*/ 1268322 h 2993152"/>
              <a:gd name="connsiteX0" fmla="*/ 0 w 7306322"/>
              <a:gd name="connsiteY0" fmla="*/ 2697626 h 2993152"/>
              <a:gd name="connsiteX1" fmla="*/ 674703 w 7306322"/>
              <a:gd name="connsiteY1" fmla="*/ 2875182 h 2993152"/>
              <a:gd name="connsiteX2" fmla="*/ 1189609 w 7306322"/>
              <a:gd name="connsiteY2" fmla="*/ 913215 h 2993152"/>
              <a:gd name="connsiteX3" fmla="*/ 1926454 w 7306322"/>
              <a:gd name="connsiteY3" fmla="*/ 602497 h 2993152"/>
              <a:gd name="connsiteX4" fmla="*/ 2689935 w 7306322"/>
              <a:gd name="connsiteY4" fmla="*/ 629130 h 2993152"/>
              <a:gd name="connsiteX5" fmla="*/ 3204839 w 7306322"/>
              <a:gd name="connsiteY5" fmla="*/ 1650062 h 2993152"/>
              <a:gd name="connsiteX6" fmla="*/ 4225771 w 7306322"/>
              <a:gd name="connsiteY6" fmla="*/ 16570 h 2993152"/>
              <a:gd name="connsiteX7" fmla="*/ 7306322 w 7306322"/>
              <a:gd name="connsiteY7" fmla="*/ 1268322 h 2993152"/>
              <a:gd name="connsiteX0" fmla="*/ 0 w 7306322"/>
              <a:gd name="connsiteY0" fmla="*/ 2697626 h 2993152"/>
              <a:gd name="connsiteX1" fmla="*/ 674703 w 7306322"/>
              <a:gd name="connsiteY1" fmla="*/ 2875182 h 2993152"/>
              <a:gd name="connsiteX2" fmla="*/ 1189609 w 7306322"/>
              <a:gd name="connsiteY2" fmla="*/ 913215 h 2993152"/>
              <a:gd name="connsiteX3" fmla="*/ 1944209 w 7306322"/>
              <a:gd name="connsiteY3" fmla="*/ 487088 h 2993152"/>
              <a:gd name="connsiteX4" fmla="*/ 2689935 w 7306322"/>
              <a:gd name="connsiteY4" fmla="*/ 629130 h 2993152"/>
              <a:gd name="connsiteX5" fmla="*/ 3204839 w 7306322"/>
              <a:gd name="connsiteY5" fmla="*/ 1650062 h 2993152"/>
              <a:gd name="connsiteX6" fmla="*/ 4225771 w 7306322"/>
              <a:gd name="connsiteY6" fmla="*/ 16570 h 2993152"/>
              <a:gd name="connsiteX7" fmla="*/ 7306322 w 7306322"/>
              <a:gd name="connsiteY7" fmla="*/ 1268322 h 2993152"/>
              <a:gd name="connsiteX0" fmla="*/ 0 w 7306322"/>
              <a:gd name="connsiteY0" fmla="*/ 2697626 h 2993152"/>
              <a:gd name="connsiteX1" fmla="*/ 674703 w 7306322"/>
              <a:gd name="connsiteY1" fmla="*/ 2875182 h 2993152"/>
              <a:gd name="connsiteX2" fmla="*/ 1189609 w 7306322"/>
              <a:gd name="connsiteY2" fmla="*/ 913215 h 2993152"/>
              <a:gd name="connsiteX3" fmla="*/ 1944209 w 7306322"/>
              <a:gd name="connsiteY3" fmla="*/ 487088 h 2993152"/>
              <a:gd name="connsiteX4" fmla="*/ 2689935 w 7306322"/>
              <a:gd name="connsiteY4" fmla="*/ 629130 h 2993152"/>
              <a:gd name="connsiteX5" fmla="*/ 3204839 w 7306322"/>
              <a:gd name="connsiteY5" fmla="*/ 1650062 h 2993152"/>
              <a:gd name="connsiteX6" fmla="*/ 4225771 w 7306322"/>
              <a:gd name="connsiteY6" fmla="*/ 16570 h 2993152"/>
              <a:gd name="connsiteX7" fmla="*/ 7306322 w 7306322"/>
              <a:gd name="connsiteY7" fmla="*/ 1268322 h 2993152"/>
              <a:gd name="connsiteX0" fmla="*/ 0 w 7306322"/>
              <a:gd name="connsiteY0" fmla="*/ 2697626 h 2993152"/>
              <a:gd name="connsiteX1" fmla="*/ 674703 w 7306322"/>
              <a:gd name="connsiteY1" fmla="*/ 2875182 h 2993152"/>
              <a:gd name="connsiteX2" fmla="*/ 1189609 w 7306322"/>
              <a:gd name="connsiteY2" fmla="*/ 913215 h 2993152"/>
              <a:gd name="connsiteX3" fmla="*/ 1944209 w 7306322"/>
              <a:gd name="connsiteY3" fmla="*/ 487088 h 2993152"/>
              <a:gd name="connsiteX4" fmla="*/ 2689935 w 7306322"/>
              <a:gd name="connsiteY4" fmla="*/ 629130 h 2993152"/>
              <a:gd name="connsiteX5" fmla="*/ 3204839 w 7306322"/>
              <a:gd name="connsiteY5" fmla="*/ 1650062 h 2993152"/>
              <a:gd name="connsiteX6" fmla="*/ 4225771 w 7306322"/>
              <a:gd name="connsiteY6" fmla="*/ 16570 h 2993152"/>
              <a:gd name="connsiteX7" fmla="*/ 7306322 w 7306322"/>
              <a:gd name="connsiteY7" fmla="*/ 1268322 h 2993152"/>
              <a:gd name="connsiteX0" fmla="*/ 0 w 7306322"/>
              <a:gd name="connsiteY0" fmla="*/ 2697626 h 2993152"/>
              <a:gd name="connsiteX1" fmla="*/ 674703 w 7306322"/>
              <a:gd name="connsiteY1" fmla="*/ 2875182 h 2993152"/>
              <a:gd name="connsiteX2" fmla="*/ 1189609 w 7306322"/>
              <a:gd name="connsiteY2" fmla="*/ 913215 h 2993152"/>
              <a:gd name="connsiteX3" fmla="*/ 1944209 w 7306322"/>
              <a:gd name="connsiteY3" fmla="*/ 433822 h 2993152"/>
              <a:gd name="connsiteX4" fmla="*/ 2689935 w 7306322"/>
              <a:gd name="connsiteY4" fmla="*/ 629130 h 2993152"/>
              <a:gd name="connsiteX5" fmla="*/ 3204839 w 7306322"/>
              <a:gd name="connsiteY5" fmla="*/ 1650062 h 2993152"/>
              <a:gd name="connsiteX6" fmla="*/ 4225771 w 7306322"/>
              <a:gd name="connsiteY6" fmla="*/ 16570 h 2993152"/>
              <a:gd name="connsiteX7" fmla="*/ 7306322 w 7306322"/>
              <a:gd name="connsiteY7" fmla="*/ 1268322 h 2993152"/>
              <a:gd name="connsiteX0" fmla="*/ 0 w 7306322"/>
              <a:gd name="connsiteY0" fmla="*/ 2697626 h 2993152"/>
              <a:gd name="connsiteX1" fmla="*/ 674703 w 7306322"/>
              <a:gd name="connsiteY1" fmla="*/ 2875182 h 2993152"/>
              <a:gd name="connsiteX2" fmla="*/ 1189609 w 7306322"/>
              <a:gd name="connsiteY2" fmla="*/ 913215 h 2993152"/>
              <a:gd name="connsiteX3" fmla="*/ 2689935 w 7306322"/>
              <a:gd name="connsiteY3" fmla="*/ 629130 h 2993152"/>
              <a:gd name="connsiteX4" fmla="*/ 3204839 w 7306322"/>
              <a:gd name="connsiteY4" fmla="*/ 1650062 h 2993152"/>
              <a:gd name="connsiteX5" fmla="*/ 4225771 w 7306322"/>
              <a:gd name="connsiteY5" fmla="*/ 16570 h 2993152"/>
              <a:gd name="connsiteX6" fmla="*/ 7306322 w 7306322"/>
              <a:gd name="connsiteY6" fmla="*/ 1268322 h 2993152"/>
              <a:gd name="connsiteX0" fmla="*/ 0 w 7306322"/>
              <a:gd name="connsiteY0" fmla="*/ 2697626 h 2993152"/>
              <a:gd name="connsiteX1" fmla="*/ 674703 w 7306322"/>
              <a:gd name="connsiteY1" fmla="*/ 2875182 h 2993152"/>
              <a:gd name="connsiteX2" fmla="*/ 1189609 w 7306322"/>
              <a:gd name="connsiteY2" fmla="*/ 913215 h 2993152"/>
              <a:gd name="connsiteX3" fmla="*/ 2689935 w 7306322"/>
              <a:gd name="connsiteY3" fmla="*/ 629130 h 2993152"/>
              <a:gd name="connsiteX4" fmla="*/ 3329127 w 7306322"/>
              <a:gd name="connsiteY4" fmla="*/ 1614551 h 2993152"/>
              <a:gd name="connsiteX5" fmla="*/ 4225771 w 7306322"/>
              <a:gd name="connsiteY5" fmla="*/ 16570 h 2993152"/>
              <a:gd name="connsiteX6" fmla="*/ 7306322 w 7306322"/>
              <a:gd name="connsiteY6" fmla="*/ 1268322 h 2993152"/>
              <a:gd name="connsiteX0" fmla="*/ 0 w 7306322"/>
              <a:gd name="connsiteY0" fmla="*/ 2697626 h 2993152"/>
              <a:gd name="connsiteX1" fmla="*/ 674703 w 7306322"/>
              <a:gd name="connsiteY1" fmla="*/ 2875182 h 2993152"/>
              <a:gd name="connsiteX2" fmla="*/ 1189609 w 7306322"/>
              <a:gd name="connsiteY2" fmla="*/ 913215 h 2993152"/>
              <a:gd name="connsiteX3" fmla="*/ 2689935 w 7306322"/>
              <a:gd name="connsiteY3" fmla="*/ 629130 h 2993152"/>
              <a:gd name="connsiteX4" fmla="*/ 3338005 w 7306322"/>
              <a:gd name="connsiteY4" fmla="*/ 1614551 h 2993152"/>
              <a:gd name="connsiteX5" fmla="*/ 4225771 w 7306322"/>
              <a:gd name="connsiteY5" fmla="*/ 16570 h 2993152"/>
              <a:gd name="connsiteX6" fmla="*/ 7306322 w 7306322"/>
              <a:gd name="connsiteY6" fmla="*/ 1268322 h 2993152"/>
              <a:gd name="connsiteX0" fmla="*/ 0 w 7306322"/>
              <a:gd name="connsiteY0" fmla="*/ 2697626 h 2993152"/>
              <a:gd name="connsiteX1" fmla="*/ 674703 w 7306322"/>
              <a:gd name="connsiteY1" fmla="*/ 2875182 h 2993152"/>
              <a:gd name="connsiteX2" fmla="*/ 1162976 w 7306322"/>
              <a:gd name="connsiteY2" fmla="*/ 1081890 h 2993152"/>
              <a:gd name="connsiteX3" fmla="*/ 2689935 w 7306322"/>
              <a:gd name="connsiteY3" fmla="*/ 629130 h 2993152"/>
              <a:gd name="connsiteX4" fmla="*/ 3338005 w 7306322"/>
              <a:gd name="connsiteY4" fmla="*/ 1614551 h 2993152"/>
              <a:gd name="connsiteX5" fmla="*/ 4225771 w 7306322"/>
              <a:gd name="connsiteY5" fmla="*/ 16570 h 2993152"/>
              <a:gd name="connsiteX6" fmla="*/ 7306322 w 7306322"/>
              <a:gd name="connsiteY6" fmla="*/ 1268322 h 2993152"/>
              <a:gd name="connsiteX0" fmla="*/ 0 w 7306322"/>
              <a:gd name="connsiteY0" fmla="*/ 2697626 h 2993152"/>
              <a:gd name="connsiteX1" fmla="*/ 674703 w 7306322"/>
              <a:gd name="connsiteY1" fmla="*/ 2875182 h 2993152"/>
              <a:gd name="connsiteX2" fmla="*/ 1162976 w 7306322"/>
              <a:gd name="connsiteY2" fmla="*/ 1081890 h 2993152"/>
              <a:gd name="connsiteX3" fmla="*/ 2698813 w 7306322"/>
              <a:gd name="connsiteY3" fmla="*/ 682396 h 2993152"/>
              <a:gd name="connsiteX4" fmla="*/ 3338005 w 7306322"/>
              <a:gd name="connsiteY4" fmla="*/ 1614551 h 2993152"/>
              <a:gd name="connsiteX5" fmla="*/ 4225771 w 7306322"/>
              <a:gd name="connsiteY5" fmla="*/ 16570 h 2993152"/>
              <a:gd name="connsiteX6" fmla="*/ 7306322 w 7306322"/>
              <a:gd name="connsiteY6" fmla="*/ 1268322 h 2993152"/>
              <a:gd name="connsiteX0" fmla="*/ 0 w 7306322"/>
              <a:gd name="connsiteY0" fmla="*/ 2550383 h 2845909"/>
              <a:gd name="connsiteX1" fmla="*/ 674703 w 7306322"/>
              <a:gd name="connsiteY1" fmla="*/ 2727939 h 2845909"/>
              <a:gd name="connsiteX2" fmla="*/ 1162976 w 7306322"/>
              <a:gd name="connsiteY2" fmla="*/ 934647 h 2845909"/>
              <a:gd name="connsiteX3" fmla="*/ 2698813 w 7306322"/>
              <a:gd name="connsiteY3" fmla="*/ 535153 h 2845909"/>
              <a:gd name="connsiteX4" fmla="*/ 3338005 w 7306322"/>
              <a:gd name="connsiteY4" fmla="*/ 1467308 h 2845909"/>
              <a:gd name="connsiteX5" fmla="*/ 4225771 w 7306322"/>
              <a:gd name="connsiteY5" fmla="*/ 20247 h 2845909"/>
              <a:gd name="connsiteX6" fmla="*/ 7306322 w 7306322"/>
              <a:gd name="connsiteY6" fmla="*/ 1121079 h 2845909"/>
              <a:gd name="connsiteX0" fmla="*/ 0 w 7306322"/>
              <a:gd name="connsiteY0" fmla="*/ 2524567 h 2820093"/>
              <a:gd name="connsiteX1" fmla="*/ 674703 w 7306322"/>
              <a:gd name="connsiteY1" fmla="*/ 2702123 h 2820093"/>
              <a:gd name="connsiteX2" fmla="*/ 1162976 w 7306322"/>
              <a:gd name="connsiteY2" fmla="*/ 908831 h 2820093"/>
              <a:gd name="connsiteX3" fmla="*/ 2698813 w 7306322"/>
              <a:gd name="connsiteY3" fmla="*/ 509337 h 2820093"/>
              <a:gd name="connsiteX4" fmla="*/ 3338005 w 7306322"/>
              <a:gd name="connsiteY4" fmla="*/ 1441492 h 2820093"/>
              <a:gd name="connsiteX5" fmla="*/ 4208016 w 7306322"/>
              <a:gd name="connsiteY5" fmla="*/ 21064 h 2820093"/>
              <a:gd name="connsiteX6" fmla="*/ 7306322 w 7306322"/>
              <a:gd name="connsiteY6" fmla="*/ 1095263 h 2820093"/>
              <a:gd name="connsiteX0" fmla="*/ 0 w 7324078"/>
              <a:gd name="connsiteY0" fmla="*/ 2578555 h 2874081"/>
              <a:gd name="connsiteX1" fmla="*/ 674703 w 7324078"/>
              <a:gd name="connsiteY1" fmla="*/ 2756111 h 2874081"/>
              <a:gd name="connsiteX2" fmla="*/ 1162976 w 7324078"/>
              <a:gd name="connsiteY2" fmla="*/ 962819 h 2874081"/>
              <a:gd name="connsiteX3" fmla="*/ 2698813 w 7324078"/>
              <a:gd name="connsiteY3" fmla="*/ 563325 h 2874081"/>
              <a:gd name="connsiteX4" fmla="*/ 3338005 w 7324078"/>
              <a:gd name="connsiteY4" fmla="*/ 1495480 h 2874081"/>
              <a:gd name="connsiteX5" fmla="*/ 4208016 w 7324078"/>
              <a:gd name="connsiteY5" fmla="*/ 75052 h 2874081"/>
              <a:gd name="connsiteX6" fmla="*/ 7324078 w 7324078"/>
              <a:gd name="connsiteY6" fmla="*/ 607713 h 2874081"/>
              <a:gd name="connsiteX0" fmla="*/ 0 w 7332955"/>
              <a:gd name="connsiteY0" fmla="*/ 2627218 h 2922744"/>
              <a:gd name="connsiteX1" fmla="*/ 674703 w 7332955"/>
              <a:gd name="connsiteY1" fmla="*/ 2804774 h 2922744"/>
              <a:gd name="connsiteX2" fmla="*/ 1162976 w 7332955"/>
              <a:gd name="connsiteY2" fmla="*/ 1011482 h 2922744"/>
              <a:gd name="connsiteX3" fmla="*/ 2698813 w 7332955"/>
              <a:gd name="connsiteY3" fmla="*/ 611988 h 2922744"/>
              <a:gd name="connsiteX4" fmla="*/ 3338005 w 7332955"/>
              <a:gd name="connsiteY4" fmla="*/ 1544143 h 2922744"/>
              <a:gd name="connsiteX5" fmla="*/ 4208016 w 7332955"/>
              <a:gd name="connsiteY5" fmla="*/ 123715 h 2922744"/>
              <a:gd name="connsiteX6" fmla="*/ 7332955 w 7332955"/>
              <a:gd name="connsiteY6" fmla="*/ 505455 h 2922744"/>
              <a:gd name="connsiteX0" fmla="*/ 0 w 7332955"/>
              <a:gd name="connsiteY0" fmla="*/ 2627218 h 2922744"/>
              <a:gd name="connsiteX1" fmla="*/ 674703 w 7332955"/>
              <a:gd name="connsiteY1" fmla="*/ 2804774 h 2922744"/>
              <a:gd name="connsiteX2" fmla="*/ 1162976 w 7332955"/>
              <a:gd name="connsiteY2" fmla="*/ 1011482 h 2922744"/>
              <a:gd name="connsiteX3" fmla="*/ 2698813 w 7332955"/>
              <a:gd name="connsiteY3" fmla="*/ 611988 h 2922744"/>
              <a:gd name="connsiteX4" fmla="*/ 3338005 w 7332955"/>
              <a:gd name="connsiteY4" fmla="*/ 1544143 h 2922744"/>
              <a:gd name="connsiteX5" fmla="*/ 4208016 w 7332955"/>
              <a:gd name="connsiteY5" fmla="*/ 123715 h 2922744"/>
              <a:gd name="connsiteX6" fmla="*/ 7332955 w 7332955"/>
              <a:gd name="connsiteY6" fmla="*/ 505455 h 2922744"/>
              <a:gd name="connsiteX0" fmla="*/ 0 w 7332955"/>
              <a:gd name="connsiteY0" fmla="*/ 2627218 h 2922744"/>
              <a:gd name="connsiteX1" fmla="*/ 674703 w 7332955"/>
              <a:gd name="connsiteY1" fmla="*/ 2804774 h 2922744"/>
              <a:gd name="connsiteX2" fmla="*/ 1162976 w 7332955"/>
              <a:gd name="connsiteY2" fmla="*/ 1011482 h 2922744"/>
              <a:gd name="connsiteX3" fmla="*/ 2698813 w 7332955"/>
              <a:gd name="connsiteY3" fmla="*/ 611988 h 2922744"/>
              <a:gd name="connsiteX4" fmla="*/ 3338005 w 7332955"/>
              <a:gd name="connsiteY4" fmla="*/ 1544143 h 2922744"/>
              <a:gd name="connsiteX5" fmla="*/ 4208016 w 7332955"/>
              <a:gd name="connsiteY5" fmla="*/ 123715 h 2922744"/>
              <a:gd name="connsiteX6" fmla="*/ 7332955 w 7332955"/>
              <a:gd name="connsiteY6" fmla="*/ 505455 h 2922744"/>
              <a:gd name="connsiteX0" fmla="*/ 0 w 7332955"/>
              <a:gd name="connsiteY0" fmla="*/ 2676208 h 2971734"/>
              <a:gd name="connsiteX1" fmla="*/ 674703 w 7332955"/>
              <a:gd name="connsiteY1" fmla="*/ 2853764 h 2971734"/>
              <a:gd name="connsiteX2" fmla="*/ 1162976 w 7332955"/>
              <a:gd name="connsiteY2" fmla="*/ 1060472 h 2971734"/>
              <a:gd name="connsiteX3" fmla="*/ 2698813 w 7332955"/>
              <a:gd name="connsiteY3" fmla="*/ 660978 h 2971734"/>
              <a:gd name="connsiteX4" fmla="*/ 3338005 w 7332955"/>
              <a:gd name="connsiteY4" fmla="*/ 1593133 h 2971734"/>
              <a:gd name="connsiteX5" fmla="*/ 4208016 w 7332955"/>
              <a:gd name="connsiteY5" fmla="*/ 172705 h 2971734"/>
              <a:gd name="connsiteX6" fmla="*/ 5779363 w 7332955"/>
              <a:gd name="connsiteY6" fmla="*/ 66175 h 2971734"/>
              <a:gd name="connsiteX7" fmla="*/ 7332955 w 7332955"/>
              <a:gd name="connsiteY7" fmla="*/ 554445 h 2971734"/>
              <a:gd name="connsiteX0" fmla="*/ 0 w 7332955"/>
              <a:gd name="connsiteY0" fmla="*/ 2696504 h 2992030"/>
              <a:gd name="connsiteX1" fmla="*/ 674703 w 7332955"/>
              <a:gd name="connsiteY1" fmla="*/ 2874060 h 2992030"/>
              <a:gd name="connsiteX2" fmla="*/ 1162976 w 7332955"/>
              <a:gd name="connsiteY2" fmla="*/ 1080768 h 2992030"/>
              <a:gd name="connsiteX3" fmla="*/ 2698813 w 7332955"/>
              <a:gd name="connsiteY3" fmla="*/ 681274 h 2992030"/>
              <a:gd name="connsiteX4" fmla="*/ 3338005 w 7332955"/>
              <a:gd name="connsiteY4" fmla="*/ 1613429 h 2992030"/>
              <a:gd name="connsiteX5" fmla="*/ 4208016 w 7332955"/>
              <a:gd name="connsiteY5" fmla="*/ 193001 h 2992030"/>
              <a:gd name="connsiteX6" fmla="*/ 5779363 w 7332955"/>
              <a:gd name="connsiteY6" fmla="*/ 50960 h 2992030"/>
              <a:gd name="connsiteX7" fmla="*/ 7332955 w 7332955"/>
              <a:gd name="connsiteY7" fmla="*/ 574741 h 2992030"/>
              <a:gd name="connsiteX0" fmla="*/ 0 w 7332955"/>
              <a:gd name="connsiteY0" fmla="*/ 2674434 h 2969960"/>
              <a:gd name="connsiteX1" fmla="*/ 674703 w 7332955"/>
              <a:gd name="connsiteY1" fmla="*/ 2851990 h 2969960"/>
              <a:gd name="connsiteX2" fmla="*/ 1162976 w 7332955"/>
              <a:gd name="connsiteY2" fmla="*/ 1058698 h 2969960"/>
              <a:gd name="connsiteX3" fmla="*/ 2698813 w 7332955"/>
              <a:gd name="connsiteY3" fmla="*/ 659204 h 2969960"/>
              <a:gd name="connsiteX4" fmla="*/ 3338005 w 7332955"/>
              <a:gd name="connsiteY4" fmla="*/ 1591359 h 2969960"/>
              <a:gd name="connsiteX5" fmla="*/ 4208016 w 7332955"/>
              <a:gd name="connsiteY5" fmla="*/ 170931 h 2969960"/>
              <a:gd name="connsiteX6" fmla="*/ 5779363 w 7332955"/>
              <a:gd name="connsiteY6" fmla="*/ 28890 h 2969960"/>
              <a:gd name="connsiteX7" fmla="*/ 7332955 w 7332955"/>
              <a:gd name="connsiteY7" fmla="*/ 552671 h 2969960"/>
              <a:gd name="connsiteX0" fmla="*/ 0 w 7332955"/>
              <a:gd name="connsiteY0" fmla="*/ 2674434 h 2969960"/>
              <a:gd name="connsiteX1" fmla="*/ 674703 w 7332955"/>
              <a:gd name="connsiteY1" fmla="*/ 2851990 h 2969960"/>
              <a:gd name="connsiteX2" fmla="*/ 1162976 w 7332955"/>
              <a:gd name="connsiteY2" fmla="*/ 1058698 h 2969960"/>
              <a:gd name="connsiteX3" fmla="*/ 2698813 w 7332955"/>
              <a:gd name="connsiteY3" fmla="*/ 659204 h 2969960"/>
              <a:gd name="connsiteX4" fmla="*/ 3338005 w 7332955"/>
              <a:gd name="connsiteY4" fmla="*/ 1591359 h 2969960"/>
              <a:gd name="connsiteX5" fmla="*/ 4208016 w 7332955"/>
              <a:gd name="connsiteY5" fmla="*/ 170931 h 2969960"/>
              <a:gd name="connsiteX6" fmla="*/ 5779363 w 7332955"/>
              <a:gd name="connsiteY6" fmla="*/ 28890 h 2969960"/>
              <a:gd name="connsiteX7" fmla="*/ 7332955 w 7332955"/>
              <a:gd name="connsiteY7" fmla="*/ 552671 h 2969960"/>
              <a:gd name="connsiteX0" fmla="*/ 0 w 7332955"/>
              <a:gd name="connsiteY0" fmla="*/ 2702795 h 2998321"/>
              <a:gd name="connsiteX1" fmla="*/ 674703 w 7332955"/>
              <a:gd name="connsiteY1" fmla="*/ 2880351 h 2998321"/>
              <a:gd name="connsiteX2" fmla="*/ 1162976 w 7332955"/>
              <a:gd name="connsiteY2" fmla="*/ 1087059 h 2998321"/>
              <a:gd name="connsiteX3" fmla="*/ 2698813 w 7332955"/>
              <a:gd name="connsiteY3" fmla="*/ 687565 h 2998321"/>
              <a:gd name="connsiteX4" fmla="*/ 3338005 w 7332955"/>
              <a:gd name="connsiteY4" fmla="*/ 1619720 h 2998321"/>
              <a:gd name="connsiteX5" fmla="*/ 4208016 w 7332955"/>
              <a:gd name="connsiteY5" fmla="*/ 199292 h 2998321"/>
              <a:gd name="connsiteX6" fmla="*/ 5779363 w 7332955"/>
              <a:gd name="connsiteY6" fmla="*/ 12863 h 2998321"/>
              <a:gd name="connsiteX7" fmla="*/ 7332955 w 7332955"/>
              <a:gd name="connsiteY7" fmla="*/ 581032 h 2998321"/>
              <a:gd name="connsiteX0" fmla="*/ 0 w 7332955"/>
              <a:gd name="connsiteY0" fmla="*/ 2702795 h 2998321"/>
              <a:gd name="connsiteX1" fmla="*/ 674703 w 7332955"/>
              <a:gd name="connsiteY1" fmla="*/ 2880351 h 2998321"/>
              <a:gd name="connsiteX2" fmla="*/ 1162976 w 7332955"/>
              <a:gd name="connsiteY2" fmla="*/ 1087059 h 2998321"/>
              <a:gd name="connsiteX3" fmla="*/ 2698813 w 7332955"/>
              <a:gd name="connsiteY3" fmla="*/ 687565 h 2998321"/>
              <a:gd name="connsiteX4" fmla="*/ 3338005 w 7332955"/>
              <a:gd name="connsiteY4" fmla="*/ 1619720 h 2998321"/>
              <a:gd name="connsiteX5" fmla="*/ 4208016 w 7332955"/>
              <a:gd name="connsiteY5" fmla="*/ 199292 h 2998321"/>
              <a:gd name="connsiteX6" fmla="*/ 5779363 w 7332955"/>
              <a:gd name="connsiteY6" fmla="*/ 12863 h 2998321"/>
              <a:gd name="connsiteX7" fmla="*/ 7332955 w 7332955"/>
              <a:gd name="connsiteY7" fmla="*/ 581032 h 2998321"/>
              <a:gd name="connsiteX0" fmla="*/ 0 w 7332955"/>
              <a:gd name="connsiteY0" fmla="*/ 2702795 h 2998321"/>
              <a:gd name="connsiteX1" fmla="*/ 674703 w 7332955"/>
              <a:gd name="connsiteY1" fmla="*/ 2880351 h 2998321"/>
              <a:gd name="connsiteX2" fmla="*/ 1162976 w 7332955"/>
              <a:gd name="connsiteY2" fmla="*/ 1087059 h 2998321"/>
              <a:gd name="connsiteX3" fmla="*/ 2636669 w 7332955"/>
              <a:gd name="connsiteY3" fmla="*/ 669810 h 2998321"/>
              <a:gd name="connsiteX4" fmla="*/ 3338005 w 7332955"/>
              <a:gd name="connsiteY4" fmla="*/ 1619720 h 2998321"/>
              <a:gd name="connsiteX5" fmla="*/ 4208016 w 7332955"/>
              <a:gd name="connsiteY5" fmla="*/ 199292 h 2998321"/>
              <a:gd name="connsiteX6" fmla="*/ 5779363 w 7332955"/>
              <a:gd name="connsiteY6" fmla="*/ 12863 h 2998321"/>
              <a:gd name="connsiteX7" fmla="*/ 7332955 w 7332955"/>
              <a:gd name="connsiteY7" fmla="*/ 581032 h 2998321"/>
              <a:gd name="connsiteX0" fmla="*/ 0 w 7332955"/>
              <a:gd name="connsiteY0" fmla="*/ 2702795 h 2998321"/>
              <a:gd name="connsiteX1" fmla="*/ 674703 w 7332955"/>
              <a:gd name="connsiteY1" fmla="*/ 2880351 h 2998321"/>
              <a:gd name="connsiteX2" fmla="*/ 1162976 w 7332955"/>
              <a:gd name="connsiteY2" fmla="*/ 1087059 h 2998321"/>
              <a:gd name="connsiteX3" fmla="*/ 2636669 w 7332955"/>
              <a:gd name="connsiteY3" fmla="*/ 669810 h 2998321"/>
              <a:gd name="connsiteX4" fmla="*/ 3994952 w 7332955"/>
              <a:gd name="connsiteY4" fmla="*/ 1557577 h 2998321"/>
              <a:gd name="connsiteX5" fmla="*/ 4208016 w 7332955"/>
              <a:gd name="connsiteY5" fmla="*/ 199292 h 2998321"/>
              <a:gd name="connsiteX6" fmla="*/ 5779363 w 7332955"/>
              <a:gd name="connsiteY6" fmla="*/ 12863 h 2998321"/>
              <a:gd name="connsiteX7" fmla="*/ 7332955 w 7332955"/>
              <a:gd name="connsiteY7" fmla="*/ 581032 h 2998321"/>
              <a:gd name="connsiteX0" fmla="*/ 0 w 7332955"/>
              <a:gd name="connsiteY0" fmla="*/ 2741221 h 3036747"/>
              <a:gd name="connsiteX1" fmla="*/ 674703 w 7332955"/>
              <a:gd name="connsiteY1" fmla="*/ 2918777 h 3036747"/>
              <a:gd name="connsiteX2" fmla="*/ 1162976 w 7332955"/>
              <a:gd name="connsiteY2" fmla="*/ 1125485 h 3036747"/>
              <a:gd name="connsiteX3" fmla="*/ 2636669 w 7332955"/>
              <a:gd name="connsiteY3" fmla="*/ 708236 h 3036747"/>
              <a:gd name="connsiteX4" fmla="*/ 3994952 w 7332955"/>
              <a:gd name="connsiteY4" fmla="*/ 1596003 h 3036747"/>
              <a:gd name="connsiteX5" fmla="*/ 4767309 w 7332955"/>
              <a:gd name="connsiteY5" fmla="*/ 148942 h 3036747"/>
              <a:gd name="connsiteX6" fmla="*/ 5779363 w 7332955"/>
              <a:gd name="connsiteY6" fmla="*/ 51289 h 3036747"/>
              <a:gd name="connsiteX7" fmla="*/ 7332955 w 7332955"/>
              <a:gd name="connsiteY7" fmla="*/ 619458 h 3036747"/>
              <a:gd name="connsiteX0" fmla="*/ 0 w 7332955"/>
              <a:gd name="connsiteY0" fmla="*/ 2696831 h 2992357"/>
              <a:gd name="connsiteX1" fmla="*/ 674703 w 7332955"/>
              <a:gd name="connsiteY1" fmla="*/ 2874387 h 2992357"/>
              <a:gd name="connsiteX2" fmla="*/ 1162976 w 7332955"/>
              <a:gd name="connsiteY2" fmla="*/ 1081095 h 2992357"/>
              <a:gd name="connsiteX3" fmla="*/ 2636669 w 7332955"/>
              <a:gd name="connsiteY3" fmla="*/ 663846 h 2992357"/>
              <a:gd name="connsiteX4" fmla="*/ 3994952 w 7332955"/>
              <a:gd name="connsiteY4" fmla="*/ 1551613 h 2992357"/>
              <a:gd name="connsiteX5" fmla="*/ 4785064 w 7332955"/>
              <a:gd name="connsiteY5" fmla="*/ 219962 h 2992357"/>
              <a:gd name="connsiteX6" fmla="*/ 5779363 w 7332955"/>
              <a:gd name="connsiteY6" fmla="*/ 6899 h 2992357"/>
              <a:gd name="connsiteX7" fmla="*/ 7332955 w 7332955"/>
              <a:gd name="connsiteY7" fmla="*/ 575068 h 2992357"/>
              <a:gd name="connsiteX0" fmla="*/ 0 w 7332955"/>
              <a:gd name="connsiteY0" fmla="*/ 2658284 h 2953810"/>
              <a:gd name="connsiteX1" fmla="*/ 674703 w 7332955"/>
              <a:gd name="connsiteY1" fmla="*/ 2835840 h 2953810"/>
              <a:gd name="connsiteX2" fmla="*/ 1162976 w 7332955"/>
              <a:gd name="connsiteY2" fmla="*/ 1042548 h 2953810"/>
              <a:gd name="connsiteX3" fmla="*/ 2636669 w 7332955"/>
              <a:gd name="connsiteY3" fmla="*/ 625299 h 2953810"/>
              <a:gd name="connsiteX4" fmla="*/ 3994952 w 7332955"/>
              <a:gd name="connsiteY4" fmla="*/ 1513066 h 2953810"/>
              <a:gd name="connsiteX5" fmla="*/ 4785064 w 7332955"/>
              <a:gd name="connsiteY5" fmla="*/ 181415 h 2953810"/>
              <a:gd name="connsiteX6" fmla="*/ 6054570 w 7332955"/>
              <a:gd name="connsiteY6" fmla="*/ 21618 h 2953810"/>
              <a:gd name="connsiteX7" fmla="*/ 7332955 w 7332955"/>
              <a:gd name="connsiteY7" fmla="*/ 536521 h 2953810"/>
              <a:gd name="connsiteX0" fmla="*/ 0 w 7332955"/>
              <a:gd name="connsiteY0" fmla="*/ 2658284 h 2953810"/>
              <a:gd name="connsiteX1" fmla="*/ 674703 w 7332955"/>
              <a:gd name="connsiteY1" fmla="*/ 2835840 h 2953810"/>
              <a:gd name="connsiteX2" fmla="*/ 1162976 w 7332955"/>
              <a:gd name="connsiteY2" fmla="*/ 1042548 h 2953810"/>
              <a:gd name="connsiteX3" fmla="*/ 2636669 w 7332955"/>
              <a:gd name="connsiteY3" fmla="*/ 625299 h 2953810"/>
              <a:gd name="connsiteX4" fmla="*/ 3994952 w 7332955"/>
              <a:gd name="connsiteY4" fmla="*/ 1513066 h 2953810"/>
              <a:gd name="connsiteX5" fmla="*/ 4785064 w 7332955"/>
              <a:gd name="connsiteY5" fmla="*/ 181415 h 2953810"/>
              <a:gd name="connsiteX6" fmla="*/ 6054570 w 7332955"/>
              <a:gd name="connsiteY6" fmla="*/ 21618 h 2953810"/>
              <a:gd name="connsiteX7" fmla="*/ 7332955 w 7332955"/>
              <a:gd name="connsiteY7" fmla="*/ 536521 h 2953810"/>
              <a:gd name="connsiteX0" fmla="*/ 0 w 7332955"/>
              <a:gd name="connsiteY0" fmla="*/ 2658284 h 2953810"/>
              <a:gd name="connsiteX1" fmla="*/ 674703 w 7332955"/>
              <a:gd name="connsiteY1" fmla="*/ 2835840 h 2953810"/>
              <a:gd name="connsiteX2" fmla="*/ 1162976 w 7332955"/>
              <a:gd name="connsiteY2" fmla="*/ 1042548 h 2953810"/>
              <a:gd name="connsiteX3" fmla="*/ 2636669 w 7332955"/>
              <a:gd name="connsiteY3" fmla="*/ 625299 h 2953810"/>
              <a:gd name="connsiteX4" fmla="*/ 3994952 w 7332955"/>
              <a:gd name="connsiteY4" fmla="*/ 1513066 h 2953810"/>
              <a:gd name="connsiteX5" fmla="*/ 4785064 w 7332955"/>
              <a:gd name="connsiteY5" fmla="*/ 181415 h 2953810"/>
              <a:gd name="connsiteX6" fmla="*/ 6054570 w 7332955"/>
              <a:gd name="connsiteY6" fmla="*/ 21618 h 2953810"/>
              <a:gd name="connsiteX7" fmla="*/ 7332955 w 7332955"/>
              <a:gd name="connsiteY7" fmla="*/ 536521 h 2953810"/>
              <a:gd name="connsiteX0" fmla="*/ 0 w 7332955"/>
              <a:gd name="connsiteY0" fmla="*/ 2646542 h 2942068"/>
              <a:gd name="connsiteX1" fmla="*/ 674703 w 7332955"/>
              <a:gd name="connsiteY1" fmla="*/ 2824098 h 2942068"/>
              <a:gd name="connsiteX2" fmla="*/ 1162976 w 7332955"/>
              <a:gd name="connsiteY2" fmla="*/ 1030806 h 2942068"/>
              <a:gd name="connsiteX3" fmla="*/ 2636669 w 7332955"/>
              <a:gd name="connsiteY3" fmla="*/ 613557 h 2942068"/>
              <a:gd name="connsiteX4" fmla="*/ 3994952 w 7332955"/>
              <a:gd name="connsiteY4" fmla="*/ 1501324 h 2942068"/>
              <a:gd name="connsiteX5" fmla="*/ 4785064 w 7332955"/>
              <a:gd name="connsiteY5" fmla="*/ 169673 h 2942068"/>
              <a:gd name="connsiteX6" fmla="*/ 6054570 w 7332955"/>
              <a:gd name="connsiteY6" fmla="*/ 9876 h 2942068"/>
              <a:gd name="connsiteX7" fmla="*/ 7332955 w 7332955"/>
              <a:gd name="connsiteY7" fmla="*/ 524779 h 2942068"/>
              <a:gd name="connsiteX0" fmla="*/ 0 w 7332955"/>
              <a:gd name="connsiteY0" fmla="*/ 2646542 h 2942068"/>
              <a:gd name="connsiteX1" fmla="*/ 674703 w 7332955"/>
              <a:gd name="connsiteY1" fmla="*/ 2824098 h 2942068"/>
              <a:gd name="connsiteX2" fmla="*/ 1162976 w 7332955"/>
              <a:gd name="connsiteY2" fmla="*/ 1030806 h 2942068"/>
              <a:gd name="connsiteX3" fmla="*/ 2636669 w 7332955"/>
              <a:gd name="connsiteY3" fmla="*/ 613557 h 2942068"/>
              <a:gd name="connsiteX4" fmla="*/ 3994952 w 7332955"/>
              <a:gd name="connsiteY4" fmla="*/ 1501324 h 2942068"/>
              <a:gd name="connsiteX5" fmla="*/ 4785064 w 7332955"/>
              <a:gd name="connsiteY5" fmla="*/ 169673 h 2942068"/>
              <a:gd name="connsiteX6" fmla="*/ 6054570 w 7332955"/>
              <a:gd name="connsiteY6" fmla="*/ 9876 h 2942068"/>
              <a:gd name="connsiteX7" fmla="*/ 7332955 w 7332955"/>
              <a:gd name="connsiteY7" fmla="*/ 524779 h 2942068"/>
              <a:gd name="connsiteX0" fmla="*/ 0 w 7332955"/>
              <a:gd name="connsiteY0" fmla="*/ 2638495 h 2934021"/>
              <a:gd name="connsiteX1" fmla="*/ 674703 w 7332955"/>
              <a:gd name="connsiteY1" fmla="*/ 2816051 h 2934021"/>
              <a:gd name="connsiteX2" fmla="*/ 1162976 w 7332955"/>
              <a:gd name="connsiteY2" fmla="*/ 1022759 h 2934021"/>
              <a:gd name="connsiteX3" fmla="*/ 2636669 w 7332955"/>
              <a:gd name="connsiteY3" fmla="*/ 605510 h 2934021"/>
              <a:gd name="connsiteX4" fmla="*/ 3994952 w 7332955"/>
              <a:gd name="connsiteY4" fmla="*/ 1493277 h 2934021"/>
              <a:gd name="connsiteX5" fmla="*/ 4785064 w 7332955"/>
              <a:gd name="connsiteY5" fmla="*/ 161626 h 2934021"/>
              <a:gd name="connsiteX6" fmla="*/ 6054570 w 7332955"/>
              <a:gd name="connsiteY6" fmla="*/ 1829 h 2934021"/>
              <a:gd name="connsiteX7" fmla="*/ 7332955 w 7332955"/>
              <a:gd name="connsiteY7" fmla="*/ 516732 h 2934021"/>
              <a:gd name="connsiteX0" fmla="*/ 0 w 7332955"/>
              <a:gd name="connsiteY0" fmla="*/ 2637619 h 2933145"/>
              <a:gd name="connsiteX1" fmla="*/ 674703 w 7332955"/>
              <a:gd name="connsiteY1" fmla="*/ 2815175 h 2933145"/>
              <a:gd name="connsiteX2" fmla="*/ 1162976 w 7332955"/>
              <a:gd name="connsiteY2" fmla="*/ 1021883 h 2933145"/>
              <a:gd name="connsiteX3" fmla="*/ 2636669 w 7332955"/>
              <a:gd name="connsiteY3" fmla="*/ 604634 h 2933145"/>
              <a:gd name="connsiteX4" fmla="*/ 3994952 w 7332955"/>
              <a:gd name="connsiteY4" fmla="*/ 1492401 h 2933145"/>
              <a:gd name="connsiteX5" fmla="*/ 4785064 w 7332955"/>
              <a:gd name="connsiteY5" fmla="*/ 160750 h 2933145"/>
              <a:gd name="connsiteX6" fmla="*/ 6054570 w 7332955"/>
              <a:gd name="connsiteY6" fmla="*/ 953 h 2933145"/>
              <a:gd name="connsiteX7" fmla="*/ 7332955 w 7332955"/>
              <a:gd name="connsiteY7" fmla="*/ 515856 h 2933145"/>
              <a:gd name="connsiteX0" fmla="*/ 0 w 7332955"/>
              <a:gd name="connsiteY0" fmla="*/ 2637619 h 2933145"/>
              <a:gd name="connsiteX1" fmla="*/ 674703 w 7332955"/>
              <a:gd name="connsiteY1" fmla="*/ 2815175 h 2933145"/>
              <a:gd name="connsiteX2" fmla="*/ 1162976 w 7332955"/>
              <a:gd name="connsiteY2" fmla="*/ 1021883 h 2933145"/>
              <a:gd name="connsiteX3" fmla="*/ 2636669 w 7332955"/>
              <a:gd name="connsiteY3" fmla="*/ 604634 h 2933145"/>
              <a:gd name="connsiteX4" fmla="*/ 3994952 w 7332955"/>
              <a:gd name="connsiteY4" fmla="*/ 1492401 h 2933145"/>
              <a:gd name="connsiteX5" fmla="*/ 4785064 w 7332955"/>
              <a:gd name="connsiteY5" fmla="*/ 160750 h 2933145"/>
              <a:gd name="connsiteX6" fmla="*/ 6054570 w 7332955"/>
              <a:gd name="connsiteY6" fmla="*/ 953 h 2933145"/>
              <a:gd name="connsiteX7" fmla="*/ 7332955 w 7332955"/>
              <a:gd name="connsiteY7" fmla="*/ 515856 h 2933145"/>
              <a:gd name="connsiteX0" fmla="*/ 0 w 7332955"/>
              <a:gd name="connsiteY0" fmla="*/ 2636666 h 2932192"/>
              <a:gd name="connsiteX1" fmla="*/ 674703 w 7332955"/>
              <a:gd name="connsiteY1" fmla="*/ 2814222 h 2932192"/>
              <a:gd name="connsiteX2" fmla="*/ 1162976 w 7332955"/>
              <a:gd name="connsiteY2" fmla="*/ 1020930 h 2932192"/>
              <a:gd name="connsiteX3" fmla="*/ 2636669 w 7332955"/>
              <a:gd name="connsiteY3" fmla="*/ 603681 h 2932192"/>
              <a:gd name="connsiteX4" fmla="*/ 3994952 w 7332955"/>
              <a:gd name="connsiteY4" fmla="*/ 1491448 h 2932192"/>
              <a:gd name="connsiteX5" fmla="*/ 4785064 w 7332955"/>
              <a:gd name="connsiteY5" fmla="*/ 159797 h 2932192"/>
              <a:gd name="connsiteX6" fmla="*/ 6054570 w 7332955"/>
              <a:gd name="connsiteY6" fmla="*/ 0 h 2932192"/>
              <a:gd name="connsiteX7" fmla="*/ 7332955 w 7332955"/>
              <a:gd name="connsiteY7" fmla="*/ 514903 h 2932192"/>
              <a:gd name="connsiteX0" fmla="*/ 0 w 7332955"/>
              <a:gd name="connsiteY0" fmla="*/ 2636666 h 2932192"/>
              <a:gd name="connsiteX1" fmla="*/ 674703 w 7332955"/>
              <a:gd name="connsiteY1" fmla="*/ 2814222 h 2932192"/>
              <a:gd name="connsiteX2" fmla="*/ 1162976 w 7332955"/>
              <a:gd name="connsiteY2" fmla="*/ 1020930 h 2932192"/>
              <a:gd name="connsiteX3" fmla="*/ 2636669 w 7332955"/>
              <a:gd name="connsiteY3" fmla="*/ 603681 h 2932192"/>
              <a:gd name="connsiteX4" fmla="*/ 3994952 w 7332955"/>
              <a:gd name="connsiteY4" fmla="*/ 1491448 h 2932192"/>
              <a:gd name="connsiteX5" fmla="*/ 4785064 w 7332955"/>
              <a:gd name="connsiteY5" fmla="*/ 159797 h 2932192"/>
              <a:gd name="connsiteX6" fmla="*/ 6054570 w 7332955"/>
              <a:gd name="connsiteY6" fmla="*/ 0 h 2932192"/>
              <a:gd name="connsiteX7" fmla="*/ 7332955 w 7332955"/>
              <a:gd name="connsiteY7" fmla="*/ 514903 h 2932192"/>
              <a:gd name="connsiteX0" fmla="*/ 0 w 7332955"/>
              <a:gd name="connsiteY0" fmla="*/ 2656987 h 2952513"/>
              <a:gd name="connsiteX1" fmla="*/ 674703 w 7332955"/>
              <a:gd name="connsiteY1" fmla="*/ 2834543 h 2952513"/>
              <a:gd name="connsiteX2" fmla="*/ 1162976 w 7332955"/>
              <a:gd name="connsiteY2" fmla="*/ 1041251 h 2952513"/>
              <a:gd name="connsiteX3" fmla="*/ 2636669 w 7332955"/>
              <a:gd name="connsiteY3" fmla="*/ 624002 h 2952513"/>
              <a:gd name="connsiteX4" fmla="*/ 3994952 w 7332955"/>
              <a:gd name="connsiteY4" fmla="*/ 1511769 h 2952513"/>
              <a:gd name="connsiteX5" fmla="*/ 4785064 w 7332955"/>
              <a:gd name="connsiteY5" fmla="*/ 180118 h 2952513"/>
              <a:gd name="connsiteX6" fmla="*/ 6054570 w 7332955"/>
              <a:gd name="connsiteY6" fmla="*/ 20321 h 2952513"/>
              <a:gd name="connsiteX7" fmla="*/ 7332955 w 7332955"/>
              <a:gd name="connsiteY7" fmla="*/ 535224 h 2952513"/>
              <a:gd name="connsiteX0" fmla="*/ 0 w 7332955"/>
              <a:gd name="connsiteY0" fmla="*/ 2656987 h 2952513"/>
              <a:gd name="connsiteX1" fmla="*/ 674703 w 7332955"/>
              <a:gd name="connsiteY1" fmla="*/ 2834543 h 2952513"/>
              <a:gd name="connsiteX2" fmla="*/ 1162976 w 7332955"/>
              <a:gd name="connsiteY2" fmla="*/ 1041251 h 2952513"/>
              <a:gd name="connsiteX3" fmla="*/ 2636669 w 7332955"/>
              <a:gd name="connsiteY3" fmla="*/ 624002 h 2952513"/>
              <a:gd name="connsiteX4" fmla="*/ 3994952 w 7332955"/>
              <a:gd name="connsiteY4" fmla="*/ 1511769 h 2952513"/>
              <a:gd name="connsiteX5" fmla="*/ 4785064 w 7332955"/>
              <a:gd name="connsiteY5" fmla="*/ 180118 h 2952513"/>
              <a:gd name="connsiteX6" fmla="*/ 6054570 w 7332955"/>
              <a:gd name="connsiteY6" fmla="*/ 20321 h 2952513"/>
              <a:gd name="connsiteX7" fmla="*/ 7332955 w 7332955"/>
              <a:gd name="connsiteY7" fmla="*/ 535224 h 2952513"/>
              <a:gd name="connsiteX0" fmla="*/ 0 w 7332955"/>
              <a:gd name="connsiteY0" fmla="*/ 2672270 h 2967796"/>
              <a:gd name="connsiteX1" fmla="*/ 674703 w 7332955"/>
              <a:gd name="connsiteY1" fmla="*/ 2849826 h 2967796"/>
              <a:gd name="connsiteX2" fmla="*/ 1162976 w 7332955"/>
              <a:gd name="connsiteY2" fmla="*/ 1056534 h 2967796"/>
              <a:gd name="connsiteX3" fmla="*/ 2636669 w 7332955"/>
              <a:gd name="connsiteY3" fmla="*/ 639285 h 2967796"/>
              <a:gd name="connsiteX4" fmla="*/ 3994952 w 7332955"/>
              <a:gd name="connsiteY4" fmla="*/ 1527052 h 2967796"/>
              <a:gd name="connsiteX5" fmla="*/ 4785064 w 7332955"/>
              <a:gd name="connsiteY5" fmla="*/ 195401 h 2967796"/>
              <a:gd name="connsiteX6" fmla="*/ 6054570 w 7332955"/>
              <a:gd name="connsiteY6" fmla="*/ 35604 h 2967796"/>
              <a:gd name="connsiteX7" fmla="*/ 7332955 w 7332955"/>
              <a:gd name="connsiteY7" fmla="*/ 550507 h 2967796"/>
              <a:gd name="connsiteX0" fmla="*/ 0 w 7332955"/>
              <a:gd name="connsiteY0" fmla="*/ 2672270 h 2967796"/>
              <a:gd name="connsiteX1" fmla="*/ 674703 w 7332955"/>
              <a:gd name="connsiteY1" fmla="*/ 2849826 h 2967796"/>
              <a:gd name="connsiteX2" fmla="*/ 1305018 w 7332955"/>
              <a:gd name="connsiteY2" fmla="*/ 994390 h 2967796"/>
              <a:gd name="connsiteX3" fmla="*/ 2636669 w 7332955"/>
              <a:gd name="connsiteY3" fmla="*/ 639285 h 2967796"/>
              <a:gd name="connsiteX4" fmla="*/ 3994952 w 7332955"/>
              <a:gd name="connsiteY4" fmla="*/ 1527052 h 2967796"/>
              <a:gd name="connsiteX5" fmla="*/ 4785064 w 7332955"/>
              <a:gd name="connsiteY5" fmla="*/ 195401 h 2967796"/>
              <a:gd name="connsiteX6" fmla="*/ 6054570 w 7332955"/>
              <a:gd name="connsiteY6" fmla="*/ 35604 h 2967796"/>
              <a:gd name="connsiteX7" fmla="*/ 7332955 w 7332955"/>
              <a:gd name="connsiteY7" fmla="*/ 550507 h 2967796"/>
              <a:gd name="connsiteX0" fmla="*/ 0 w 7332955"/>
              <a:gd name="connsiteY0" fmla="*/ 2672270 h 2967796"/>
              <a:gd name="connsiteX1" fmla="*/ 674703 w 7332955"/>
              <a:gd name="connsiteY1" fmla="*/ 2849826 h 2967796"/>
              <a:gd name="connsiteX2" fmla="*/ 1305018 w 7332955"/>
              <a:gd name="connsiteY2" fmla="*/ 994390 h 2967796"/>
              <a:gd name="connsiteX3" fmla="*/ 2698813 w 7332955"/>
              <a:gd name="connsiteY3" fmla="*/ 630408 h 2967796"/>
              <a:gd name="connsiteX4" fmla="*/ 3994952 w 7332955"/>
              <a:gd name="connsiteY4" fmla="*/ 1527052 h 2967796"/>
              <a:gd name="connsiteX5" fmla="*/ 4785064 w 7332955"/>
              <a:gd name="connsiteY5" fmla="*/ 195401 h 2967796"/>
              <a:gd name="connsiteX6" fmla="*/ 6054570 w 7332955"/>
              <a:gd name="connsiteY6" fmla="*/ 35604 h 2967796"/>
              <a:gd name="connsiteX7" fmla="*/ 7332955 w 7332955"/>
              <a:gd name="connsiteY7" fmla="*/ 550507 h 2967796"/>
              <a:gd name="connsiteX0" fmla="*/ 0 w 7332955"/>
              <a:gd name="connsiteY0" fmla="*/ 2672270 h 2967796"/>
              <a:gd name="connsiteX1" fmla="*/ 674703 w 7332955"/>
              <a:gd name="connsiteY1" fmla="*/ 2849826 h 2967796"/>
              <a:gd name="connsiteX2" fmla="*/ 1305018 w 7332955"/>
              <a:gd name="connsiteY2" fmla="*/ 994390 h 2967796"/>
              <a:gd name="connsiteX3" fmla="*/ 2698813 w 7332955"/>
              <a:gd name="connsiteY3" fmla="*/ 630408 h 2967796"/>
              <a:gd name="connsiteX4" fmla="*/ 4065973 w 7332955"/>
              <a:gd name="connsiteY4" fmla="*/ 1518175 h 2967796"/>
              <a:gd name="connsiteX5" fmla="*/ 4785064 w 7332955"/>
              <a:gd name="connsiteY5" fmla="*/ 195401 h 2967796"/>
              <a:gd name="connsiteX6" fmla="*/ 6054570 w 7332955"/>
              <a:gd name="connsiteY6" fmla="*/ 35604 h 2967796"/>
              <a:gd name="connsiteX7" fmla="*/ 7332955 w 7332955"/>
              <a:gd name="connsiteY7" fmla="*/ 550507 h 2967796"/>
              <a:gd name="connsiteX0" fmla="*/ 0 w 7332955"/>
              <a:gd name="connsiteY0" fmla="*/ 2672270 h 2967796"/>
              <a:gd name="connsiteX1" fmla="*/ 674703 w 7332955"/>
              <a:gd name="connsiteY1" fmla="*/ 2849826 h 2967796"/>
              <a:gd name="connsiteX2" fmla="*/ 1305018 w 7332955"/>
              <a:gd name="connsiteY2" fmla="*/ 994390 h 2967796"/>
              <a:gd name="connsiteX3" fmla="*/ 2698813 w 7332955"/>
              <a:gd name="connsiteY3" fmla="*/ 630408 h 2967796"/>
              <a:gd name="connsiteX4" fmla="*/ 3400148 w 7332955"/>
              <a:gd name="connsiteY4" fmla="*/ 1518175 h 2967796"/>
              <a:gd name="connsiteX5" fmla="*/ 4785064 w 7332955"/>
              <a:gd name="connsiteY5" fmla="*/ 195401 h 2967796"/>
              <a:gd name="connsiteX6" fmla="*/ 6054570 w 7332955"/>
              <a:gd name="connsiteY6" fmla="*/ 35604 h 2967796"/>
              <a:gd name="connsiteX7" fmla="*/ 7332955 w 7332955"/>
              <a:gd name="connsiteY7" fmla="*/ 550507 h 2967796"/>
              <a:gd name="connsiteX0" fmla="*/ 0 w 7332955"/>
              <a:gd name="connsiteY0" fmla="*/ 2662319 h 2957845"/>
              <a:gd name="connsiteX1" fmla="*/ 674703 w 7332955"/>
              <a:gd name="connsiteY1" fmla="*/ 2839875 h 2957845"/>
              <a:gd name="connsiteX2" fmla="*/ 1305018 w 7332955"/>
              <a:gd name="connsiteY2" fmla="*/ 984439 h 2957845"/>
              <a:gd name="connsiteX3" fmla="*/ 2698813 w 7332955"/>
              <a:gd name="connsiteY3" fmla="*/ 620457 h 2957845"/>
              <a:gd name="connsiteX4" fmla="*/ 3400148 w 7332955"/>
              <a:gd name="connsiteY4" fmla="*/ 1508224 h 2957845"/>
              <a:gd name="connsiteX5" fmla="*/ 4101483 w 7332955"/>
              <a:gd name="connsiteY5" fmla="*/ 238716 h 2957845"/>
              <a:gd name="connsiteX6" fmla="*/ 6054570 w 7332955"/>
              <a:gd name="connsiteY6" fmla="*/ 25653 h 2957845"/>
              <a:gd name="connsiteX7" fmla="*/ 7332955 w 7332955"/>
              <a:gd name="connsiteY7" fmla="*/ 540556 h 2957845"/>
              <a:gd name="connsiteX0" fmla="*/ 0 w 7332955"/>
              <a:gd name="connsiteY0" fmla="*/ 2662319 h 2957845"/>
              <a:gd name="connsiteX1" fmla="*/ 674703 w 7332955"/>
              <a:gd name="connsiteY1" fmla="*/ 2839875 h 2957845"/>
              <a:gd name="connsiteX2" fmla="*/ 1305018 w 7332955"/>
              <a:gd name="connsiteY2" fmla="*/ 984439 h 2957845"/>
              <a:gd name="connsiteX3" fmla="*/ 2698813 w 7332955"/>
              <a:gd name="connsiteY3" fmla="*/ 620457 h 2957845"/>
              <a:gd name="connsiteX4" fmla="*/ 3373515 w 7332955"/>
              <a:gd name="connsiteY4" fmla="*/ 1525979 h 2957845"/>
              <a:gd name="connsiteX5" fmla="*/ 4101483 w 7332955"/>
              <a:gd name="connsiteY5" fmla="*/ 238716 h 2957845"/>
              <a:gd name="connsiteX6" fmla="*/ 6054570 w 7332955"/>
              <a:gd name="connsiteY6" fmla="*/ 25653 h 2957845"/>
              <a:gd name="connsiteX7" fmla="*/ 7332955 w 7332955"/>
              <a:gd name="connsiteY7" fmla="*/ 540556 h 2957845"/>
              <a:gd name="connsiteX0" fmla="*/ 0 w 7332955"/>
              <a:gd name="connsiteY0" fmla="*/ 2654769 h 2950295"/>
              <a:gd name="connsiteX1" fmla="*/ 674703 w 7332955"/>
              <a:gd name="connsiteY1" fmla="*/ 2832325 h 2950295"/>
              <a:gd name="connsiteX2" fmla="*/ 1305018 w 7332955"/>
              <a:gd name="connsiteY2" fmla="*/ 976889 h 2950295"/>
              <a:gd name="connsiteX3" fmla="*/ 2698813 w 7332955"/>
              <a:gd name="connsiteY3" fmla="*/ 612907 h 2950295"/>
              <a:gd name="connsiteX4" fmla="*/ 3373515 w 7332955"/>
              <a:gd name="connsiteY4" fmla="*/ 1518429 h 2950295"/>
              <a:gd name="connsiteX5" fmla="*/ 4101483 w 7332955"/>
              <a:gd name="connsiteY5" fmla="*/ 231166 h 2950295"/>
              <a:gd name="connsiteX6" fmla="*/ 5566299 w 7332955"/>
              <a:gd name="connsiteY6" fmla="*/ 26981 h 2950295"/>
              <a:gd name="connsiteX7" fmla="*/ 7332955 w 7332955"/>
              <a:gd name="connsiteY7" fmla="*/ 533006 h 2950295"/>
              <a:gd name="connsiteX0" fmla="*/ 0 w 7022236"/>
              <a:gd name="connsiteY0" fmla="*/ 2654769 h 2950295"/>
              <a:gd name="connsiteX1" fmla="*/ 674703 w 7022236"/>
              <a:gd name="connsiteY1" fmla="*/ 2832325 h 2950295"/>
              <a:gd name="connsiteX2" fmla="*/ 1305018 w 7022236"/>
              <a:gd name="connsiteY2" fmla="*/ 976889 h 2950295"/>
              <a:gd name="connsiteX3" fmla="*/ 2698813 w 7022236"/>
              <a:gd name="connsiteY3" fmla="*/ 612907 h 2950295"/>
              <a:gd name="connsiteX4" fmla="*/ 3373515 w 7022236"/>
              <a:gd name="connsiteY4" fmla="*/ 1518429 h 2950295"/>
              <a:gd name="connsiteX5" fmla="*/ 4101483 w 7022236"/>
              <a:gd name="connsiteY5" fmla="*/ 231166 h 2950295"/>
              <a:gd name="connsiteX6" fmla="*/ 5566299 w 7022236"/>
              <a:gd name="connsiteY6" fmla="*/ 26981 h 2950295"/>
              <a:gd name="connsiteX7" fmla="*/ 7022236 w 7022236"/>
              <a:gd name="connsiteY7" fmla="*/ 497496 h 29502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022236" h="2950295">
                <a:moveTo>
                  <a:pt x="0" y="2654769"/>
                </a:moveTo>
                <a:cubicBezTo>
                  <a:pt x="208625" y="2842680"/>
                  <a:pt x="488272" y="3106053"/>
                  <a:pt x="674703" y="2832325"/>
                </a:cubicBezTo>
                <a:cubicBezTo>
                  <a:pt x="861134" y="2558597"/>
                  <a:pt x="967666" y="1346792"/>
                  <a:pt x="1305018" y="976889"/>
                </a:cubicBezTo>
                <a:cubicBezTo>
                  <a:pt x="1642370" y="606986"/>
                  <a:pt x="2354064" y="522650"/>
                  <a:pt x="2698813" y="612907"/>
                </a:cubicBezTo>
                <a:cubicBezTo>
                  <a:pt x="3043562" y="703164"/>
                  <a:pt x="3139737" y="1582052"/>
                  <a:pt x="3373515" y="1518429"/>
                </a:cubicBezTo>
                <a:cubicBezTo>
                  <a:pt x="3607293" y="1454806"/>
                  <a:pt x="3721223" y="494536"/>
                  <a:pt x="4101483" y="231166"/>
                </a:cubicBezTo>
                <a:cubicBezTo>
                  <a:pt x="4748073" y="29938"/>
                  <a:pt x="5045477" y="-45520"/>
                  <a:pt x="5566299" y="26981"/>
                </a:cubicBezTo>
                <a:cubicBezTo>
                  <a:pt x="6184776" y="126116"/>
                  <a:pt x="6763304" y="416118"/>
                  <a:pt x="7022236" y="497496"/>
                </a:cubicBezTo>
              </a:path>
            </a:pathLst>
          </a:custGeom>
          <a:ln w="19050">
            <a:tailEnd type="diamond" w="lg" len="lg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5" name="フリーフォーム: 図形 84">
            <a:extLst>
              <a:ext uri="{FF2B5EF4-FFF2-40B4-BE49-F238E27FC236}">
                <a16:creationId xmlns:a16="http://schemas.microsoft.com/office/drawing/2014/main" id="{EDA062DA-B560-15EB-7310-2F748F972615}"/>
              </a:ext>
            </a:extLst>
          </p:cNvPr>
          <p:cNvSpPr/>
          <p:nvPr/>
        </p:nvSpPr>
        <p:spPr>
          <a:xfrm>
            <a:off x="442149" y="5037662"/>
            <a:ext cx="7034555" cy="457616"/>
          </a:xfrm>
          <a:custGeom>
            <a:avLst/>
            <a:gdLst>
              <a:gd name="connsiteX0" fmla="*/ 0 w 7386221"/>
              <a:gd name="connsiteY0" fmla="*/ 781359 h 1393918"/>
              <a:gd name="connsiteX1" fmla="*/ 310718 w 7386221"/>
              <a:gd name="connsiteY1" fmla="*/ 1127588 h 1393918"/>
              <a:gd name="connsiteX2" fmla="*/ 1793289 w 7386221"/>
              <a:gd name="connsiteY2" fmla="*/ 124 h 1393918"/>
              <a:gd name="connsiteX3" fmla="*/ 5086905 w 7386221"/>
              <a:gd name="connsiteY3" fmla="*/ 1056567 h 1393918"/>
              <a:gd name="connsiteX4" fmla="*/ 7386221 w 7386221"/>
              <a:gd name="connsiteY4" fmla="*/ 1393918 h 1393918"/>
              <a:gd name="connsiteX0" fmla="*/ 0 w 7325226"/>
              <a:gd name="connsiteY0" fmla="*/ 781359 h 1251876"/>
              <a:gd name="connsiteX1" fmla="*/ 310718 w 7325226"/>
              <a:gd name="connsiteY1" fmla="*/ 1127588 h 1251876"/>
              <a:gd name="connsiteX2" fmla="*/ 1793289 w 7325226"/>
              <a:gd name="connsiteY2" fmla="*/ 124 h 1251876"/>
              <a:gd name="connsiteX3" fmla="*/ 5086905 w 7325226"/>
              <a:gd name="connsiteY3" fmla="*/ 1056567 h 1251876"/>
              <a:gd name="connsiteX4" fmla="*/ 7325226 w 7325226"/>
              <a:gd name="connsiteY4" fmla="*/ 1251876 h 1251876"/>
              <a:gd name="connsiteX0" fmla="*/ 0 w 7325226"/>
              <a:gd name="connsiteY0" fmla="*/ 782089 h 1252606"/>
              <a:gd name="connsiteX1" fmla="*/ 310718 w 7325226"/>
              <a:gd name="connsiteY1" fmla="*/ 1128318 h 1252606"/>
              <a:gd name="connsiteX2" fmla="*/ 1793289 w 7325226"/>
              <a:gd name="connsiteY2" fmla="*/ 854 h 1252606"/>
              <a:gd name="connsiteX3" fmla="*/ 5117401 w 7325226"/>
              <a:gd name="connsiteY3" fmla="*/ 950765 h 1252606"/>
              <a:gd name="connsiteX4" fmla="*/ 7325226 w 7325226"/>
              <a:gd name="connsiteY4" fmla="*/ 1252606 h 1252606"/>
              <a:gd name="connsiteX0" fmla="*/ 0 w 7325226"/>
              <a:gd name="connsiteY0" fmla="*/ 782089 h 1172707"/>
              <a:gd name="connsiteX1" fmla="*/ 310718 w 7325226"/>
              <a:gd name="connsiteY1" fmla="*/ 1128318 h 1172707"/>
              <a:gd name="connsiteX2" fmla="*/ 1793289 w 7325226"/>
              <a:gd name="connsiteY2" fmla="*/ 854 h 1172707"/>
              <a:gd name="connsiteX3" fmla="*/ 5117401 w 7325226"/>
              <a:gd name="connsiteY3" fmla="*/ 950765 h 1172707"/>
              <a:gd name="connsiteX4" fmla="*/ 7325226 w 7325226"/>
              <a:gd name="connsiteY4" fmla="*/ 1172707 h 1172707"/>
              <a:gd name="connsiteX0" fmla="*/ 0 w 7325226"/>
              <a:gd name="connsiteY0" fmla="*/ 782754 h 1173372"/>
              <a:gd name="connsiteX1" fmla="*/ 310718 w 7325226"/>
              <a:gd name="connsiteY1" fmla="*/ 1128983 h 1173372"/>
              <a:gd name="connsiteX2" fmla="*/ 1793289 w 7325226"/>
              <a:gd name="connsiteY2" fmla="*/ 1519 h 1173372"/>
              <a:gd name="connsiteX3" fmla="*/ 5117401 w 7325226"/>
              <a:gd name="connsiteY3" fmla="*/ 898164 h 1173372"/>
              <a:gd name="connsiteX4" fmla="*/ 7325226 w 7325226"/>
              <a:gd name="connsiteY4" fmla="*/ 1173372 h 1173372"/>
              <a:gd name="connsiteX0" fmla="*/ 0 w 7325226"/>
              <a:gd name="connsiteY0" fmla="*/ 782287 h 1172905"/>
              <a:gd name="connsiteX1" fmla="*/ 310718 w 7325226"/>
              <a:gd name="connsiteY1" fmla="*/ 1128516 h 1172905"/>
              <a:gd name="connsiteX2" fmla="*/ 1793289 w 7325226"/>
              <a:gd name="connsiteY2" fmla="*/ 1052 h 1172905"/>
              <a:gd name="connsiteX3" fmla="*/ 3867017 w 7325226"/>
              <a:gd name="connsiteY3" fmla="*/ 933208 h 1172905"/>
              <a:gd name="connsiteX4" fmla="*/ 7325226 w 7325226"/>
              <a:gd name="connsiteY4" fmla="*/ 1172905 h 1172905"/>
              <a:gd name="connsiteX0" fmla="*/ 0 w 7325226"/>
              <a:gd name="connsiteY0" fmla="*/ 383958 h 774576"/>
              <a:gd name="connsiteX1" fmla="*/ 310718 w 7325226"/>
              <a:gd name="connsiteY1" fmla="*/ 730187 h 774576"/>
              <a:gd name="connsiteX2" fmla="*/ 1762791 w 7325226"/>
              <a:gd name="connsiteY2" fmla="*/ 2218 h 774576"/>
              <a:gd name="connsiteX3" fmla="*/ 3867017 w 7325226"/>
              <a:gd name="connsiteY3" fmla="*/ 534879 h 774576"/>
              <a:gd name="connsiteX4" fmla="*/ 7325226 w 7325226"/>
              <a:gd name="connsiteY4" fmla="*/ 774576 h 774576"/>
              <a:gd name="connsiteX0" fmla="*/ 0 w 7325226"/>
              <a:gd name="connsiteY0" fmla="*/ 381834 h 772452"/>
              <a:gd name="connsiteX1" fmla="*/ 859667 w 7325226"/>
              <a:gd name="connsiteY1" fmla="*/ 488366 h 772452"/>
              <a:gd name="connsiteX2" fmla="*/ 1762791 w 7325226"/>
              <a:gd name="connsiteY2" fmla="*/ 94 h 772452"/>
              <a:gd name="connsiteX3" fmla="*/ 3867017 w 7325226"/>
              <a:gd name="connsiteY3" fmla="*/ 532755 h 772452"/>
              <a:gd name="connsiteX4" fmla="*/ 7325226 w 7325226"/>
              <a:gd name="connsiteY4" fmla="*/ 772452 h 772452"/>
              <a:gd name="connsiteX0" fmla="*/ 0 w 7325226"/>
              <a:gd name="connsiteY0" fmla="*/ 381877 h 772495"/>
              <a:gd name="connsiteX1" fmla="*/ 981657 w 7325226"/>
              <a:gd name="connsiteY1" fmla="*/ 479531 h 772495"/>
              <a:gd name="connsiteX2" fmla="*/ 1762791 w 7325226"/>
              <a:gd name="connsiteY2" fmla="*/ 137 h 772495"/>
              <a:gd name="connsiteX3" fmla="*/ 3867017 w 7325226"/>
              <a:gd name="connsiteY3" fmla="*/ 532798 h 772495"/>
              <a:gd name="connsiteX4" fmla="*/ 7325226 w 7325226"/>
              <a:gd name="connsiteY4" fmla="*/ 772495 h 772495"/>
              <a:gd name="connsiteX0" fmla="*/ 0 w 7264233"/>
              <a:gd name="connsiteY0" fmla="*/ 381877 h 772495"/>
              <a:gd name="connsiteX1" fmla="*/ 920664 w 7264233"/>
              <a:gd name="connsiteY1" fmla="*/ 479531 h 772495"/>
              <a:gd name="connsiteX2" fmla="*/ 1701798 w 7264233"/>
              <a:gd name="connsiteY2" fmla="*/ 137 h 772495"/>
              <a:gd name="connsiteX3" fmla="*/ 3806024 w 7264233"/>
              <a:gd name="connsiteY3" fmla="*/ 532798 h 772495"/>
              <a:gd name="connsiteX4" fmla="*/ 7264233 w 7264233"/>
              <a:gd name="connsiteY4" fmla="*/ 772495 h 772495"/>
              <a:gd name="connsiteX0" fmla="*/ 0 w 7264233"/>
              <a:gd name="connsiteY0" fmla="*/ 381877 h 772495"/>
              <a:gd name="connsiteX1" fmla="*/ 920664 w 7264233"/>
              <a:gd name="connsiteY1" fmla="*/ 479531 h 772495"/>
              <a:gd name="connsiteX2" fmla="*/ 1701798 w 7264233"/>
              <a:gd name="connsiteY2" fmla="*/ 137 h 772495"/>
              <a:gd name="connsiteX3" fmla="*/ 3806024 w 7264233"/>
              <a:gd name="connsiteY3" fmla="*/ 532798 h 772495"/>
              <a:gd name="connsiteX4" fmla="*/ 7264233 w 7264233"/>
              <a:gd name="connsiteY4" fmla="*/ 772495 h 772495"/>
              <a:gd name="connsiteX0" fmla="*/ 0 w 7264233"/>
              <a:gd name="connsiteY0" fmla="*/ 0 h 390618"/>
              <a:gd name="connsiteX1" fmla="*/ 920664 w 7264233"/>
              <a:gd name="connsiteY1" fmla="*/ 97654 h 390618"/>
              <a:gd name="connsiteX2" fmla="*/ 2372737 w 7264233"/>
              <a:gd name="connsiteY2" fmla="*/ 168675 h 390618"/>
              <a:gd name="connsiteX3" fmla="*/ 3806024 w 7264233"/>
              <a:gd name="connsiteY3" fmla="*/ 150921 h 390618"/>
              <a:gd name="connsiteX4" fmla="*/ 7264233 w 7264233"/>
              <a:gd name="connsiteY4" fmla="*/ 390618 h 390618"/>
              <a:gd name="connsiteX0" fmla="*/ 0 w 7264233"/>
              <a:gd name="connsiteY0" fmla="*/ 0 h 390618"/>
              <a:gd name="connsiteX1" fmla="*/ 1012155 w 7264233"/>
              <a:gd name="connsiteY1" fmla="*/ 133165 h 390618"/>
              <a:gd name="connsiteX2" fmla="*/ 2372737 w 7264233"/>
              <a:gd name="connsiteY2" fmla="*/ 168675 h 390618"/>
              <a:gd name="connsiteX3" fmla="*/ 3806024 w 7264233"/>
              <a:gd name="connsiteY3" fmla="*/ 150921 h 390618"/>
              <a:gd name="connsiteX4" fmla="*/ 7264233 w 7264233"/>
              <a:gd name="connsiteY4" fmla="*/ 390618 h 390618"/>
              <a:gd name="connsiteX0" fmla="*/ 0 w 7264233"/>
              <a:gd name="connsiteY0" fmla="*/ 0 h 390618"/>
              <a:gd name="connsiteX1" fmla="*/ 2372737 w 7264233"/>
              <a:gd name="connsiteY1" fmla="*/ 168675 h 390618"/>
              <a:gd name="connsiteX2" fmla="*/ 3806024 w 7264233"/>
              <a:gd name="connsiteY2" fmla="*/ 150921 h 390618"/>
              <a:gd name="connsiteX3" fmla="*/ 7264233 w 7264233"/>
              <a:gd name="connsiteY3" fmla="*/ 390618 h 390618"/>
              <a:gd name="connsiteX0" fmla="*/ 0 w 7264233"/>
              <a:gd name="connsiteY0" fmla="*/ 0 h 390618"/>
              <a:gd name="connsiteX1" fmla="*/ 2357488 w 7264233"/>
              <a:gd name="connsiteY1" fmla="*/ 292963 h 390618"/>
              <a:gd name="connsiteX2" fmla="*/ 3806024 w 7264233"/>
              <a:gd name="connsiteY2" fmla="*/ 150921 h 390618"/>
              <a:gd name="connsiteX3" fmla="*/ 7264233 w 7264233"/>
              <a:gd name="connsiteY3" fmla="*/ 390618 h 390618"/>
              <a:gd name="connsiteX0" fmla="*/ 0 w 7264233"/>
              <a:gd name="connsiteY0" fmla="*/ 0 h 390618"/>
              <a:gd name="connsiteX1" fmla="*/ 2357488 w 7264233"/>
              <a:gd name="connsiteY1" fmla="*/ 292963 h 390618"/>
              <a:gd name="connsiteX2" fmla="*/ 4644696 w 7264233"/>
              <a:gd name="connsiteY2" fmla="*/ 133166 h 390618"/>
              <a:gd name="connsiteX3" fmla="*/ 7264233 w 7264233"/>
              <a:gd name="connsiteY3" fmla="*/ 390618 h 390618"/>
              <a:gd name="connsiteX0" fmla="*/ 0 w 7264233"/>
              <a:gd name="connsiteY0" fmla="*/ 0 h 390618"/>
              <a:gd name="connsiteX1" fmla="*/ 2357488 w 7264233"/>
              <a:gd name="connsiteY1" fmla="*/ 292963 h 390618"/>
              <a:gd name="connsiteX2" fmla="*/ 4644696 w 7264233"/>
              <a:gd name="connsiteY2" fmla="*/ 133166 h 390618"/>
              <a:gd name="connsiteX3" fmla="*/ 7264233 w 7264233"/>
              <a:gd name="connsiteY3" fmla="*/ 390618 h 390618"/>
              <a:gd name="connsiteX0" fmla="*/ 0 w 7264233"/>
              <a:gd name="connsiteY0" fmla="*/ 0 h 390618"/>
              <a:gd name="connsiteX1" fmla="*/ 2357488 w 7264233"/>
              <a:gd name="connsiteY1" fmla="*/ 292963 h 390618"/>
              <a:gd name="connsiteX2" fmla="*/ 4644696 w 7264233"/>
              <a:gd name="connsiteY2" fmla="*/ 133166 h 390618"/>
              <a:gd name="connsiteX3" fmla="*/ 7264233 w 7264233"/>
              <a:gd name="connsiteY3" fmla="*/ 390618 h 390618"/>
              <a:gd name="connsiteX0" fmla="*/ 0 w 12082785"/>
              <a:gd name="connsiteY0" fmla="*/ 0 h 408374"/>
              <a:gd name="connsiteX1" fmla="*/ 2357488 w 12082785"/>
              <a:gd name="connsiteY1" fmla="*/ 292963 h 408374"/>
              <a:gd name="connsiteX2" fmla="*/ 4644696 w 12082785"/>
              <a:gd name="connsiteY2" fmla="*/ 133166 h 408374"/>
              <a:gd name="connsiteX3" fmla="*/ 12082785 w 12082785"/>
              <a:gd name="connsiteY3" fmla="*/ 408374 h 408374"/>
              <a:gd name="connsiteX0" fmla="*/ 0 w 12082785"/>
              <a:gd name="connsiteY0" fmla="*/ 0 h 408374"/>
              <a:gd name="connsiteX1" fmla="*/ 2357488 w 12082785"/>
              <a:gd name="connsiteY1" fmla="*/ 292963 h 408374"/>
              <a:gd name="connsiteX2" fmla="*/ 4644696 w 12082785"/>
              <a:gd name="connsiteY2" fmla="*/ 133166 h 408374"/>
              <a:gd name="connsiteX3" fmla="*/ 6973134 w 12082785"/>
              <a:gd name="connsiteY3" fmla="*/ 217919 h 408374"/>
              <a:gd name="connsiteX4" fmla="*/ 12082785 w 12082785"/>
              <a:gd name="connsiteY4" fmla="*/ 408374 h 408374"/>
              <a:gd name="connsiteX0" fmla="*/ 0 w 12082785"/>
              <a:gd name="connsiteY0" fmla="*/ 0 h 430983"/>
              <a:gd name="connsiteX1" fmla="*/ 2357488 w 12082785"/>
              <a:gd name="connsiteY1" fmla="*/ 292963 h 430983"/>
              <a:gd name="connsiteX2" fmla="*/ 4644696 w 12082785"/>
              <a:gd name="connsiteY2" fmla="*/ 133166 h 430983"/>
              <a:gd name="connsiteX3" fmla="*/ 5997224 w 12082785"/>
              <a:gd name="connsiteY3" fmla="*/ 430983 h 430983"/>
              <a:gd name="connsiteX4" fmla="*/ 12082785 w 12082785"/>
              <a:gd name="connsiteY4" fmla="*/ 408374 h 430983"/>
              <a:gd name="connsiteX0" fmla="*/ 0 w 12082785"/>
              <a:gd name="connsiteY0" fmla="*/ 0 h 430983"/>
              <a:gd name="connsiteX1" fmla="*/ 2357488 w 12082785"/>
              <a:gd name="connsiteY1" fmla="*/ 292963 h 430983"/>
              <a:gd name="connsiteX2" fmla="*/ 4644696 w 12082785"/>
              <a:gd name="connsiteY2" fmla="*/ 133166 h 430983"/>
              <a:gd name="connsiteX3" fmla="*/ 5997224 w 12082785"/>
              <a:gd name="connsiteY3" fmla="*/ 430983 h 430983"/>
              <a:gd name="connsiteX4" fmla="*/ 12082785 w 12082785"/>
              <a:gd name="connsiteY4" fmla="*/ 408374 h 430983"/>
              <a:gd name="connsiteX0" fmla="*/ 0 w 12082785"/>
              <a:gd name="connsiteY0" fmla="*/ 0 h 408374"/>
              <a:gd name="connsiteX1" fmla="*/ 2357488 w 12082785"/>
              <a:gd name="connsiteY1" fmla="*/ 292963 h 408374"/>
              <a:gd name="connsiteX2" fmla="*/ 4644696 w 12082785"/>
              <a:gd name="connsiteY2" fmla="*/ 133166 h 408374"/>
              <a:gd name="connsiteX3" fmla="*/ 12082785 w 12082785"/>
              <a:gd name="connsiteY3" fmla="*/ 408374 h 408374"/>
              <a:gd name="connsiteX0" fmla="*/ 0 w 12082785"/>
              <a:gd name="connsiteY0" fmla="*/ 0 h 408374"/>
              <a:gd name="connsiteX1" fmla="*/ 2357488 w 12082785"/>
              <a:gd name="connsiteY1" fmla="*/ 292963 h 408374"/>
              <a:gd name="connsiteX2" fmla="*/ 4644696 w 12082785"/>
              <a:gd name="connsiteY2" fmla="*/ 133166 h 408374"/>
              <a:gd name="connsiteX3" fmla="*/ 5966728 w 12082785"/>
              <a:gd name="connsiteY3" fmla="*/ 146897 h 408374"/>
              <a:gd name="connsiteX4" fmla="*/ 12082785 w 12082785"/>
              <a:gd name="connsiteY4" fmla="*/ 408374 h 408374"/>
              <a:gd name="connsiteX0" fmla="*/ 0 w 12082785"/>
              <a:gd name="connsiteY0" fmla="*/ 0 h 457616"/>
              <a:gd name="connsiteX1" fmla="*/ 2357488 w 12082785"/>
              <a:gd name="connsiteY1" fmla="*/ 292963 h 457616"/>
              <a:gd name="connsiteX2" fmla="*/ 4644696 w 12082785"/>
              <a:gd name="connsiteY2" fmla="*/ 133166 h 457616"/>
              <a:gd name="connsiteX3" fmla="*/ 5844740 w 12082785"/>
              <a:gd name="connsiteY3" fmla="*/ 457616 h 457616"/>
              <a:gd name="connsiteX4" fmla="*/ 12082785 w 12082785"/>
              <a:gd name="connsiteY4" fmla="*/ 408374 h 457616"/>
              <a:gd name="connsiteX0" fmla="*/ 0 w 12082785"/>
              <a:gd name="connsiteY0" fmla="*/ 0 h 457616"/>
              <a:gd name="connsiteX1" fmla="*/ 2357488 w 12082785"/>
              <a:gd name="connsiteY1" fmla="*/ 292963 h 457616"/>
              <a:gd name="connsiteX2" fmla="*/ 4644696 w 12082785"/>
              <a:gd name="connsiteY2" fmla="*/ 133166 h 457616"/>
              <a:gd name="connsiteX3" fmla="*/ 5844740 w 12082785"/>
              <a:gd name="connsiteY3" fmla="*/ 457616 h 457616"/>
              <a:gd name="connsiteX4" fmla="*/ 7064625 w 12082785"/>
              <a:gd name="connsiteY4" fmla="*/ 457616 h 457616"/>
              <a:gd name="connsiteX5" fmla="*/ 12082785 w 12082785"/>
              <a:gd name="connsiteY5" fmla="*/ 408374 h 457616"/>
              <a:gd name="connsiteX0" fmla="*/ 0 w 12082785"/>
              <a:gd name="connsiteY0" fmla="*/ 0 h 457616"/>
              <a:gd name="connsiteX1" fmla="*/ 2357488 w 12082785"/>
              <a:gd name="connsiteY1" fmla="*/ 292963 h 457616"/>
              <a:gd name="connsiteX2" fmla="*/ 4644696 w 12082785"/>
              <a:gd name="connsiteY2" fmla="*/ 133166 h 457616"/>
              <a:gd name="connsiteX3" fmla="*/ 5844740 w 12082785"/>
              <a:gd name="connsiteY3" fmla="*/ 457616 h 457616"/>
              <a:gd name="connsiteX4" fmla="*/ 7034129 w 12082785"/>
              <a:gd name="connsiteY4" fmla="*/ 182408 h 457616"/>
              <a:gd name="connsiteX5" fmla="*/ 12082785 w 12082785"/>
              <a:gd name="connsiteY5" fmla="*/ 408374 h 457616"/>
              <a:gd name="connsiteX0" fmla="*/ 0 w 12082785"/>
              <a:gd name="connsiteY0" fmla="*/ 0 h 457616"/>
              <a:gd name="connsiteX1" fmla="*/ 2357488 w 12082785"/>
              <a:gd name="connsiteY1" fmla="*/ 292963 h 457616"/>
              <a:gd name="connsiteX2" fmla="*/ 4644696 w 12082785"/>
              <a:gd name="connsiteY2" fmla="*/ 133166 h 457616"/>
              <a:gd name="connsiteX3" fmla="*/ 5844740 w 12082785"/>
              <a:gd name="connsiteY3" fmla="*/ 457616 h 457616"/>
              <a:gd name="connsiteX4" fmla="*/ 7034129 w 12082785"/>
              <a:gd name="connsiteY4" fmla="*/ 155775 h 457616"/>
              <a:gd name="connsiteX5" fmla="*/ 12082785 w 12082785"/>
              <a:gd name="connsiteY5" fmla="*/ 408374 h 457616"/>
              <a:gd name="connsiteX0" fmla="*/ 0 w 12082785"/>
              <a:gd name="connsiteY0" fmla="*/ 0 h 457616"/>
              <a:gd name="connsiteX1" fmla="*/ 2357488 w 12082785"/>
              <a:gd name="connsiteY1" fmla="*/ 292963 h 457616"/>
              <a:gd name="connsiteX2" fmla="*/ 4644696 w 12082785"/>
              <a:gd name="connsiteY2" fmla="*/ 133166 h 457616"/>
              <a:gd name="connsiteX3" fmla="*/ 5844740 w 12082785"/>
              <a:gd name="connsiteY3" fmla="*/ 457616 h 457616"/>
              <a:gd name="connsiteX4" fmla="*/ 7034129 w 12082785"/>
              <a:gd name="connsiteY4" fmla="*/ 155775 h 457616"/>
              <a:gd name="connsiteX5" fmla="*/ 12082785 w 12082785"/>
              <a:gd name="connsiteY5" fmla="*/ 408374 h 457616"/>
              <a:gd name="connsiteX0" fmla="*/ 0 w 12082785"/>
              <a:gd name="connsiteY0" fmla="*/ 0 h 457616"/>
              <a:gd name="connsiteX1" fmla="*/ 2357488 w 12082785"/>
              <a:gd name="connsiteY1" fmla="*/ 292963 h 457616"/>
              <a:gd name="connsiteX2" fmla="*/ 4644696 w 12082785"/>
              <a:gd name="connsiteY2" fmla="*/ 133166 h 457616"/>
              <a:gd name="connsiteX3" fmla="*/ 5844740 w 12082785"/>
              <a:gd name="connsiteY3" fmla="*/ 457616 h 457616"/>
              <a:gd name="connsiteX4" fmla="*/ 7034129 w 12082785"/>
              <a:gd name="connsiteY4" fmla="*/ 155775 h 457616"/>
              <a:gd name="connsiteX5" fmla="*/ 12082785 w 12082785"/>
              <a:gd name="connsiteY5" fmla="*/ 408374 h 457616"/>
              <a:gd name="connsiteX0" fmla="*/ 0 w 12082785"/>
              <a:gd name="connsiteY0" fmla="*/ 0 h 457616"/>
              <a:gd name="connsiteX1" fmla="*/ 2357488 w 12082785"/>
              <a:gd name="connsiteY1" fmla="*/ 292963 h 457616"/>
              <a:gd name="connsiteX2" fmla="*/ 4644696 w 12082785"/>
              <a:gd name="connsiteY2" fmla="*/ 133166 h 457616"/>
              <a:gd name="connsiteX3" fmla="*/ 5844740 w 12082785"/>
              <a:gd name="connsiteY3" fmla="*/ 457616 h 457616"/>
              <a:gd name="connsiteX4" fmla="*/ 7034129 w 12082785"/>
              <a:gd name="connsiteY4" fmla="*/ 155775 h 457616"/>
              <a:gd name="connsiteX5" fmla="*/ 9290918 w 12082785"/>
              <a:gd name="connsiteY5" fmla="*/ 306695 h 457616"/>
              <a:gd name="connsiteX6" fmla="*/ 12082785 w 12082785"/>
              <a:gd name="connsiteY6" fmla="*/ 408374 h 457616"/>
              <a:gd name="connsiteX0" fmla="*/ 0 w 12082785"/>
              <a:gd name="connsiteY0" fmla="*/ 0 h 457616"/>
              <a:gd name="connsiteX1" fmla="*/ 2357488 w 12082785"/>
              <a:gd name="connsiteY1" fmla="*/ 292963 h 457616"/>
              <a:gd name="connsiteX2" fmla="*/ 4644696 w 12082785"/>
              <a:gd name="connsiteY2" fmla="*/ 133166 h 457616"/>
              <a:gd name="connsiteX3" fmla="*/ 5844740 w 12082785"/>
              <a:gd name="connsiteY3" fmla="*/ 457616 h 457616"/>
              <a:gd name="connsiteX4" fmla="*/ 7034129 w 12082785"/>
              <a:gd name="connsiteY4" fmla="*/ 155775 h 457616"/>
              <a:gd name="connsiteX5" fmla="*/ 9550145 w 12082785"/>
              <a:gd name="connsiteY5" fmla="*/ 342206 h 457616"/>
              <a:gd name="connsiteX6" fmla="*/ 12082785 w 12082785"/>
              <a:gd name="connsiteY6" fmla="*/ 408374 h 457616"/>
              <a:gd name="connsiteX0" fmla="*/ 0 w 12082785"/>
              <a:gd name="connsiteY0" fmla="*/ 0 h 457616"/>
              <a:gd name="connsiteX1" fmla="*/ 2357488 w 12082785"/>
              <a:gd name="connsiteY1" fmla="*/ 292963 h 457616"/>
              <a:gd name="connsiteX2" fmla="*/ 4644696 w 12082785"/>
              <a:gd name="connsiteY2" fmla="*/ 133166 h 457616"/>
              <a:gd name="connsiteX3" fmla="*/ 5844740 w 12082785"/>
              <a:gd name="connsiteY3" fmla="*/ 457616 h 457616"/>
              <a:gd name="connsiteX4" fmla="*/ 7034129 w 12082785"/>
              <a:gd name="connsiteY4" fmla="*/ 155775 h 457616"/>
              <a:gd name="connsiteX5" fmla="*/ 9550145 w 12082785"/>
              <a:gd name="connsiteY5" fmla="*/ 351084 h 457616"/>
              <a:gd name="connsiteX6" fmla="*/ 12082785 w 12082785"/>
              <a:gd name="connsiteY6" fmla="*/ 408374 h 4576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082785" h="457616">
                <a:moveTo>
                  <a:pt x="0" y="0"/>
                </a:moveTo>
                <a:cubicBezTo>
                  <a:pt x="494320" y="35141"/>
                  <a:pt x="1583372" y="270769"/>
                  <a:pt x="2357488" y="292963"/>
                </a:cubicBezTo>
                <a:cubicBezTo>
                  <a:pt x="3131604" y="315157"/>
                  <a:pt x="4043156" y="157510"/>
                  <a:pt x="4644696" y="133166"/>
                </a:cubicBezTo>
                <a:cubicBezTo>
                  <a:pt x="5246236" y="108822"/>
                  <a:pt x="5441419" y="403541"/>
                  <a:pt x="5844740" y="457616"/>
                </a:cubicBezTo>
                <a:cubicBezTo>
                  <a:pt x="6241203" y="357002"/>
                  <a:pt x="6439434" y="87713"/>
                  <a:pt x="7034129" y="155775"/>
                </a:cubicBezTo>
                <a:cubicBezTo>
                  <a:pt x="7608492" y="130622"/>
                  <a:pt x="8708702" y="308984"/>
                  <a:pt x="9550145" y="351084"/>
                </a:cubicBezTo>
                <a:cubicBezTo>
                  <a:pt x="10391588" y="393184"/>
                  <a:pt x="11617474" y="391428"/>
                  <a:pt x="12082785" y="408374"/>
                </a:cubicBezTo>
              </a:path>
            </a:pathLst>
          </a:custGeom>
          <a:ln>
            <a:tailEnd type="diamond" w="lg" len="lg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6" name="テキスト ボックス 85">
            <a:extLst>
              <a:ext uri="{FF2B5EF4-FFF2-40B4-BE49-F238E27FC236}">
                <a16:creationId xmlns:a16="http://schemas.microsoft.com/office/drawing/2014/main" id="{9714A5D1-15AC-11A5-2795-3A76A1010971}"/>
              </a:ext>
            </a:extLst>
          </p:cNvPr>
          <p:cNvSpPr txBox="1"/>
          <p:nvPr/>
        </p:nvSpPr>
        <p:spPr>
          <a:xfrm>
            <a:off x="7196883" y="5826370"/>
            <a:ext cx="466794" cy="26161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メイリオ"/>
                <a:cs typeface="+mn-cs"/>
              </a:rPr>
              <a:t>廃缶</a:t>
            </a:r>
            <a:endParaRPr kumimoji="1" lang="en-US" altLang="ja-JP" sz="11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メイリオ"/>
              <a:cs typeface="+mn-cs"/>
            </a:endParaRPr>
          </a:p>
        </p:txBody>
      </p:sp>
      <p:sp>
        <p:nvSpPr>
          <p:cNvPr id="87" name="フリーフォーム: 図形 86">
            <a:extLst>
              <a:ext uri="{FF2B5EF4-FFF2-40B4-BE49-F238E27FC236}">
                <a16:creationId xmlns:a16="http://schemas.microsoft.com/office/drawing/2014/main" id="{21FF8BCF-4DCC-BA8A-3642-FD1F8AEB6A70}"/>
              </a:ext>
            </a:extLst>
          </p:cNvPr>
          <p:cNvSpPr/>
          <p:nvPr/>
        </p:nvSpPr>
        <p:spPr>
          <a:xfrm>
            <a:off x="451027" y="3951496"/>
            <a:ext cx="7024610" cy="1437844"/>
          </a:xfrm>
          <a:custGeom>
            <a:avLst/>
            <a:gdLst>
              <a:gd name="connsiteX0" fmla="*/ 0 w 4237022"/>
              <a:gd name="connsiteY0" fmla="*/ 818918 h 1096756"/>
              <a:gd name="connsiteX1" fmla="*/ 344032 w 4237022"/>
              <a:gd name="connsiteY1" fmla="*/ 1072415 h 1096756"/>
              <a:gd name="connsiteX2" fmla="*/ 1176950 w 4237022"/>
              <a:gd name="connsiteY2" fmla="*/ 284763 h 1096756"/>
              <a:gd name="connsiteX3" fmla="*/ 2706986 w 4237022"/>
              <a:gd name="connsiteY3" fmla="*/ 13159 h 1096756"/>
              <a:gd name="connsiteX4" fmla="*/ 4237022 w 4237022"/>
              <a:gd name="connsiteY4" fmla="*/ 67480 h 1096756"/>
              <a:gd name="connsiteX0" fmla="*/ 0 w 7024610"/>
              <a:gd name="connsiteY0" fmla="*/ 805759 h 1083597"/>
              <a:gd name="connsiteX1" fmla="*/ 344032 w 7024610"/>
              <a:gd name="connsiteY1" fmla="*/ 1059256 h 1083597"/>
              <a:gd name="connsiteX2" fmla="*/ 1176950 w 7024610"/>
              <a:gd name="connsiteY2" fmla="*/ 271604 h 1083597"/>
              <a:gd name="connsiteX3" fmla="*/ 2706986 w 7024610"/>
              <a:gd name="connsiteY3" fmla="*/ 0 h 1083597"/>
              <a:gd name="connsiteX4" fmla="*/ 7024610 w 7024610"/>
              <a:gd name="connsiteY4" fmla="*/ 276263 h 1083597"/>
              <a:gd name="connsiteX0" fmla="*/ 0 w 7024610"/>
              <a:gd name="connsiteY0" fmla="*/ 805759 h 1093791"/>
              <a:gd name="connsiteX1" fmla="*/ 344032 w 7024610"/>
              <a:gd name="connsiteY1" fmla="*/ 1059256 h 1093791"/>
              <a:gd name="connsiteX2" fmla="*/ 1372259 w 7024610"/>
              <a:gd name="connsiteY2" fmla="*/ 111806 h 1093791"/>
              <a:gd name="connsiteX3" fmla="*/ 2706986 w 7024610"/>
              <a:gd name="connsiteY3" fmla="*/ 0 h 1093791"/>
              <a:gd name="connsiteX4" fmla="*/ 7024610 w 7024610"/>
              <a:gd name="connsiteY4" fmla="*/ 276263 h 1093791"/>
              <a:gd name="connsiteX0" fmla="*/ 0 w 7024610"/>
              <a:gd name="connsiteY0" fmla="*/ 797505 h 1085537"/>
              <a:gd name="connsiteX1" fmla="*/ 344032 w 7024610"/>
              <a:gd name="connsiteY1" fmla="*/ 1051002 h 1085537"/>
              <a:gd name="connsiteX2" fmla="*/ 1372259 w 7024610"/>
              <a:gd name="connsiteY2" fmla="*/ 103552 h 1085537"/>
              <a:gd name="connsiteX3" fmla="*/ 2715864 w 7024610"/>
              <a:gd name="connsiteY3" fmla="*/ 624 h 1085537"/>
              <a:gd name="connsiteX4" fmla="*/ 7024610 w 7024610"/>
              <a:gd name="connsiteY4" fmla="*/ 268009 h 1085537"/>
              <a:gd name="connsiteX0" fmla="*/ 0 w 7024610"/>
              <a:gd name="connsiteY0" fmla="*/ 796881 h 1079755"/>
              <a:gd name="connsiteX1" fmla="*/ 344032 w 7024610"/>
              <a:gd name="connsiteY1" fmla="*/ 1050378 h 1079755"/>
              <a:gd name="connsiteX2" fmla="*/ 1372259 w 7024610"/>
              <a:gd name="connsiteY2" fmla="*/ 182827 h 1079755"/>
              <a:gd name="connsiteX3" fmla="*/ 2715864 w 7024610"/>
              <a:gd name="connsiteY3" fmla="*/ 0 h 1079755"/>
              <a:gd name="connsiteX4" fmla="*/ 7024610 w 7024610"/>
              <a:gd name="connsiteY4" fmla="*/ 267385 h 1079755"/>
              <a:gd name="connsiteX0" fmla="*/ 0 w 7024610"/>
              <a:gd name="connsiteY0" fmla="*/ 796881 h 1071819"/>
              <a:gd name="connsiteX1" fmla="*/ 557096 w 7024610"/>
              <a:gd name="connsiteY1" fmla="*/ 1041500 h 1071819"/>
              <a:gd name="connsiteX2" fmla="*/ 1372259 w 7024610"/>
              <a:gd name="connsiteY2" fmla="*/ 182827 h 1071819"/>
              <a:gd name="connsiteX3" fmla="*/ 2715864 w 7024610"/>
              <a:gd name="connsiteY3" fmla="*/ 0 h 1071819"/>
              <a:gd name="connsiteX4" fmla="*/ 7024610 w 7024610"/>
              <a:gd name="connsiteY4" fmla="*/ 267385 h 1071819"/>
              <a:gd name="connsiteX0" fmla="*/ 0 w 7024610"/>
              <a:gd name="connsiteY0" fmla="*/ 796881 h 1071819"/>
              <a:gd name="connsiteX1" fmla="*/ 610362 w 7024610"/>
              <a:gd name="connsiteY1" fmla="*/ 1041500 h 1071819"/>
              <a:gd name="connsiteX2" fmla="*/ 1372259 w 7024610"/>
              <a:gd name="connsiteY2" fmla="*/ 182827 h 1071819"/>
              <a:gd name="connsiteX3" fmla="*/ 2715864 w 7024610"/>
              <a:gd name="connsiteY3" fmla="*/ 0 h 1071819"/>
              <a:gd name="connsiteX4" fmla="*/ 7024610 w 7024610"/>
              <a:gd name="connsiteY4" fmla="*/ 267385 h 1071819"/>
              <a:gd name="connsiteX0" fmla="*/ 0 w 7024610"/>
              <a:gd name="connsiteY0" fmla="*/ 796881 h 1041698"/>
              <a:gd name="connsiteX1" fmla="*/ 610362 w 7024610"/>
              <a:gd name="connsiteY1" fmla="*/ 1041500 h 1041698"/>
              <a:gd name="connsiteX2" fmla="*/ 1372259 w 7024610"/>
              <a:gd name="connsiteY2" fmla="*/ 182827 h 1041698"/>
              <a:gd name="connsiteX3" fmla="*/ 2715864 w 7024610"/>
              <a:gd name="connsiteY3" fmla="*/ 0 h 1041698"/>
              <a:gd name="connsiteX4" fmla="*/ 7024610 w 7024610"/>
              <a:gd name="connsiteY4" fmla="*/ 267385 h 1041698"/>
              <a:gd name="connsiteX0" fmla="*/ 0 w 7024610"/>
              <a:gd name="connsiteY0" fmla="*/ 796881 h 1041698"/>
              <a:gd name="connsiteX1" fmla="*/ 610362 w 7024610"/>
              <a:gd name="connsiteY1" fmla="*/ 1041500 h 1041698"/>
              <a:gd name="connsiteX2" fmla="*/ 1372259 w 7024610"/>
              <a:gd name="connsiteY2" fmla="*/ 182827 h 1041698"/>
              <a:gd name="connsiteX3" fmla="*/ 2715864 w 7024610"/>
              <a:gd name="connsiteY3" fmla="*/ 0 h 1041698"/>
              <a:gd name="connsiteX4" fmla="*/ 7024610 w 7024610"/>
              <a:gd name="connsiteY4" fmla="*/ 267385 h 1041698"/>
              <a:gd name="connsiteX0" fmla="*/ 0 w 7024610"/>
              <a:gd name="connsiteY0" fmla="*/ 796881 h 1112629"/>
              <a:gd name="connsiteX1" fmla="*/ 548218 w 7024610"/>
              <a:gd name="connsiteY1" fmla="*/ 1112522 h 1112629"/>
              <a:gd name="connsiteX2" fmla="*/ 1372259 w 7024610"/>
              <a:gd name="connsiteY2" fmla="*/ 182827 h 1112629"/>
              <a:gd name="connsiteX3" fmla="*/ 2715864 w 7024610"/>
              <a:gd name="connsiteY3" fmla="*/ 0 h 1112629"/>
              <a:gd name="connsiteX4" fmla="*/ 7024610 w 7024610"/>
              <a:gd name="connsiteY4" fmla="*/ 267385 h 1112629"/>
              <a:gd name="connsiteX0" fmla="*/ 0 w 7024610"/>
              <a:gd name="connsiteY0" fmla="*/ 796881 h 1112629"/>
              <a:gd name="connsiteX1" fmla="*/ 574851 w 7024610"/>
              <a:gd name="connsiteY1" fmla="*/ 1112522 h 1112629"/>
              <a:gd name="connsiteX2" fmla="*/ 1372259 w 7024610"/>
              <a:gd name="connsiteY2" fmla="*/ 182827 h 1112629"/>
              <a:gd name="connsiteX3" fmla="*/ 2715864 w 7024610"/>
              <a:gd name="connsiteY3" fmla="*/ 0 h 1112629"/>
              <a:gd name="connsiteX4" fmla="*/ 7024610 w 7024610"/>
              <a:gd name="connsiteY4" fmla="*/ 267385 h 1112629"/>
              <a:gd name="connsiteX0" fmla="*/ 0 w 7024610"/>
              <a:gd name="connsiteY0" fmla="*/ 796881 h 1148119"/>
              <a:gd name="connsiteX1" fmla="*/ 521585 w 7024610"/>
              <a:gd name="connsiteY1" fmla="*/ 1148032 h 1148119"/>
              <a:gd name="connsiteX2" fmla="*/ 1372259 w 7024610"/>
              <a:gd name="connsiteY2" fmla="*/ 182827 h 1148119"/>
              <a:gd name="connsiteX3" fmla="*/ 2715864 w 7024610"/>
              <a:gd name="connsiteY3" fmla="*/ 0 h 1148119"/>
              <a:gd name="connsiteX4" fmla="*/ 7024610 w 7024610"/>
              <a:gd name="connsiteY4" fmla="*/ 267385 h 1148119"/>
              <a:gd name="connsiteX0" fmla="*/ 0 w 7024610"/>
              <a:gd name="connsiteY0" fmla="*/ 796881 h 1219117"/>
              <a:gd name="connsiteX1" fmla="*/ 344031 w 7024610"/>
              <a:gd name="connsiteY1" fmla="*/ 1219054 h 1219117"/>
              <a:gd name="connsiteX2" fmla="*/ 1372259 w 7024610"/>
              <a:gd name="connsiteY2" fmla="*/ 182827 h 1219117"/>
              <a:gd name="connsiteX3" fmla="*/ 2715864 w 7024610"/>
              <a:gd name="connsiteY3" fmla="*/ 0 h 1219117"/>
              <a:gd name="connsiteX4" fmla="*/ 7024610 w 7024610"/>
              <a:gd name="connsiteY4" fmla="*/ 267385 h 1219117"/>
              <a:gd name="connsiteX0" fmla="*/ 0 w 7024610"/>
              <a:gd name="connsiteY0" fmla="*/ 796881 h 1219117"/>
              <a:gd name="connsiteX1" fmla="*/ 344031 w 7024610"/>
              <a:gd name="connsiteY1" fmla="*/ 1219054 h 1219117"/>
              <a:gd name="connsiteX2" fmla="*/ 1372259 w 7024610"/>
              <a:gd name="connsiteY2" fmla="*/ 182827 h 1219117"/>
              <a:gd name="connsiteX3" fmla="*/ 2715864 w 7024610"/>
              <a:gd name="connsiteY3" fmla="*/ 0 h 1219117"/>
              <a:gd name="connsiteX4" fmla="*/ 7024610 w 7024610"/>
              <a:gd name="connsiteY4" fmla="*/ 267385 h 1219117"/>
              <a:gd name="connsiteX0" fmla="*/ 0 w 7024610"/>
              <a:gd name="connsiteY0" fmla="*/ 796881 h 1219117"/>
              <a:gd name="connsiteX1" fmla="*/ 344031 w 7024610"/>
              <a:gd name="connsiteY1" fmla="*/ 1219054 h 1219117"/>
              <a:gd name="connsiteX2" fmla="*/ 1372259 w 7024610"/>
              <a:gd name="connsiteY2" fmla="*/ 182827 h 1219117"/>
              <a:gd name="connsiteX3" fmla="*/ 2715864 w 7024610"/>
              <a:gd name="connsiteY3" fmla="*/ 0 h 1219117"/>
              <a:gd name="connsiteX4" fmla="*/ 7024610 w 7024610"/>
              <a:gd name="connsiteY4" fmla="*/ 267385 h 1219117"/>
              <a:gd name="connsiteX0" fmla="*/ 0 w 7024610"/>
              <a:gd name="connsiteY0" fmla="*/ 796881 h 1219117"/>
              <a:gd name="connsiteX1" fmla="*/ 344031 w 7024610"/>
              <a:gd name="connsiteY1" fmla="*/ 1219054 h 1219117"/>
              <a:gd name="connsiteX2" fmla="*/ 1372259 w 7024610"/>
              <a:gd name="connsiteY2" fmla="*/ 182827 h 1219117"/>
              <a:gd name="connsiteX3" fmla="*/ 2715864 w 7024610"/>
              <a:gd name="connsiteY3" fmla="*/ 0 h 1219117"/>
              <a:gd name="connsiteX4" fmla="*/ 7024610 w 7024610"/>
              <a:gd name="connsiteY4" fmla="*/ 267385 h 1219117"/>
              <a:gd name="connsiteX0" fmla="*/ 0 w 7024610"/>
              <a:gd name="connsiteY0" fmla="*/ 796881 h 1227993"/>
              <a:gd name="connsiteX1" fmla="*/ 361786 w 7024610"/>
              <a:gd name="connsiteY1" fmla="*/ 1227932 h 1227993"/>
              <a:gd name="connsiteX2" fmla="*/ 1372259 w 7024610"/>
              <a:gd name="connsiteY2" fmla="*/ 182827 h 1227993"/>
              <a:gd name="connsiteX3" fmla="*/ 2715864 w 7024610"/>
              <a:gd name="connsiteY3" fmla="*/ 0 h 1227993"/>
              <a:gd name="connsiteX4" fmla="*/ 7024610 w 7024610"/>
              <a:gd name="connsiteY4" fmla="*/ 267385 h 1227993"/>
              <a:gd name="connsiteX0" fmla="*/ 0 w 7024610"/>
              <a:gd name="connsiteY0" fmla="*/ 796881 h 1148120"/>
              <a:gd name="connsiteX1" fmla="*/ 326276 w 7024610"/>
              <a:gd name="connsiteY1" fmla="*/ 1148033 h 1148120"/>
              <a:gd name="connsiteX2" fmla="*/ 1372259 w 7024610"/>
              <a:gd name="connsiteY2" fmla="*/ 182827 h 1148120"/>
              <a:gd name="connsiteX3" fmla="*/ 2715864 w 7024610"/>
              <a:gd name="connsiteY3" fmla="*/ 0 h 1148120"/>
              <a:gd name="connsiteX4" fmla="*/ 7024610 w 7024610"/>
              <a:gd name="connsiteY4" fmla="*/ 267385 h 1148120"/>
              <a:gd name="connsiteX0" fmla="*/ 0 w 7024610"/>
              <a:gd name="connsiteY0" fmla="*/ 867903 h 1219142"/>
              <a:gd name="connsiteX1" fmla="*/ 326276 w 7024610"/>
              <a:gd name="connsiteY1" fmla="*/ 1219055 h 1219142"/>
              <a:gd name="connsiteX2" fmla="*/ 1372259 w 7024610"/>
              <a:gd name="connsiteY2" fmla="*/ 253849 h 1219142"/>
              <a:gd name="connsiteX3" fmla="*/ 2751375 w 7024610"/>
              <a:gd name="connsiteY3" fmla="*/ 0 h 1219142"/>
              <a:gd name="connsiteX4" fmla="*/ 7024610 w 7024610"/>
              <a:gd name="connsiteY4" fmla="*/ 338407 h 1219142"/>
              <a:gd name="connsiteX0" fmla="*/ 0 w 7024610"/>
              <a:gd name="connsiteY0" fmla="*/ 867903 h 1219142"/>
              <a:gd name="connsiteX1" fmla="*/ 326276 w 7024610"/>
              <a:gd name="connsiteY1" fmla="*/ 1219055 h 1219142"/>
              <a:gd name="connsiteX2" fmla="*/ 1372259 w 7024610"/>
              <a:gd name="connsiteY2" fmla="*/ 253849 h 1219142"/>
              <a:gd name="connsiteX3" fmla="*/ 2751375 w 7024610"/>
              <a:gd name="connsiteY3" fmla="*/ 0 h 1219142"/>
              <a:gd name="connsiteX4" fmla="*/ 3456052 w 7024610"/>
              <a:gd name="connsiteY4" fmla="*/ 73327 h 1219142"/>
              <a:gd name="connsiteX5" fmla="*/ 7024610 w 7024610"/>
              <a:gd name="connsiteY5" fmla="*/ 338407 h 1219142"/>
              <a:gd name="connsiteX0" fmla="*/ 0 w 7024610"/>
              <a:gd name="connsiteY0" fmla="*/ 867903 h 1219142"/>
              <a:gd name="connsiteX1" fmla="*/ 326276 w 7024610"/>
              <a:gd name="connsiteY1" fmla="*/ 1219055 h 1219142"/>
              <a:gd name="connsiteX2" fmla="*/ 1372259 w 7024610"/>
              <a:gd name="connsiteY2" fmla="*/ 253849 h 1219142"/>
              <a:gd name="connsiteX3" fmla="*/ 2751375 w 7024610"/>
              <a:gd name="connsiteY3" fmla="*/ 0 h 1219142"/>
              <a:gd name="connsiteX4" fmla="*/ 3393909 w 7024610"/>
              <a:gd name="connsiteY4" fmla="*/ 650375 h 1219142"/>
              <a:gd name="connsiteX5" fmla="*/ 7024610 w 7024610"/>
              <a:gd name="connsiteY5" fmla="*/ 338407 h 1219142"/>
              <a:gd name="connsiteX0" fmla="*/ 0 w 7024610"/>
              <a:gd name="connsiteY0" fmla="*/ 867903 h 1219142"/>
              <a:gd name="connsiteX1" fmla="*/ 326276 w 7024610"/>
              <a:gd name="connsiteY1" fmla="*/ 1219055 h 1219142"/>
              <a:gd name="connsiteX2" fmla="*/ 1372259 w 7024610"/>
              <a:gd name="connsiteY2" fmla="*/ 253849 h 1219142"/>
              <a:gd name="connsiteX3" fmla="*/ 2751375 w 7024610"/>
              <a:gd name="connsiteY3" fmla="*/ 0 h 1219142"/>
              <a:gd name="connsiteX4" fmla="*/ 3420542 w 7024610"/>
              <a:gd name="connsiteY4" fmla="*/ 517210 h 1219142"/>
              <a:gd name="connsiteX5" fmla="*/ 7024610 w 7024610"/>
              <a:gd name="connsiteY5" fmla="*/ 338407 h 1219142"/>
              <a:gd name="connsiteX0" fmla="*/ 0 w 7024610"/>
              <a:gd name="connsiteY0" fmla="*/ 867903 h 1219142"/>
              <a:gd name="connsiteX1" fmla="*/ 326276 w 7024610"/>
              <a:gd name="connsiteY1" fmla="*/ 1219055 h 1219142"/>
              <a:gd name="connsiteX2" fmla="*/ 1372259 w 7024610"/>
              <a:gd name="connsiteY2" fmla="*/ 253849 h 1219142"/>
              <a:gd name="connsiteX3" fmla="*/ 2751375 w 7024610"/>
              <a:gd name="connsiteY3" fmla="*/ 0 h 1219142"/>
              <a:gd name="connsiteX4" fmla="*/ 3420542 w 7024610"/>
              <a:gd name="connsiteY4" fmla="*/ 517210 h 1219142"/>
              <a:gd name="connsiteX5" fmla="*/ 7024610 w 7024610"/>
              <a:gd name="connsiteY5" fmla="*/ 338407 h 1219142"/>
              <a:gd name="connsiteX0" fmla="*/ 0 w 7024610"/>
              <a:gd name="connsiteY0" fmla="*/ 867903 h 1219142"/>
              <a:gd name="connsiteX1" fmla="*/ 326276 w 7024610"/>
              <a:gd name="connsiteY1" fmla="*/ 1219055 h 1219142"/>
              <a:gd name="connsiteX2" fmla="*/ 1372259 w 7024610"/>
              <a:gd name="connsiteY2" fmla="*/ 253849 h 1219142"/>
              <a:gd name="connsiteX3" fmla="*/ 2751375 w 7024610"/>
              <a:gd name="connsiteY3" fmla="*/ 0 h 1219142"/>
              <a:gd name="connsiteX4" fmla="*/ 3420542 w 7024610"/>
              <a:gd name="connsiteY4" fmla="*/ 517210 h 1219142"/>
              <a:gd name="connsiteX5" fmla="*/ 7024610 w 7024610"/>
              <a:gd name="connsiteY5" fmla="*/ 338407 h 1219142"/>
              <a:gd name="connsiteX0" fmla="*/ 0 w 7024610"/>
              <a:gd name="connsiteY0" fmla="*/ 867903 h 1219142"/>
              <a:gd name="connsiteX1" fmla="*/ 326276 w 7024610"/>
              <a:gd name="connsiteY1" fmla="*/ 1219055 h 1219142"/>
              <a:gd name="connsiteX2" fmla="*/ 1372259 w 7024610"/>
              <a:gd name="connsiteY2" fmla="*/ 253849 h 1219142"/>
              <a:gd name="connsiteX3" fmla="*/ 2751375 w 7024610"/>
              <a:gd name="connsiteY3" fmla="*/ 0 h 1219142"/>
              <a:gd name="connsiteX4" fmla="*/ 3420542 w 7024610"/>
              <a:gd name="connsiteY4" fmla="*/ 517210 h 1219142"/>
              <a:gd name="connsiteX5" fmla="*/ 3962080 w 7024610"/>
              <a:gd name="connsiteY5" fmla="*/ 499455 h 1219142"/>
              <a:gd name="connsiteX6" fmla="*/ 7024610 w 7024610"/>
              <a:gd name="connsiteY6" fmla="*/ 338407 h 1219142"/>
              <a:gd name="connsiteX0" fmla="*/ 0 w 7024610"/>
              <a:gd name="connsiteY0" fmla="*/ 954375 h 1305614"/>
              <a:gd name="connsiteX1" fmla="*/ 326276 w 7024610"/>
              <a:gd name="connsiteY1" fmla="*/ 1305527 h 1305614"/>
              <a:gd name="connsiteX2" fmla="*/ 1372259 w 7024610"/>
              <a:gd name="connsiteY2" fmla="*/ 340321 h 1305614"/>
              <a:gd name="connsiteX3" fmla="*/ 2751375 w 7024610"/>
              <a:gd name="connsiteY3" fmla="*/ 86472 h 1305614"/>
              <a:gd name="connsiteX4" fmla="*/ 3420542 w 7024610"/>
              <a:gd name="connsiteY4" fmla="*/ 603682 h 1305614"/>
              <a:gd name="connsiteX5" fmla="*/ 4104123 w 7024610"/>
              <a:gd name="connsiteY5" fmla="*/ 0 h 1305614"/>
              <a:gd name="connsiteX6" fmla="*/ 7024610 w 7024610"/>
              <a:gd name="connsiteY6" fmla="*/ 424879 h 1305614"/>
              <a:gd name="connsiteX0" fmla="*/ 0 w 7024610"/>
              <a:gd name="connsiteY0" fmla="*/ 957842 h 1309081"/>
              <a:gd name="connsiteX1" fmla="*/ 326276 w 7024610"/>
              <a:gd name="connsiteY1" fmla="*/ 1308994 h 1309081"/>
              <a:gd name="connsiteX2" fmla="*/ 1372259 w 7024610"/>
              <a:gd name="connsiteY2" fmla="*/ 343788 h 1309081"/>
              <a:gd name="connsiteX3" fmla="*/ 2751375 w 7024610"/>
              <a:gd name="connsiteY3" fmla="*/ 89939 h 1309081"/>
              <a:gd name="connsiteX4" fmla="*/ 3420542 w 7024610"/>
              <a:gd name="connsiteY4" fmla="*/ 607149 h 1309081"/>
              <a:gd name="connsiteX5" fmla="*/ 4104123 w 7024610"/>
              <a:gd name="connsiteY5" fmla="*/ 3467 h 1309081"/>
              <a:gd name="connsiteX6" fmla="*/ 7024610 w 7024610"/>
              <a:gd name="connsiteY6" fmla="*/ 428346 h 1309081"/>
              <a:gd name="connsiteX0" fmla="*/ 0 w 7024610"/>
              <a:gd name="connsiteY0" fmla="*/ 957061 h 1308300"/>
              <a:gd name="connsiteX1" fmla="*/ 326276 w 7024610"/>
              <a:gd name="connsiteY1" fmla="*/ 1308213 h 1308300"/>
              <a:gd name="connsiteX2" fmla="*/ 1372259 w 7024610"/>
              <a:gd name="connsiteY2" fmla="*/ 343007 h 1308300"/>
              <a:gd name="connsiteX3" fmla="*/ 2751375 w 7024610"/>
              <a:gd name="connsiteY3" fmla="*/ 89158 h 1308300"/>
              <a:gd name="connsiteX4" fmla="*/ 3420542 w 7024610"/>
              <a:gd name="connsiteY4" fmla="*/ 748411 h 1308300"/>
              <a:gd name="connsiteX5" fmla="*/ 4104123 w 7024610"/>
              <a:gd name="connsiteY5" fmla="*/ 2686 h 1308300"/>
              <a:gd name="connsiteX6" fmla="*/ 7024610 w 7024610"/>
              <a:gd name="connsiteY6" fmla="*/ 427565 h 1308300"/>
              <a:gd name="connsiteX0" fmla="*/ 0 w 7024610"/>
              <a:gd name="connsiteY0" fmla="*/ 957061 h 1308300"/>
              <a:gd name="connsiteX1" fmla="*/ 326276 w 7024610"/>
              <a:gd name="connsiteY1" fmla="*/ 1308213 h 1308300"/>
              <a:gd name="connsiteX2" fmla="*/ 1372259 w 7024610"/>
              <a:gd name="connsiteY2" fmla="*/ 343007 h 1308300"/>
              <a:gd name="connsiteX3" fmla="*/ 2751375 w 7024610"/>
              <a:gd name="connsiteY3" fmla="*/ 89158 h 1308300"/>
              <a:gd name="connsiteX4" fmla="*/ 3420542 w 7024610"/>
              <a:gd name="connsiteY4" fmla="*/ 748411 h 1308300"/>
              <a:gd name="connsiteX5" fmla="*/ 4104123 w 7024610"/>
              <a:gd name="connsiteY5" fmla="*/ 2686 h 1308300"/>
              <a:gd name="connsiteX6" fmla="*/ 7024610 w 7024610"/>
              <a:gd name="connsiteY6" fmla="*/ 427565 h 1308300"/>
              <a:gd name="connsiteX0" fmla="*/ 0 w 7024610"/>
              <a:gd name="connsiteY0" fmla="*/ 957061 h 1308300"/>
              <a:gd name="connsiteX1" fmla="*/ 326276 w 7024610"/>
              <a:gd name="connsiteY1" fmla="*/ 1308213 h 1308300"/>
              <a:gd name="connsiteX2" fmla="*/ 1372259 w 7024610"/>
              <a:gd name="connsiteY2" fmla="*/ 343007 h 1308300"/>
              <a:gd name="connsiteX3" fmla="*/ 2751375 w 7024610"/>
              <a:gd name="connsiteY3" fmla="*/ 89158 h 1308300"/>
              <a:gd name="connsiteX4" fmla="*/ 3420542 w 7024610"/>
              <a:gd name="connsiteY4" fmla="*/ 748411 h 1308300"/>
              <a:gd name="connsiteX5" fmla="*/ 4104123 w 7024610"/>
              <a:gd name="connsiteY5" fmla="*/ 2686 h 1308300"/>
              <a:gd name="connsiteX6" fmla="*/ 5657715 w 7024610"/>
              <a:gd name="connsiteY6" fmla="*/ 233507 h 1308300"/>
              <a:gd name="connsiteX7" fmla="*/ 7024610 w 7024610"/>
              <a:gd name="connsiteY7" fmla="*/ 427565 h 1308300"/>
              <a:gd name="connsiteX0" fmla="*/ 0 w 7024610"/>
              <a:gd name="connsiteY0" fmla="*/ 1043151 h 1394390"/>
              <a:gd name="connsiteX1" fmla="*/ 326276 w 7024610"/>
              <a:gd name="connsiteY1" fmla="*/ 1394303 h 1394390"/>
              <a:gd name="connsiteX2" fmla="*/ 1372259 w 7024610"/>
              <a:gd name="connsiteY2" fmla="*/ 429097 h 1394390"/>
              <a:gd name="connsiteX3" fmla="*/ 2751375 w 7024610"/>
              <a:gd name="connsiteY3" fmla="*/ 175248 h 1394390"/>
              <a:gd name="connsiteX4" fmla="*/ 3420542 w 7024610"/>
              <a:gd name="connsiteY4" fmla="*/ 834501 h 1394390"/>
              <a:gd name="connsiteX5" fmla="*/ 4104123 w 7024610"/>
              <a:gd name="connsiteY5" fmla="*/ 88776 h 1394390"/>
              <a:gd name="connsiteX6" fmla="*/ 5542305 w 7024610"/>
              <a:gd name="connsiteY6" fmla="*/ 0 h 1394390"/>
              <a:gd name="connsiteX7" fmla="*/ 7024610 w 7024610"/>
              <a:gd name="connsiteY7" fmla="*/ 513655 h 1394390"/>
              <a:gd name="connsiteX0" fmla="*/ 0 w 7024610"/>
              <a:gd name="connsiteY0" fmla="*/ 1073578 h 1424817"/>
              <a:gd name="connsiteX1" fmla="*/ 326276 w 7024610"/>
              <a:gd name="connsiteY1" fmla="*/ 1424730 h 1424817"/>
              <a:gd name="connsiteX2" fmla="*/ 1372259 w 7024610"/>
              <a:gd name="connsiteY2" fmla="*/ 459524 h 1424817"/>
              <a:gd name="connsiteX3" fmla="*/ 2751375 w 7024610"/>
              <a:gd name="connsiteY3" fmla="*/ 205675 h 1424817"/>
              <a:gd name="connsiteX4" fmla="*/ 3420542 w 7024610"/>
              <a:gd name="connsiteY4" fmla="*/ 864928 h 1424817"/>
              <a:gd name="connsiteX5" fmla="*/ 4104123 w 7024610"/>
              <a:gd name="connsiteY5" fmla="*/ 119203 h 1424817"/>
              <a:gd name="connsiteX6" fmla="*/ 5542305 w 7024610"/>
              <a:gd name="connsiteY6" fmla="*/ 30427 h 1424817"/>
              <a:gd name="connsiteX7" fmla="*/ 7024610 w 7024610"/>
              <a:gd name="connsiteY7" fmla="*/ 544082 h 1424817"/>
              <a:gd name="connsiteX0" fmla="*/ 0 w 7024610"/>
              <a:gd name="connsiteY0" fmla="*/ 1073578 h 1424817"/>
              <a:gd name="connsiteX1" fmla="*/ 326276 w 7024610"/>
              <a:gd name="connsiteY1" fmla="*/ 1424730 h 1424817"/>
              <a:gd name="connsiteX2" fmla="*/ 1372259 w 7024610"/>
              <a:gd name="connsiteY2" fmla="*/ 459524 h 1424817"/>
              <a:gd name="connsiteX3" fmla="*/ 2751375 w 7024610"/>
              <a:gd name="connsiteY3" fmla="*/ 205675 h 1424817"/>
              <a:gd name="connsiteX4" fmla="*/ 3420542 w 7024610"/>
              <a:gd name="connsiteY4" fmla="*/ 864928 h 1424817"/>
              <a:gd name="connsiteX5" fmla="*/ 4104123 w 7024610"/>
              <a:gd name="connsiteY5" fmla="*/ 119203 h 1424817"/>
              <a:gd name="connsiteX6" fmla="*/ 5542305 w 7024610"/>
              <a:gd name="connsiteY6" fmla="*/ 30427 h 1424817"/>
              <a:gd name="connsiteX7" fmla="*/ 7024610 w 7024610"/>
              <a:gd name="connsiteY7" fmla="*/ 544082 h 1424817"/>
              <a:gd name="connsiteX0" fmla="*/ 0 w 7024610"/>
              <a:gd name="connsiteY0" fmla="*/ 1084789 h 1436028"/>
              <a:gd name="connsiteX1" fmla="*/ 326276 w 7024610"/>
              <a:gd name="connsiteY1" fmla="*/ 1435941 h 1436028"/>
              <a:gd name="connsiteX2" fmla="*/ 1372259 w 7024610"/>
              <a:gd name="connsiteY2" fmla="*/ 470735 h 1436028"/>
              <a:gd name="connsiteX3" fmla="*/ 2751375 w 7024610"/>
              <a:gd name="connsiteY3" fmla="*/ 216886 h 1436028"/>
              <a:gd name="connsiteX4" fmla="*/ 3420542 w 7024610"/>
              <a:gd name="connsiteY4" fmla="*/ 876139 h 1436028"/>
              <a:gd name="connsiteX5" fmla="*/ 4104123 w 7024610"/>
              <a:gd name="connsiteY5" fmla="*/ 130414 h 1436028"/>
              <a:gd name="connsiteX6" fmla="*/ 5542305 w 7024610"/>
              <a:gd name="connsiteY6" fmla="*/ 41638 h 1436028"/>
              <a:gd name="connsiteX7" fmla="*/ 7024610 w 7024610"/>
              <a:gd name="connsiteY7" fmla="*/ 555293 h 1436028"/>
              <a:gd name="connsiteX0" fmla="*/ 0 w 7024610"/>
              <a:gd name="connsiteY0" fmla="*/ 1084789 h 1436028"/>
              <a:gd name="connsiteX1" fmla="*/ 326276 w 7024610"/>
              <a:gd name="connsiteY1" fmla="*/ 1435941 h 1436028"/>
              <a:gd name="connsiteX2" fmla="*/ 1372259 w 7024610"/>
              <a:gd name="connsiteY2" fmla="*/ 470735 h 1436028"/>
              <a:gd name="connsiteX3" fmla="*/ 2751375 w 7024610"/>
              <a:gd name="connsiteY3" fmla="*/ 216886 h 1436028"/>
              <a:gd name="connsiteX4" fmla="*/ 3420542 w 7024610"/>
              <a:gd name="connsiteY4" fmla="*/ 876139 h 1436028"/>
              <a:gd name="connsiteX5" fmla="*/ 4104123 w 7024610"/>
              <a:gd name="connsiteY5" fmla="*/ 130414 h 1436028"/>
              <a:gd name="connsiteX6" fmla="*/ 5542305 w 7024610"/>
              <a:gd name="connsiteY6" fmla="*/ 41638 h 1436028"/>
              <a:gd name="connsiteX7" fmla="*/ 7024610 w 7024610"/>
              <a:gd name="connsiteY7" fmla="*/ 555293 h 1436028"/>
              <a:gd name="connsiteX0" fmla="*/ 0 w 7024610"/>
              <a:gd name="connsiteY0" fmla="*/ 1086605 h 1437844"/>
              <a:gd name="connsiteX1" fmla="*/ 326276 w 7024610"/>
              <a:gd name="connsiteY1" fmla="*/ 1437757 h 1437844"/>
              <a:gd name="connsiteX2" fmla="*/ 1372259 w 7024610"/>
              <a:gd name="connsiteY2" fmla="*/ 472551 h 1437844"/>
              <a:gd name="connsiteX3" fmla="*/ 2751375 w 7024610"/>
              <a:gd name="connsiteY3" fmla="*/ 218702 h 1437844"/>
              <a:gd name="connsiteX4" fmla="*/ 3420542 w 7024610"/>
              <a:gd name="connsiteY4" fmla="*/ 877955 h 1437844"/>
              <a:gd name="connsiteX5" fmla="*/ 4104123 w 7024610"/>
              <a:gd name="connsiteY5" fmla="*/ 132230 h 1437844"/>
              <a:gd name="connsiteX6" fmla="*/ 5542305 w 7024610"/>
              <a:gd name="connsiteY6" fmla="*/ 43454 h 1437844"/>
              <a:gd name="connsiteX7" fmla="*/ 7024610 w 7024610"/>
              <a:gd name="connsiteY7" fmla="*/ 557109 h 1437844"/>
              <a:gd name="connsiteX0" fmla="*/ 0 w 7024610"/>
              <a:gd name="connsiteY0" fmla="*/ 1086605 h 1437844"/>
              <a:gd name="connsiteX1" fmla="*/ 326276 w 7024610"/>
              <a:gd name="connsiteY1" fmla="*/ 1437757 h 1437844"/>
              <a:gd name="connsiteX2" fmla="*/ 1372259 w 7024610"/>
              <a:gd name="connsiteY2" fmla="*/ 472551 h 1437844"/>
              <a:gd name="connsiteX3" fmla="*/ 2751375 w 7024610"/>
              <a:gd name="connsiteY3" fmla="*/ 218702 h 1437844"/>
              <a:gd name="connsiteX4" fmla="*/ 3420542 w 7024610"/>
              <a:gd name="connsiteY4" fmla="*/ 877955 h 1437844"/>
              <a:gd name="connsiteX5" fmla="*/ 4104123 w 7024610"/>
              <a:gd name="connsiteY5" fmla="*/ 132230 h 1437844"/>
              <a:gd name="connsiteX6" fmla="*/ 5542305 w 7024610"/>
              <a:gd name="connsiteY6" fmla="*/ 43454 h 1437844"/>
              <a:gd name="connsiteX7" fmla="*/ 7024610 w 7024610"/>
              <a:gd name="connsiteY7" fmla="*/ 557109 h 1437844"/>
              <a:gd name="connsiteX0" fmla="*/ 0 w 7024610"/>
              <a:gd name="connsiteY0" fmla="*/ 1086605 h 1437844"/>
              <a:gd name="connsiteX1" fmla="*/ 326276 w 7024610"/>
              <a:gd name="connsiteY1" fmla="*/ 1437757 h 1437844"/>
              <a:gd name="connsiteX2" fmla="*/ 1372259 w 7024610"/>
              <a:gd name="connsiteY2" fmla="*/ 472551 h 1437844"/>
              <a:gd name="connsiteX3" fmla="*/ 2751375 w 7024610"/>
              <a:gd name="connsiteY3" fmla="*/ 218702 h 1437844"/>
              <a:gd name="connsiteX4" fmla="*/ 3420542 w 7024610"/>
              <a:gd name="connsiteY4" fmla="*/ 877955 h 1437844"/>
              <a:gd name="connsiteX5" fmla="*/ 4104123 w 7024610"/>
              <a:gd name="connsiteY5" fmla="*/ 132230 h 1437844"/>
              <a:gd name="connsiteX6" fmla="*/ 5542305 w 7024610"/>
              <a:gd name="connsiteY6" fmla="*/ 43454 h 1437844"/>
              <a:gd name="connsiteX7" fmla="*/ 7024610 w 7024610"/>
              <a:gd name="connsiteY7" fmla="*/ 557109 h 1437844"/>
              <a:gd name="connsiteX0" fmla="*/ 0 w 7024610"/>
              <a:gd name="connsiteY0" fmla="*/ 1086605 h 1437844"/>
              <a:gd name="connsiteX1" fmla="*/ 326276 w 7024610"/>
              <a:gd name="connsiteY1" fmla="*/ 1437757 h 1437844"/>
              <a:gd name="connsiteX2" fmla="*/ 1372259 w 7024610"/>
              <a:gd name="connsiteY2" fmla="*/ 472551 h 1437844"/>
              <a:gd name="connsiteX3" fmla="*/ 2751375 w 7024610"/>
              <a:gd name="connsiteY3" fmla="*/ 218702 h 1437844"/>
              <a:gd name="connsiteX4" fmla="*/ 3420542 w 7024610"/>
              <a:gd name="connsiteY4" fmla="*/ 877955 h 1437844"/>
              <a:gd name="connsiteX5" fmla="*/ 4104123 w 7024610"/>
              <a:gd name="connsiteY5" fmla="*/ 132230 h 1437844"/>
              <a:gd name="connsiteX6" fmla="*/ 5542305 w 7024610"/>
              <a:gd name="connsiteY6" fmla="*/ 43454 h 1437844"/>
              <a:gd name="connsiteX7" fmla="*/ 7024610 w 7024610"/>
              <a:gd name="connsiteY7" fmla="*/ 557109 h 1437844"/>
              <a:gd name="connsiteX0" fmla="*/ 0 w 7024610"/>
              <a:gd name="connsiteY0" fmla="*/ 1086605 h 1437844"/>
              <a:gd name="connsiteX1" fmla="*/ 326276 w 7024610"/>
              <a:gd name="connsiteY1" fmla="*/ 1437757 h 1437844"/>
              <a:gd name="connsiteX2" fmla="*/ 1372259 w 7024610"/>
              <a:gd name="connsiteY2" fmla="*/ 472551 h 1437844"/>
              <a:gd name="connsiteX3" fmla="*/ 2751375 w 7024610"/>
              <a:gd name="connsiteY3" fmla="*/ 218702 h 1437844"/>
              <a:gd name="connsiteX4" fmla="*/ 3385031 w 7024610"/>
              <a:gd name="connsiteY4" fmla="*/ 904588 h 1437844"/>
              <a:gd name="connsiteX5" fmla="*/ 4104123 w 7024610"/>
              <a:gd name="connsiteY5" fmla="*/ 132230 h 1437844"/>
              <a:gd name="connsiteX6" fmla="*/ 5542305 w 7024610"/>
              <a:gd name="connsiteY6" fmla="*/ 43454 h 1437844"/>
              <a:gd name="connsiteX7" fmla="*/ 7024610 w 7024610"/>
              <a:gd name="connsiteY7" fmla="*/ 557109 h 14378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024610" h="1437844">
                <a:moveTo>
                  <a:pt x="0" y="1086605"/>
                </a:moveTo>
                <a:cubicBezTo>
                  <a:pt x="207102" y="1257866"/>
                  <a:pt x="141955" y="1442445"/>
                  <a:pt x="326276" y="1437757"/>
                </a:cubicBezTo>
                <a:cubicBezTo>
                  <a:pt x="510597" y="1433069"/>
                  <a:pt x="968076" y="675727"/>
                  <a:pt x="1372259" y="472551"/>
                </a:cubicBezTo>
                <a:cubicBezTo>
                  <a:pt x="1776442" y="269375"/>
                  <a:pt x="2404076" y="248789"/>
                  <a:pt x="2751375" y="218702"/>
                </a:cubicBezTo>
                <a:cubicBezTo>
                  <a:pt x="3151985" y="222429"/>
                  <a:pt x="2993299" y="803206"/>
                  <a:pt x="3385031" y="904588"/>
                </a:cubicBezTo>
                <a:cubicBezTo>
                  <a:pt x="3701669" y="694483"/>
                  <a:pt x="3689831" y="244680"/>
                  <a:pt x="4104123" y="132230"/>
                </a:cubicBezTo>
                <a:cubicBezTo>
                  <a:pt x="4610150" y="22739"/>
                  <a:pt x="5098421" y="-51241"/>
                  <a:pt x="5542305" y="43454"/>
                </a:cubicBezTo>
                <a:lnTo>
                  <a:pt x="7024610" y="557109"/>
                </a:lnTo>
              </a:path>
            </a:pathLst>
          </a:custGeom>
          <a:ln w="28575">
            <a:tailEnd type="diamond" w="lg" len="lg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02CCD5A1-C33E-3D82-8097-810B1E9E5B54}"/>
              </a:ext>
            </a:extLst>
          </p:cNvPr>
          <p:cNvSpPr txBox="1"/>
          <p:nvPr/>
        </p:nvSpPr>
        <p:spPr>
          <a:xfrm>
            <a:off x="5292080" y="260648"/>
            <a:ext cx="23042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1200" b="1" dirty="0">
                <a:highlight>
                  <a:srgbClr val="FFFF00"/>
                </a:highlight>
                <a:latin typeface="+mn-ea"/>
              </a:rPr>
              <a:t>※</a:t>
            </a:r>
            <a:r>
              <a:rPr kumimoji="1" lang="ja-JP" altLang="en-US" sz="1200" b="1" dirty="0">
                <a:highlight>
                  <a:srgbClr val="FFFF00"/>
                </a:highlight>
                <a:latin typeface="+mn-ea"/>
              </a:rPr>
              <a:t>今後ブラッシュアップ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6495CCD4-0420-5CC8-8FB7-3AB798AEB0CA}"/>
              </a:ext>
            </a:extLst>
          </p:cNvPr>
          <p:cNvSpPr txBox="1"/>
          <p:nvPr/>
        </p:nvSpPr>
        <p:spPr>
          <a:xfrm>
            <a:off x="4552065" y="2419422"/>
            <a:ext cx="157684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200" b="1" dirty="0">
                <a:latin typeface="+mn-ea"/>
              </a:rPr>
              <a:t>ランク</a:t>
            </a:r>
            <a:r>
              <a:rPr lang="en-US" altLang="ja-JP" sz="1200" b="1" dirty="0">
                <a:latin typeface="+mn-ea"/>
              </a:rPr>
              <a:t>A-2</a:t>
            </a:r>
          </a:p>
          <a:p>
            <a:pPr marL="0" marR="0" lvl="0" indent="0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US" altLang="ja-JP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kumimoji="1" lang="ja-JP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能動的拡販</a:t>
            </a:r>
            <a:r>
              <a:rPr kumimoji="1" lang="en-US" altLang="ja-JP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</a:p>
          <a:p>
            <a:r>
              <a:rPr kumimoji="1" lang="ja-JP" altLang="en-US" sz="1200" dirty="0">
                <a:latin typeface="+mn-ea"/>
              </a:rPr>
              <a:t>予備品拡販</a:t>
            </a:r>
            <a:endParaRPr kumimoji="1" lang="en-US" altLang="ja-JP" sz="1200" dirty="0">
              <a:latin typeface="+mn-ea"/>
            </a:endParaRPr>
          </a:p>
          <a:p>
            <a:r>
              <a:rPr kumimoji="1" lang="ja-JP" altLang="en-US" sz="1200" dirty="0">
                <a:latin typeface="+mn-ea"/>
              </a:rPr>
              <a:t>消耗品パーツ拡販</a:t>
            </a:r>
            <a:endParaRPr kumimoji="1" lang="en-US" altLang="ja-JP" sz="1200" dirty="0">
              <a:latin typeface="+mn-ea"/>
            </a:endParaRPr>
          </a:p>
          <a:p>
            <a:r>
              <a:rPr kumimoji="1" lang="en-US" altLang="ja-JP" sz="1200" dirty="0">
                <a:latin typeface="+mn-ea"/>
              </a:rPr>
              <a:t>Etc...</a:t>
            </a:r>
            <a:endParaRPr kumimoji="1" lang="ja-JP" altLang="en-US" sz="1200" dirty="0">
              <a:latin typeface="+mn-ea"/>
            </a:endParaRP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FD4DDFDB-BC27-1C44-95FB-7108E04B9B97}"/>
              </a:ext>
            </a:extLst>
          </p:cNvPr>
          <p:cNvSpPr txBox="1"/>
          <p:nvPr/>
        </p:nvSpPr>
        <p:spPr>
          <a:xfrm>
            <a:off x="6019518" y="2418843"/>
            <a:ext cx="145371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200" b="1" dirty="0">
                <a:latin typeface="+mn-ea"/>
              </a:rPr>
              <a:t>ランク</a:t>
            </a:r>
            <a:r>
              <a:rPr lang="en-US" altLang="ja-JP" sz="1200" b="1" dirty="0">
                <a:latin typeface="+mn-ea"/>
              </a:rPr>
              <a:t>B-2</a:t>
            </a:r>
          </a:p>
          <a:p>
            <a:pPr marL="0" marR="0" lvl="0" indent="0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ja-JP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受動的営業活動</a:t>
            </a:r>
            <a:endParaRPr kumimoji="1" lang="en-US" altLang="ja-JP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ja-JP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粗利率</a:t>
            </a:r>
            <a:r>
              <a:rPr kumimoji="1" lang="en-US" altLang="ja-JP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UP</a:t>
            </a:r>
            <a:r>
              <a:rPr kumimoji="1" lang="ja-JP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施策</a:t>
            </a:r>
            <a:endParaRPr kumimoji="1" lang="en-US" altLang="ja-JP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ja-JP" altLang="en-US" sz="1200" dirty="0"/>
              <a:t>販管費減施策</a:t>
            </a:r>
            <a:endParaRPr lang="en-US" altLang="ja-JP" sz="1200" dirty="0"/>
          </a:p>
          <a:p>
            <a:pPr marL="0" marR="0" lvl="0" indent="0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US" altLang="ja-JP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kumimoji="1" lang="ja-JP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提案簡素化、技術照会有償化等</a:t>
            </a:r>
            <a:r>
              <a:rPr kumimoji="1" lang="en-US" altLang="ja-JP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361EE787-D4B2-5EAA-402A-56C497599BB0}"/>
              </a:ext>
            </a:extLst>
          </p:cNvPr>
          <p:cNvSpPr txBox="1"/>
          <p:nvPr/>
        </p:nvSpPr>
        <p:spPr>
          <a:xfrm>
            <a:off x="422801" y="2132149"/>
            <a:ext cx="133739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200" b="1" dirty="0">
                <a:highlight>
                  <a:srgbClr val="FFFF00"/>
                </a:highlight>
                <a:latin typeface="+mn-ea"/>
              </a:rPr>
              <a:t>①</a:t>
            </a:r>
            <a:r>
              <a:rPr lang="en-US" altLang="ja-JP" sz="1200" b="1" dirty="0">
                <a:highlight>
                  <a:srgbClr val="FFFF00"/>
                </a:highlight>
                <a:latin typeface="+mn-ea"/>
              </a:rPr>
              <a:t>AS</a:t>
            </a:r>
            <a:r>
              <a:rPr lang="ja-JP" altLang="en-US" sz="1200" b="1" dirty="0">
                <a:highlight>
                  <a:srgbClr val="FFFF00"/>
                </a:highlight>
                <a:latin typeface="+mn-ea"/>
              </a:rPr>
              <a:t>立上り期</a:t>
            </a:r>
            <a:endParaRPr lang="en-US" altLang="ja-JP" sz="1200" b="1" dirty="0">
              <a:highlight>
                <a:srgbClr val="FFFF00"/>
              </a:highlight>
              <a:latin typeface="+mn-ea"/>
            </a:endParaRP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1A164841-5014-FD09-03AC-4C00DD00D857}"/>
              </a:ext>
            </a:extLst>
          </p:cNvPr>
          <p:cNvSpPr txBox="1"/>
          <p:nvPr/>
        </p:nvSpPr>
        <p:spPr>
          <a:xfrm>
            <a:off x="1781553" y="2133562"/>
            <a:ext cx="136851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200" b="1" dirty="0">
                <a:highlight>
                  <a:srgbClr val="FFFF00"/>
                </a:highlight>
                <a:latin typeface="+mn-ea"/>
              </a:rPr>
              <a:t>②定検中心期</a:t>
            </a:r>
            <a:endParaRPr lang="en-US" altLang="ja-JP" sz="1200" b="1" dirty="0">
              <a:highlight>
                <a:srgbClr val="FFFF00"/>
              </a:highlight>
              <a:latin typeface="+mn-ea"/>
            </a:endParaRP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C4FD6EF6-F205-4BB4-E4A8-9BCC589065E2}"/>
              </a:ext>
            </a:extLst>
          </p:cNvPr>
          <p:cNvSpPr txBox="1"/>
          <p:nvPr/>
        </p:nvSpPr>
        <p:spPr>
          <a:xfrm>
            <a:off x="4532836" y="2106917"/>
            <a:ext cx="123854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200" b="1" dirty="0">
                <a:highlight>
                  <a:srgbClr val="FFFF00"/>
                </a:highlight>
                <a:latin typeface="+mn-ea"/>
              </a:rPr>
              <a:t>②定検中心期</a:t>
            </a:r>
            <a:endParaRPr lang="en-US" altLang="ja-JP" sz="1200" b="1" dirty="0">
              <a:highlight>
                <a:srgbClr val="FFFF00"/>
              </a:highlight>
              <a:latin typeface="+mn-ea"/>
            </a:endParaRP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08FFDCEC-3A97-C18F-468D-1D8761DF3FC6}"/>
              </a:ext>
            </a:extLst>
          </p:cNvPr>
          <p:cNvSpPr txBox="1"/>
          <p:nvPr/>
        </p:nvSpPr>
        <p:spPr>
          <a:xfrm>
            <a:off x="5981700" y="2119473"/>
            <a:ext cx="121148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200" b="1" dirty="0">
                <a:highlight>
                  <a:srgbClr val="FFFF00"/>
                </a:highlight>
                <a:latin typeface="+mn-ea"/>
              </a:rPr>
              <a:t>④廃缶決定後</a:t>
            </a:r>
            <a:endParaRPr lang="en-US" altLang="ja-JP" sz="1200" b="1" dirty="0">
              <a:highlight>
                <a:srgbClr val="FFFF00"/>
              </a:highlight>
              <a:latin typeface="+mn-ea"/>
            </a:endParaRPr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4E8A8D91-34D5-4D33-6729-341CF0DF1AD4}"/>
              </a:ext>
            </a:extLst>
          </p:cNvPr>
          <p:cNvSpPr txBox="1"/>
          <p:nvPr/>
        </p:nvSpPr>
        <p:spPr>
          <a:xfrm>
            <a:off x="7545530" y="2374014"/>
            <a:ext cx="1542026" cy="738664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ja-JP" altLang="en-US" sz="1050" b="1" dirty="0"/>
              <a:t>〇〇発電所</a:t>
            </a:r>
            <a:endParaRPr kumimoji="1" lang="en-US" altLang="ja-JP" sz="1050" b="1" dirty="0"/>
          </a:p>
          <a:p>
            <a:r>
              <a:rPr kumimoji="1" lang="ja-JP" altLang="en-US" sz="1050" b="1" dirty="0"/>
              <a:t>営利率高い発電所は</a:t>
            </a:r>
            <a:endParaRPr kumimoji="1" lang="en-US" altLang="ja-JP" sz="1050" b="1" dirty="0"/>
          </a:p>
          <a:p>
            <a:r>
              <a:rPr kumimoji="1" lang="ja-JP" altLang="en-US" sz="1050" b="1" dirty="0"/>
              <a:t>能動的拡販を継続し、</a:t>
            </a:r>
            <a:endParaRPr kumimoji="1" lang="en-US" altLang="ja-JP" sz="1050" b="1" dirty="0"/>
          </a:p>
          <a:p>
            <a:r>
              <a:rPr lang="ja-JP" altLang="en-US" sz="1050" b="1" dirty="0">
                <a:solidFill>
                  <a:srgbClr val="FF0000"/>
                </a:solidFill>
              </a:rPr>
              <a:t>売上高拡大に努める</a:t>
            </a:r>
            <a:endParaRPr kumimoji="1" lang="ja-JP" altLang="en-US" sz="1050" b="1" dirty="0">
              <a:solidFill>
                <a:srgbClr val="FF0000"/>
              </a:solidFill>
            </a:endParaRPr>
          </a:p>
        </p:txBody>
      </p:sp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1D720671-76F4-DD8E-7F24-9BB2B00F46EE}"/>
              </a:ext>
            </a:extLst>
          </p:cNvPr>
          <p:cNvSpPr/>
          <p:nvPr/>
        </p:nvSpPr>
        <p:spPr>
          <a:xfrm>
            <a:off x="4559919" y="3620511"/>
            <a:ext cx="1421781" cy="1377606"/>
          </a:xfrm>
          <a:prstGeom prst="rect">
            <a:avLst/>
          </a:prstGeom>
          <a:solidFill>
            <a:schemeClr val="accent4">
              <a:alpha val="50000"/>
            </a:schemeClr>
          </a:solidFill>
          <a:ln w="9525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ja-JP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メイリオ"/>
              <a:ea typeface="メイリオ"/>
              <a:cs typeface="+mn-cs"/>
            </a:endParaRPr>
          </a:p>
        </p:txBody>
      </p:sp>
      <p:cxnSp>
        <p:nvCxnSpPr>
          <p:cNvPr id="28" name="直線コネクタ 27">
            <a:extLst>
              <a:ext uri="{FF2B5EF4-FFF2-40B4-BE49-F238E27FC236}">
                <a16:creationId xmlns:a16="http://schemas.microsoft.com/office/drawing/2014/main" id="{F929651B-9824-D5D6-7319-77C1BC663BB2}"/>
              </a:ext>
            </a:extLst>
          </p:cNvPr>
          <p:cNvCxnSpPr>
            <a:cxnSpLocks/>
          </p:cNvCxnSpPr>
          <p:nvPr/>
        </p:nvCxnSpPr>
        <p:spPr>
          <a:xfrm flipH="1" flipV="1">
            <a:off x="7499896" y="1963944"/>
            <a:ext cx="854" cy="3805343"/>
          </a:xfrm>
          <a:prstGeom prst="line">
            <a:avLst/>
          </a:prstGeom>
          <a:ln w="19050"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05DB86A2-3412-DDDF-6CBD-80D0856C158F}"/>
              </a:ext>
            </a:extLst>
          </p:cNvPr>
          <p:cNvSpPr txBox="1"/>
          <p:nvPr/>
        </p:nvSpPr>
        <p:spPr>
          <a:xfrm>
            <a:off x="3158269" y="2113282"/>
            <a:ext cx="167695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200" b="1" dirty="0">
                <a:highlight>
                  <a:srgbClr val="FFFF00"/>
                </a:highlight>
                <a:latin typeface="+mn-ea"/>
              </a:rPr>
              <a:t>③大型改造検討期</a:t>
            </a:r>
            <a:endParaRPr lang="en-US" altLang="ja-JP" sz="1200" b="1" dirty="0">
              <a:highlight>
                <a:srgbClr val="FFFF00"/>
              </a:highlight>
              <a:latin typeface="+mn-ea"/>
            </a:endParaRPr>
          </a:p>
        </p:txBody>
      </p: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8D03E485-5C42-822A-EAC3-3870D509816B}"/>
              </a:ext>
            </a:extLst>
          </p:cNvPr>
          <p:cNvSpPr txBox="1"/>
          <p:nvPr/>
        </p:nvSpPr>
        <p:spPr>
          <a:xfrm>
            <a:off x="1770654" y="5081014"/>
            <a:ext cx="14537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200" b="1" dirty="0">
                <a:latin typeface="+mn-ea"/>
              </a:rPr>
              <a:t>ランク</a:t>
            </a:r>
            <a:r>
              <a:rPr lang="en-US" altLang="ja-JP" sz="1200" b="1" dirty="0">
                <a:latin typeface="+mn-ea"/>
              </a:rPr>
              <a:t>C</a:t>
            </a:r>
          </a:p>
          <a:p>
            <a:r>
              <a:rPr lang="ja-JP" altLang="en-US" sz="1200" b="1" dirty="0">
                <a:latin typeface="+mn-ea"/>
              </a:rPr>
              <a:t>突発対応のみ</a:t>
            </a:r>
            <a:endParaRPr lang="en-US" altLang="ja-JP" sz="1200" b="1" dirty="0">
              <a:latin typeface="+mn-ea"/>
            </a:endParaRPr>
          </a:p>
        </p:txBody>
      </p:sp>
      <p:sp>
        <p:nvSpPr>
          <p:cNvPr id="39" name="テキスト ボックス 38">
            <a:extLst>
              <a:ext uri="{FF2B5EF4-FFF2-40B4-BE49-F238E27FC236}">
                <a16:creationId xmlns:a16="http://schemas.microsoft.com/office/drawing/2014/main" id="{461BBBC5-AC1D-4D76-6BBA-BB8C090D73CA}"/>
              </a:ext>
            </a:extLst>
          </p:cNvPr>
          <p:cNvSpPr txBox="1"/>
          <p:nvPr/>
        </p:nvSpPr>
        <p:spPr>
          <a:xfrm>
            <a:off x="7540519" y="3933709"/>
            <a:ext cx="1547892" cy="738664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kumimoji="1" lang="ja-JP" altLang="en-US" sz="1050" b="1" dirty="0"/>
              <a:t>▲▲発電所</a:t>
            </a:r>
            <a:endParaRPr kumimoji="1" lang="en-US" altLang="ja-JP" sz="1050" b="1" dirty="0"/>
          </a:p>
          <a:p>
            <a:r>
              <a:rPr kumimoji="1" lang="ja-JP" altLang="en-US" sz="1050" b="1" dirty="0"/>
              <a:t>営利率の低い発電所は</a:t>
            </a:r>
            <a:endParaRPr kumimoji="1" lang="en-US" altLang="ja-JP" sz="1050" b="1" dirty="0"/>
          </a:p>
          <a:p>
            <a:r>
              <a:rPr lang="ja-JP" altLang="en-US" sz="1050" b="1" dirty="0"/>
              <a:t>能動的営業活動は控え、</a:t>
            </a:r>
            <a:endParaRPr lang="en-US" altLang="ja-JP" sz="1050" b="1" dirty="0"/>
          </a:p>
          <a:p>
            <a:r>
              <a:rPr kumimoji="1" lang="en-US" altLang="ja-JP" sz="1050" b="1" dirty="0">
                <a:solidFill>
                  <a:srgbClr val="FF0000"/>
                </a:solidFill>
              </a:rPr>
              <a:t>A</a:t>
            </a:r>
            <a:r>
              <a:rPr kumimoji="1" lang="ja-JP" altLang="en-US" sz="1050" b="1" dirty="0">
                <a:solidFill>
                  <a:srgbClr val="FF0000"/>
                </a:solidFill>
              </a:rPr>
              <a:t>ランク格上げを狙う</a:t>
            </a:r>
          </a:p>
        </p:txBody>
      </p:sp>
      <p:sp>
        <p:nvSpPr>
          <p:cNvPr id="46" name="テキスト ボックス 45">
            <a:extLst>
              <a:ext uri="{FF2B5EF4-FFF2-40B4-BE49-F238E27FC236}">
                <a16:creationId xmlns:a16="http://schemas.microsoft.com/office/drawing/2014/main" id="{3A14F54C-8717-ED2E-88B7-E22B8A63CC90}"/>
              </a:ext>
            </a:extLst>
          </p:cNvPr>
          <p:cNvSpPr txBox="1"/>
          <p:nvPr/>
        </p:nvSpPr>
        <p:spPr>
          <a:xfrm>
            <a:off x="7678446" y="5140728"/>
            <a:ext cx="1458050" cy="1061829"/>
          </a:xfrm>
          <a:prstGeom prst="rect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ja-JP" altLang="en-US" sz="1050" b="1" dirty="0"/>
              <a:t>□□発電所</a:t>
            </a:r>
            <a:endParaRPr kumimoji="1" lang="en-US" altLang="ja-JP" sz="1050" b="1" dirty="0"/>
          </a:p>
          <a:p>
            <a:r>
              <a:rPr kumimoji="1" lang="ja-JP" altLang="en-US" sz="1050" b="1" dirty="0"/>
              <a:t>①③④以外の期間で</a:t>
            </a:r>
            <a:endParaRPr kumimoji="1" lang="en-US" altLang="ja-JP" sz="1050" b="1" dirty="0"/>
          </a:p>
          <a:p>
            <a:r>
              <a:rPr kumimoji="1" lang="ja-JP" altLang="en-US" sz="1050" b="1" dirty="0"/>
              <a:t>営利率マイナスの発電所は突発対応のみ、</a:t>
            </a:r>
            <a:r>
              <a:rPr kumimoji="1" lang="ja-JP" altLang="en-US" sz="1050" b="1" dirty="0">
                <a:solidFill>
                  <a:srgbClr val="FF0000"/>
                </a:solidFill>
              </a:rPr>
              <a:t>無償対応は最小限</a:t>
            </a:r>
            <a:r>
              <a:rPr kumimoji="1" lang="ja-JP" altLang="en-US" sz="1050" b="1" dirty="0"/>
              <a:t>とする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67A86BDF-C32C-6C55-C15B-FFF8A9F43AA9}"/>
              </a:ext>
            </a:extLst>
          </p:cNvPr>
          <p:cNvSpPr txBox="1"/>
          <p:nvPr/>
        </p:nvSpPr>
        <p:spPr>
          <a:xfrm>
            <a:off x="4496706" y="3697720"/>
            <a:ext cx="154717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200" b="1" dirty="0">
                <a:latin typeface="+mn-ea"/>
              </a:rPr>
              <a:t>ランク</a:t>
            </a:r>
            <a:r>
              <a:rPr lang="en-US" altLang="ja-JP" sz="1200" b="1" dirty="0">
                <a:latin typeface="+mn-ea"/>
              </a:rPr>
              <a:t>B-1</a:t>
            </a:r>
          </a:p>
          <a:p>
            <a:pPr marL="0" marR="0" lvl="0" indent="0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ja-JP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受動的営業</a:t>
            </a:r>
            <a:r>
              <a:rPr lang="ja-JP" altLang="en-US" sz="1200" dirty="0"/>
              <a:t>活動</a:t>
            </a:r>
            <a:endParaRPr lang="en-US" altLang="ja-JP" sz="1200" dirty="0"/>
          </a:p>
          <a:p>
            <a:pPr marL="0" marR="0" lvl="0" indent="0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ja-JP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粗利率</a:t>
            </a:r>
            <a:r>
              <a:rPr kumimoji="1" lang="en-US" altLang="ja-JP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UP</a:t>
            </a:r>
            <a:r>
              <a:rPr kumimoji="1" lang="ja-JP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施策</a:t>
            </a:r>
            <a:endParaRPr kumimoji="1" lang="en-US" altLang="ja-JP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ja-JP" altLang="en-US" sz="1200" dirty="0"/>
              <a:t>販管費減施策</a:t>
            </a:r>
            <a:endParaRPr lang="en-US" altLang="ja-JP" sz="1200" dirty="0"/>
          </a:p>
          <a:p>
            <a:pPr marL="0" marR="0" lvl="0" indent="0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en-US" altLang="ja-JP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kumimoji="1" lang="ja-JP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提案簡素化、技術照会有償化等</a:t>
            </a:r>
            <a:r>
              <a:rPr kumimoji="1" lang="en-US" altLang="ja-JP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</a:p>
          <a:p>
            <a:pPr marL="0" marR="0" lvl="0" indent="0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1" lang="en-US" altLang="ja-JP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860063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F35CCD-86D9-1E9F-988E-4797C46F8A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2918A7DA-E571-CC7F-8744-FBDEED3A4E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768" y="193492"/>
            <a:ext cx="8748464" cy="6471016"/>
          </a:xfrm>
          <a:prstGeom prst="rect">
            <a:avLst/>
          </a:prstGeom>
          <a:ln w="762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9624136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表 4">
            <a:extLst>
              <a:ext uri="{FF2B5EF4-FFF2-40B4-BE49-F238E27FC236}">
                <a16:creationId xmlns:a16="http://schemas.microsoft.com/office/drawing/2014/main" id="{7380BB39-AE41-0AF4-02D4-F2BDF3C9F8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0622695"/>
              </p:ext>
            </p:extLst>
          </p:nvPr>
        </p:nvGraphicFramePr>
        <p:xfrm>
          <a:off x="130764" y="3212976"/>
          <a:ext cx="8945501" cy="3173454"/>
        </p:xfrm>
        <a:graphic>
          <a:graphicData uri="http://schemas.openxmlformats.org/drawingml/2006/table">
            <a:tbl>
              <a:tblPr/>
              <a:tblGrid>
                <a:gridCol w="2187644">
                  <a:extLst>
                    <a:ext uri="{9D8B030D-6E8A-4147-A177-3AD203B41FA5}">
                      <a16:colId xmlns:a16="http://schemas.microsoft.com/office/drawing/2014/main" val="1674594136"/>
                    </a:ext>
                  </a:extLst>
                </a:gridCol>
                <a:gridCol w="108000">
                  <a:extLst>
                    <a:ext uri="{9D8B030D-6E8A-4147-A177-3AD203B41FA5}">
                      <a16:colId xmlns:a16="http://schemas.microsoft.com/office/drawing/2014/main" val="1322037401"/>
                    </a:ext>
                  </a:extLst>
                </a:gridCol>
                <a:gridCol w="108000">
                  <a:extLst>
                    <a:ext uri="{9D8B030D-6E8A-4147-A177-3AD203B41FA5}">
                      <a16:colId xmlns:a16="http://schemas.microsoft.com/office/drawing/2014/main" val="1344775027"/>
                    </a:ext>
                  </a:extLst>
                </a:gridCol>
                <a:gridCol w="108000">
                  <a:extLst>
                    <a:ext uri="{9D8B030D-6E8A-4147-A177-3AD203B41FA5}">
                      <a16:colId xmlns:a16="http://schemas.microsoft.com/office/drawing/2014/main" val="3496579355"/>
                    </a:ext>
                  </a:extLst>
                </a:gridCol>
                <a:gridCol w="108000">
                  <a:extLst>
                    <a:ext uri="{9D8B030D-6E8A-4147-A177-3AD203B41FA5}">
                      <a16:colId xmlns:a16="http://schemas.microsoft.com/office/drawing/2014/main" val="3302894154"/>
                    </a:ext>
                  </a:extLst>
                </a:gridCol>
                <a:gridCol w="108000">
                  <a:extLst>
                    <a:ext uri="{9D8B030D-6E8A-4147-A177-3AD203B41FA5}">
                      <a16:colId xmlns:a16="http://schemas.microsoft.com/office/drawing/2014/main" val="3480873156"/>
                    </a:ext>
                  </a:extLst>
                </a:gridCol>
                <a:gridCol w="108000">
                  <a:extLst>
                    <a:ext uri="{9D8B030D-6E8A-4147-A177-3AD203B41FA5}">
                      <a16:colId xmlns:a16="http://schemas.microsoft.com/office/drawing/2014/main" val="693673314"/>
                    </a:ext>
                  </a:extLst>
                </a:gridCol>
                <a:gridCol w="108000">
                  <a:extLst>
                    <a:ext uri="{9D8B030D-6E8A-4147-A177-3AD203B41FA5}">
                      <a16:colId xmlns:a16="http://schemas.microsoft.com/office/drawing/2014/main" val="3846419462"/>
                    </a:ext>
                  </a:extLst>
                </a:gridCol>
                <a:gridCol w="108000">
                  <a:extLst>
                    <a:ext uri="{9D8B030D-6E8A-4147-A177-3AD203B41FA5}">
                      <a16:colId xmlns:a16="http://schemas.microsoft.com/office/drawing/2014/main" val="2463522820"/>
                    </a:ext>
                  </a:extLst>
                </a:gridCol>
                <a:gridCol w="108000">
                  <a:extLst>
                    <a:ext uri="{9D8B030D-6E8A-4147-A177-3AD203B41FA5}">
                      <a16:colId xmlns:a16="http://schemas.microsoft.com/office/drawing/2014/main" val="2200829142"/>
                    </a:ext>
                  </a:extLst>
                </a:gridCol>
                <a:gridCol w="108000">
                  <a:extLst>
                    <a:ext uri="{9D8B030D-6E8A-4147-A177-3AD203B41FA5}">
                      <a16:colId xmlns:a16="http://schemas.microsoft.com/office/drawing/2014/main" val="3758009939"/>
                    </a:ext>
                  </a:extLst>
                </a:gridCol>
                <a:gridCol w="108000">
                  <a:extLst>
                    <a:ext uri="{9D8B030D-6E8A-4147-A177-3AD203B41FA5}">
                      <a16:colId xmlns:a16="http://schemas.microsoft.com/office/drawing/2014/main" val="3068192484"/>
                    </a:ext>
                  </a:extLst>
                </a:gridCol>
                <a:gridCol w="108000">
                  <a:extLst>
                    <a:ext uri="{9D8B030D-6E8A-4147-A177-3AD203B41FA5}">
                      <a16:colId xmlns:a16="http://schemas.microsoft.com/office/drawing/2014/main" val="4266744394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907589115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3129449765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884475334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197387374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02505898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1995160970"/>
                    </a:ext>
                  </a:extLst>
                </a:gridCol>
                <a:gridCol w="2869857">
                  <a:extLst>
                    <a:ext uri="{9D8B030D-6E8A-4147-A177-3AD203B41FA5}">
                      <a16:colId xmlns:a16="http://schemas.microsoft.com/office/drawing/2014/main" val="1039121085"/>
                    </a:ext>
                  </a:extLst>
                </a:gridCol>
              </a:tblGrid>
              <a:tr h="167646">
                <a:tc rowSpan="2">
                  <a:txBody>
                    <a:bodyPr/>
                    <a:lstStyle>
                      <a:lvl1pPr marL="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1pPr>
                      <a:lvl2pPr marL="3429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2pPr>
                      <a:lvl3pPr marL="6858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3pPr>
                      <a:lvl4pPr marL="10287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4pPr>
                      <a:lvl5pPr marL="13716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5pPr>
                      <a:lvl6pPr marL="17145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6pPr>
                      <a:lvl7pPr marL="20574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7pPr>
                      <a:lvl8pPr marL="24003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8pPr>
                      <a:lvl9pPr marL="27432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9pPr>
                    </a:lstStyle>
                    <a:p>
                      <a:pPr algn="ctr" fontAlgn="ctr"/>
                      <a:r>
                        <a:rPr lang="ja-JP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 gridSpan="12">
                  <a:txBody>
                    <a:bodyPr/>
                    <a:lstStyle>
                      <a:lvl1pPr marL="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1pPr>
                      <a:lvl2pPr marL="3429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2pPr>
                      <a:lvl3pPr marL="6858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3pPr>
                      <a:lvl4pPr marL="10287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4pPr>
                      <a:lvl5pPr marL="13716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5pPr>
                      <a:lvl6pPr marL="17145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6pPr>
                      <a:lvl7pPr marL="20574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7pPr>
                      <a:lvl8pPr marL="24003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8pPr>
                      <a:lvl9pPr marL="27432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9pPr>
                    </a:lstStyle>
                    <a:p>
                      <a:pPr algn="ctr" fontAlgn="ctr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FY23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gridSpan="6">
                  <a:txBody>
                    <a:bodyPr/>
                    <a:lstStyle>
                      <a:lvl1pPr marL="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1pPr>
                      <a:lvl2pPr marL="3429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2pPr>
                      <a:lvl3pPr marL="6858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3pPr>
                      <a:lvl4pPr marL="10287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4pPr>
                      <a:lvl5pPr marL="13716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5pPr>
                      <a:lvl6pPr marL="17145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6pPr>
                      <a:lvl7pPr marL="20574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7pPr>
                      <a:lvl8pPr marL="24003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8pPr>
                      <a:lvl9pPr marL="27432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9pPr>
                    </a:lstStyle>
                    <a:p>
                      <a:pPr algn="ctr" fontAlgn="ctr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FY24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ja-JP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進捗状況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2613225"/>
                  </a:ext>
                </a:extLst>
              </a:tr>
              <a:tr h="167646"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gridSpan="3">
                  <a:txBody>
                    <a:bodyPr/>
                    <a:lstStyle>
                      <a:lvl1pPr marL="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1pPr>
                      <a:lvl2pPr marL="3429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2pPr>
                      <a:lvl3pPr marL="6858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3pPr>
                      <a:lvl4pPr marL="10287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4pPr>
                      <a:lvl5pPr marL="13716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5pPr>
                      <a:lvl6pPr marL="17145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6pPr>
                      <a:lvl7pPr marL="20574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7pPr>
                      <a:lvl8pPr marL="24003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8pPr>
                      <a:lvl9pPr marL="27432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9pPr>
                    </a:lstStyle>
                    <a:p>
                      <a:pPr algn="ctr" fontAlgn="ctr"/>
                      <a:r>
                        <a:rPr lang="en-US" altLang="ja-JP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1Q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r>
                        <a:rPr lang="en-US" altLang="ja-JP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5</a:t>
                      </a:r>
                      <a:endParaRPr lang="ja-JP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r>
                        <a:rPr lang="en-US" altLang="ja-JP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6</a:t>
                      </a:r>
                      <a:endParaRPr lang="ja-JP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n-US" altLang="ja-JP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2Q</a:t>
                      </a:r>
                      <a:endParaRPr lang="ja-JP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r>
                        <a:rPr lang="en-US" altLang="ja-JP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8</a:t>
                      </a:r>
                      <a:endParaRPr lang="ja-JP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r>
                        <a:rPr lang="en-US" altLang="ja-JP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9</a:t>
                      </a:r>
                      <a:endParaRPr lang="ja-JP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 gridSpan="3">
                  <a:txBody>
                    <a:bodyPr/>
                    <a:lstStyle>
                      <a:lvl1pPr marL="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1pPr>
                      <a:lvl2pPr marL="3429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2pPr>
                      <a:lvl3pPr marL="6858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3pPr>
                      <a:lvl4pPr marL="10287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4pPr>
                      <a:lvl5pPr marL="13716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5pPr>
                      <a:lvl6pPr marL="17145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6pPr>
                      <a:lvl7pPr marL="20574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7pPr>
                      <a:lvl8pPr marL="24003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8pPr>
                      <a:lvl9pPr marL="27432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9pPr>
                    </a:lstStyle>
                    <a:p>
                      <a:pPr algn="ctr" fontAlgn="ctr"/>
                      <a:r>
                        <a:rPr lang="en-US" altLang="ja-JP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3Q</a:t>
                      </a:r>
                      <a:endParaRPr lang="ja-JP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r>
                        <a:rPr lang="en-US" altLang="ja-JP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11</a:t>
                      </a:r>
                      <a:endParaRPr lang="ja-JP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r>
                        <a:rPr lang="en-US" altLang="ja-JP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12</a:t>
                      </a:r>
                      <a:endParaRPr lang="ja-JP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en-US" altLang="ja-JP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4Q</a:t>
                      </a:r>
                      <a:endParaRPr lang="ja-JP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r>
                        <a:rPr lang="en-US" altLang="ja-JP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2</a:t>
                      </a:r>
                      <a:endParaRPr lang="ja-JP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r>
                        <a:rPr lang="en-US" altLang="ja-JP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3</a:t>
                      </a:r>
                      <a:endParaRPr lang="ja-JP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8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1pPr>
                      <a:lvl2pPr marL="3429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2pPr>
                      <a:lvl3pPr marL="6858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3pPr>
                      <a:lvl4pPr marL="10287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4pPr>
                      <a:lvl5pPr marL="13716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5pPr>
                      <a:lvl6pPr marL="17145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6pPr>
                      <a:lvl7pPr marL="20574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7pPr>
                      <a:lvl8pPr marL="24003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8pPr>
                      <a:lvl9pPr marL="27432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9pPr>
                    </a:lstStyle>
                    <a:p>
                      <a:pPr algn="ctr" fontAlgn="ctr"/>
                      <a:r>
                        <a:rPr lang="en-US" altLang="ja-JP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4</a:t>
                      </a:r>
                      <a:r>
                        <a:rPr lang="ja-JP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月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5</a:t>
                      </a:r>
                      <a:r>
                        <a:rPr lang="ja-JP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月</a:t>
                      </a: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6</a:t>
                      </a:r>
                      <a:r>
                        <a:rPr lang="ja-JP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月</a:t>
                      </a: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7</a:t>
                      </a:r>
                      <a:r>
                        <a:rPr lang="ja-JP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月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8</a:t>
                      </a:r>
                      <a:r>
                        <a:rPr lang="ja-JP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月</a:t>
                      </a: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9</a:t>
                      </a:r>
                      <a:r>
                        <a:rPr lang="ja-JP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月</a:t>
                      </a: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ja-JP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382474"/>
                  </a:ext>
                </a:extLst>
              </a:tr>
              <a:tr h="240846">
                <a:tc>
                  <a:txBody>
                    <a:bodyPr/>
                    <a:lstStyle/>
                    <a:p>
                      <a:pPr marL="228600" indent="-228600" algn="l" fontAlgn="ctr">
                        <a:buAutoNum type="arabicPeriod"/>
                      </a:pPr>
                      <a:r>
                        <a:rPr lang="ja-JP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簡略化</a:t>
                      </a:r>
                      <a:r>
                        <a:rPr lang="en-US" altLang="ja-JP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TT</a:t>
                      </a:r>
                    </a:p>
                    <a:p>
                      <a:pPr marL="0" indent="0" algn="l" fontAlgn="ctr">
                        <a:buNone/>
                      </a:pPr>
                      <a:r>
                        <a:rPr lang="ja-JP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　</a:t>
                      </a:r>
                      <a:r>
                        <a:rPr lang="ja-JP" altLang="en-US" sz="800" b="1" i="0" u="none" strike="noStrike" dirty="0">
                          <a:solidFill>
                            <a:schemeClr val="tx1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（簡易見積可否を情報共有する仕組み）</a:t>
                      </a:r>
                      <a:endParaRPr lang="ja-JP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ja-JP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ja-JP" altLang="en-US" sz="1100" b="0" i="0" u="none" strike="noStrike" dirty="0">
                        <a:solidFill>
                          <a:schemeClr val="bg1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7620" marR="7620" marT="762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ja-JP" altLang="en-US" sz="1100" b="0" i="0" u="none" strike="noStrike" dirty="0">
                        <a:solidFill>
                          <a:schemeClr val="bg1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7620" marR="7620" marT="762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ja-JP" altLang="en-US" sz="1100" b="0" i="0" u="none" strike="noStrike" dirty="0">
                        <a:solidFill>
                          <a:schemeClr val="bg1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ja-JP" altLang="en-US" sz="1100" b="0" i="0" u="none" strike="noStrike" dirty="0">
                        <a:solidFill>
                          <a:schemeClr val="bg1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7620" marR="7620" marT="762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ja-JP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7620" marR="7620" marT="762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ja-JP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ja-JP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7620" marR="7620" marT="762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ja-JP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7620" marR="7620" marT="762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ja-JP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ja-JP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7620" marR="7620" marT="762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ja-JP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7620" marR="7620" marT="762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ja-JP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ja-JP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ja-JP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ja-JP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ja-JP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ja-JP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0316483"/>
                  </a:ext>
                </a:extLst>
              </a:tr>
              <a:tr h="240846">
                <a:tc>
                  <a:txBody>
                    <a:bodyPr/>
                    <a:lstStyle>
                      <a:lvl1pPr marL="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1pPr>
                      <a:lvl2pPr marL="3429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2pPr>
                      <a:lvl3pPr marL="6858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3pPr>
                      <a:lvl4pPr marL="10287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4pPr>
                      <a:lvl5pPr marL="13716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5pPr>
                      <a:lvl6pPr marL="17145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6pPr>
                      <a:lvl7pPr marL="20574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7pPr>
                      <a:lvl8pPr marL="24003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8pPr>
                      <a:lvl9pPr marL="27432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9pPr>
                    </a:lstStyle>
                    <a:p>
                      <a:pPr algn="l" fontAlgn="ctr"/>
                      <a:r>
                        <a:rPr lang="ja-JP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　①活動内容の検討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1pPr>
                      <a:lvl2pPr marL="3429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2pPr>
                      <a:lvl3pPr marL="6858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3pPr>
                      <a:lvl4pPr marL="10287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4pPr>
                      <a:lvl5pPr marL="13716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5pPr>
                      <a:lvl6pPr marL="17145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6pPr>
                      <a:lvl7pPr marL="20574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7pPr>
                      <a:lvl8pPr marL="24003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8pPr>
                      <a:lvl9pPr marL="27432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9pPr>
                    </a:lstStyle>
                    <a:p>
                      <a:pPr algn="ctr" fontAlgn="ctr"/>
                      <a:r>
                        <a:rPr lang="ja-JP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1pPr>
                      <a:lvl2pPr marL="3429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2pPr>
                      <a:lvl3pPr marL="6858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3pPr>
                      <a:lvl4pPr marL="10287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4pPr>
                      <a:lvl5pPr marL="13716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5pPr>
                      <a:lvl6pPr marL="17145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6pPr>
                      <a:lvl7pPr marL="20574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7pPr>
                      <a:lvl8pPr marL="24003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8pPr>
                      <a:lvl9pPr marL="27432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9pPr>
                    </a:lstStyle>
                    <a:p>
                      <a:pPr algn="ctr" fontAlgn="ctr"/>
                      <a:endParaRPr lang="ja-JP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7620" marR="7620" marT="762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1pPr>
                      <a:lvl2pPr marL="3429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2pPr>
                      <a:lvl3pPr marL="6858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3pPr>
                      <a:lvl4pPr marL="10287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4pPr>
                      <a:lvl5pPr marL="13716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5pPr>
                      <a:lvl6pPr marL="17145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6pPr>
                      <a:lvl7pPr marL="20574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7pPr>
                      <a:lvl8pPr marL="24003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8pPr>
                      <a:lvl9pPr marL="27432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9pPr>
                    </a:lstStyle>
                    <a:p>
                      <a:pPr algn="ctr" fontAlgn="ctr"/>
                      <a:endParaRPr lang="ja-JP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7620" marR="7620" marT="762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1pPr>
                      <a:lvl2pPr marL="3429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2pPr>
                      <a:lvl3pPr marL="6858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3pPr>
                      <a:lvl4pPr marL="10287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4pPr>
                      <a:lvl5pPr marL="13716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5pPr>
                      <a:lvl6pPr marL="17145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6pPr>
                      <a:lvl7pPr marL="20574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7pPr>
                      <a:lvl8pPr marL="24003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8pPr>
                      <a:lvl9pPr marL="27432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9pPr>
                    </a:lstStyle>
                    <a:p>
                      <a:pPr algn="ctr" fontAlgn="ctr"/>
                      <a:endParaRPr lang="ja-JP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1pPr>
                      <a:lvl2pPr marL="3429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2pPr>
                      <a:lvl3pPr marL="6858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3pPr>
                      <a:lvl4pPr marL="10287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4pPr>
                      <a:lvl5pPr marL="13716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5pPr>
                      <a:lvl6pPr marL="17145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6pPr>
                      <a:lvl7pPr marL="20574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7pPr>
                      <a:lvl8pPr marL="24003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8pPr>
                      <a:lvl9pPr marL="27432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9pPr>
                    </a:lstStyle>
                    <a:p>
                      <a:pPr algn="ctr" fontAlgn="ctr"/>
                      <a:endParaRPr lang="ja-JP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7620" marR="7620" marT="762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1pPr>
                      <a:lvl2pPr marL="3429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2pPr>
                      <a:lvl3pPr marL="6858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3pPr>
                      <a:lvl4pPr marL="10287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4pPr>
                      <a:lvl5pPr marL="13716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5pPr>
                      <a:lvl6pPr marL="17145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6pPr>
                      <a:lvl7pPr marL="20574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7pPr>
                      <a:lvl8pPr marL="24003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8pPr>
                      <a:lvl9pPr marL="27432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9pPr>
                    </a:lstStyle>
                    <a:p>
                      <a:pPr algn="ctr" fontAlgn="ctr"/>
                      <a:endParaRPr lang="ja-JP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7620" marR="7620" marT="762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1pPr>
                      <a:lvl2pPr marL="3429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2pPr>
                      <a:lvl3pPr marL="6858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3pPr>
                      <a:lvl4pPr marL="10287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4pPr>
                      <a:lvl5pPr marL="13716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5pPr>
                      <a:lvl6pPr marL="17145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6pPr>
                      <a:lvl7pPr marL="20574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7pPr>
                      <a:lvl8pPr marL="24003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8pPr>
                      <a:lvl9pPr marL="27432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9pPr>
                    </a:lstStyle>
                    <a:p>
                      <a:pPr algn="ctr" fontAlgn="ctr"/>
                      <a:r>
                        <a:rPr lang="ja-JP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1pPr>
                      <a:lvl2pPr marL="3429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2pPr>
                      <a:lvl3pPr marL="6858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3pPr>
                      <a:lvl4pPr marL="10287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4pPr>
                      <a:lvl5pPr marL="13716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5pPr>
                      <a:lvl6pPr marL="17145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6pPr>
                      <a:lvl7pPr marL="20574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7pPr>
                      <a:lvl8pPr marL="24003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8pPr>
                      <a:lvl9pPr marL="27432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9pPr>
                    </a:lstStyle>
                    <a:p>
                      <a:pPr algn="ctr" fontAlgn="ctr"/>
                      <a:endParaRPr lang="ja-JP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7620" marR="7620" marT="762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1pPr>
                      <a:lvl2pPr marL="3429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2pPr>
                      <a:lvl3pPr marL="6858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3pPr>
                      <a:lvl4pPr marL="10287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4pPr>
                      <a:lvl5pPr marL="13716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5pPr>
                      <a:lvl6pPr marL="17145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6pPr>
                      <a:lvl7pPr marL="20574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7pPr>
                      <a:lvl8pPr marL="24003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8pPr>
                      <a:lvl9pPr marL="27432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9pPr>
                    </a:lstStyle>
                    <a:p>
                      <a:pPr algn="ctr" fontAlgn="ctr"/>
                      <a:endParaRPr lang="ja-JP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7620" marR="7620" marT="762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1pPr>
                      <a:lvl2pPr marL="3429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2pPr>
                      <a:lvl3pPr marL="6858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3pPr>
                      <a:lvl4pPr marL="10287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4pPr>
                      <a:lvl5pPr marL="13716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5pPr>
                      <a:lvl6pPr marL="17145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6pPr>
                      <a:lvl7pPr marL="20574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7pPr>
                      <a:lvl8pPr marL="24003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8pPr>
                      <a:lvl9pPr marL="27432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9pPr>
                    </a:lstStyle>
                    <a:p>
                      <a:pPr algn="ctr" fontAlgn="ctr"/>
                      <a:endParaRPr lang="ja-JP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1pPr>
                      <a:lvl2pPr marL="3429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2pPr>
                      <a:lvl3pPr marL="6858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3pPr>
                      <a:lvl4pPr marL="10287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4pPr>
                      <a:lvl5pPr marL="13716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5pPr>
                      <a:lvl6pPr marL="17145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6pPr>
                      <a:lvl7pPr marL="20574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7pPr>
                      <a:lvl8pPr marL="24003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8pPr>
                      <a:lvl9pPr marL="27432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9pPr>
                    </a:lstStyle>
                    <a:p>
                      <a:pPr algn="ctr" fontAlgn="ctr"/>
                      <a:endParaRPr lang="ja-JP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7620" marR="7620" marT="762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1pPr>
                      <a:lvl2pPr marL="3429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2pPr>
                      <a:lvl3pPr marL="6858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3pPr>
                      <a:lvl4pPr marL="10287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4pPr>
                      <a:lvl5pPr marL="13716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5pPr>
                      <a:lvl6pPr marL="17145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6pPr>
                      <a:lvl7pPr marL="20574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7pPr>
                      <a:lvl8pPr marL="24003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8pPr>
                      <a:lvl9pPr marL="27432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9pPr>
                    </a:lstStyle>
                    <a:p>
                      <a:pPr algn="ctr" fontAlgn="ctr"/>
                      <a:endParaRPr lang="ja-JP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7620" marR="7620" marT="762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1pPr>
                      <a:lvl2pPr marL="3429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2pPr>
                      <a:lvl3pPr marL="6858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3pPr>
                      <a:lvl4pPr marL="10287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4pPr>
                      <a:lvl5pPr marL="13716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5pPr>
                      <a:lvl6pPr marL="17145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6pPr>
                      <a:lvl7pPr marL="20574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7pPr>
                      <a:lvl8pPr marL="24003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8pPr>
                      <a:lvl9pPr marL="27432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9pPr>
                    </a:lstStyle>
                    <a:p>
                      <a:pPr algn="ctr" fontAlgn="ctr"/>
                      <a:r>
                        <a:rPr lang="ja-JP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ja-JP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1pPr>
                      <a:lvl2pPr marL="3429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2pPr>
                      <a:lvl3pPr marL="6858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3pPr>
                      <a:lvl4pPr marL="10287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4pPr>
                      <a:lvl5pPr marL="13716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5pPr>
                      <a:lvl6pPr marL="17145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6pPr>
                      <a:lvl7pPr marL="20574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7pPr>
                      <a:lvl8pPr marL="24003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8pPr>
                      <a:lvl9pPr marL="27432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9pPr>
                    </a:lstStyle>
                    <a:p>
                      <a:pPr algn="ctr" fontAlgn="ctr"/>
                      <a:endParaRPr lang="ja-JP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1pPr>
                      <a:lvl2pPr marL="3429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2pPr>
                      <a:lvl3pPr marL="6858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3pPr>
                      <a:lvl4pPr marL="10287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4pPr>
                      <a:lvl5pPr marL="13716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5pPr>
                      <a:lvl6pPr marL="17145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6pPr>
                      <a:lvl7pPr marL="20574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7pPr>
                      <a:lvl8pPr marL="24003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8pPr>
                      <a:lvl9pPr marL="27432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9pPr>
                    </a:lstStyle>
                    <a:p>
                      <a:pPr algn="ctr" fontAlgn="ctr"/>
                      <a:endParaRPr lang="ja-JP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1pPr>
                      <a:lvl2pPr marL="3429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2pPr>
                      <a:lvl3pPr marL="6858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3pPr>
                      <a:lvl4pPr marL="10287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4pPr>
                      <a:lvl5pPr marL="13716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5pPr>
                      <a:lvl6pPr marL="17145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6pPr>
                      <a:lvl7pPr marL="20574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7pPr>
                      <a:lvl8pPr marL="24003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8pPr>
                      <a:lvl9pPr marL="27432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9pPr>
                    </a:lstStyle>
                    <a:p>
                      <a:pPr algn="ctr" fontAlgn="ctr"/>
                      <a:endParaRPr lang="ja-JP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1pPr>
                      <a:lvl2pPr marL="3429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2pPr>
                      <a:lvl3pPr marL="6858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3pPr>
                      <a:lvl4pPr marL="10287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4pPr>
                      <a:lvl5pPr marL="13716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5pPr>
                      <a:lvl6pPr marL="17145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6pPr>
                      <a:lvl7pPr marL="20574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7pPr>
                      <a:lvl8pPr marL="24003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8pPr>
                      <a:lvl9pPr marL="27432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9pPr>
                    </a:lstStyle>
                    <a:p>
                      <a:pPr algn="ctr" fontAlgn="ctr"/>
                      <a:endParaRPr lang="ja-JP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916301"/>
                  </a:ext>
                </a:extLst>
              </a:tr>
              <a:tr h="240846">
                <a:tc>
                  <a:txBody>
                    <a:bodyPr/>
                    <a:lstStyle>
                      <a:lvl1pPr marL="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1pPr>
                      <a:lvl2pPr marL="3429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2pPr>
                      <a:lvl3pPr marL="6858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3pPr>
                      <a:lvl4pPr marL="10287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4pPr>
                      <a:lvl5pPr marL="13716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5pPr>
                      <a:lvl6pPr marL="17145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6pPr>
                      <a:lvl7pPr marL="20574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7pPr>
                      <a:lvl8pPr marL="24003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8pPr>
                      <a:lvl9pPr marL="27432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9pPr>
                    </a:lstStyle>
                    <a:p>
                      <a:pPr algn="l" fontAlgn="ctr"/>
                      <a:r>
                        <a:rPr lang="ja-JP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　②国内ボイラでの活動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1pPr>
                      <a:lvl2pPr marL="3429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2pPr>
                      <a:lvl3pPr marL="6858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3pPr>
                      <a:lvl4pPr marL="10287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4pPr>
                      <a:lvl5pPr marL="13716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5pPr>
                      <a:lvl6pPr marL="17145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6pPr>
                      <a:lvl7pPr marL="20574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7pPr>
                      <a:lvl8pPr marL="24003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8pPr>
                      <a:lvl9pPr marL="27432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9pPr>
                    </a:lstStyle>
                    <a:p>
                      <a:pPr algn="ctr" fontAlgn="ctr"/>
                      <a:r>
                        <a:rPr lang="ja-JP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1pPr>
                      <a:lvl2pPr marL="3429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2pPr>
                      <a:lvl3pPr marL="6858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3pPr>
                      <a:lvl4pPr marL="10287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4pPr>
                      <a:lvl5pPr marL="13716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5pPr>
                      <a:lvl6pPr marL="17145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6pPr>
                      <a:lvl7pPr marL="20574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7pPr>
                      <a:lvl8pPr marL="24003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8pPr>
                      <a:lvl9pPr marL="27432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9pPr>
                    </a:lstStyle>
                    <a:p>
                      <a:pPr algn="ctr" fontAlgn="ctr"/>
                      <a:endParaRPr lang="ja-JP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7620" marR="7620" marT="762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1pPr>
                      <a:lvl2pPr marL="3429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2pPr>
                      <a:lvl3pPr marL="6858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3pPr>
                      <a:lvl4pPr marL="10287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4pPr>
                      <a:lvl5pPr marL="13716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5pPr>
                      <a:lvl6pPr marL="17145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6pPr>
                      <a:lvl7pPr marL="20574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7pPr>
                      <a:lvl8pPr marL="24003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8pPr>
                      <a:lvl9pPr marL="27432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9pPr>
                    </a:lstStyle>
                    <a:p>
                      <a:pPr algn="ctr" fontAlgn="ctr"/>
                      <a:endParaRPr lang="ja-JP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7620" marR="7620" marT="762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1pPr>
                      <a:lvl2pPr marL="3429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2pPr>
                      <a:lvl3pPr marL="6858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3pPr>
                      <a:lvl4pPr marL="10287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4pPr>
                      <a:lvl5pPr marL="13716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5pPr>
                      <a:lvl6pPr marL="17145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6pPr>
                      <a:lvl7pPr marL="20574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7pPr>
                      <a:lvl8pPr marL="24003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8pPr>
                      <a:lvl9pPr marL="27432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9pPr>
                    </a:lstStyle>
                    <a:p>
                      <a:pPr algn="ctr" fontAlgn="ctr"/>
                      <a:endParaRPr lang="ja-JP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1pPr>
                      <a:lvl2pPr marL="3429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2pPr>
                      <a:lvl3pPr marL="6858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3pPr>
                      <a:lvl4pPr marL="10287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4pPr>
                      <a:lvl5pPr marL="13716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5pPr>
                      <a:lvl6pPr marL="17145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6pPr>
                      <a:lvl7pPr marL="20574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7pPr>
                      <a:lvl8pPr marL="24003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8pPr>
                      <a:lvl9pPr marL="27432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9pPr>
                    </a:lstStyle>
                    <a:p>
                      <a:pPr algn="ctr" fontAlgn="ctr"/>
                      <a:endParaRPr lang="ja-JP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7620" marR="7620" marT="762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1pPr>
                      <a:lvl2pPr marL="3429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2pPr>
                      <a:lvl3pPr marL="6858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3pPr>
                      <a:lvl4pPr marL="10287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4pPr>
                      <a:lvl5pPr marL="13716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5pPr>
                      <a:lvl6pPr marL="17145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6pPr>
                      <a:lvl7pPr marL="20574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7pPr>
                      <a:lvl8pPr marL="24003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8pPr>
                      <a:lvl9pPr marL="27432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9pPr>
                    </a:lstStyle>
                    <a:p>
                      <a:pPr algn="ctr" fontAlgn="ctr"/>
                      <a:endParaRPr lang="ja-JP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7620" marR="7620" marT="762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1pPr>
                      <a:lvl2pPr marL="3429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2pPr>
                      <a:lvl3pPr marL="6858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3pPr>
                      <a:lvl4pPr marL="10287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4pPr>
                      <a:lvl5pPr marL="13716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5pPr>
                      <a:lvl6pPr marL="17145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6pPr>
                      <a:lvl7pPr marL="20574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7pPr>
                      <a:lvl8pPr marL="24003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8pPr>
                      <a:lvl9pPr marL="27432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9pPr>
                    </a:lstStyle>
                    <a:p>
                      <a:pPr algn="ctr" fontAlgn="ctr"/>
                      <a:r>
                        <a:rPr lang="ja-JP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1pPr>
                      <a:lvl2pPr marL="3429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2pPr>
                      <a:lvl3pPr marL="6858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3pPr>
                      <a:lvl4pPr marL="10287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4pPr>
                      <a:lvl5pPr marL="13716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5pPr>
                      <a:lvl6pPr marL="17145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6pPr>
                      <a:lvl7pPr marL="20574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7pPr>
                      <a:lvl8pPr marL="24003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8pPr>
                      <a:lvl9pPr marL="27432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9pPr>
                    </a:lstStyle>
                    <a:p>
                      <a:pPr algn="ctr" fontAlgn="ctr"/>
                      <a:endParaRPr lang="ja-JP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7620" marR="7620" marT="762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1pPr>
                      <a:lvl2pPr marL="3429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2pPr>
                      <a:lvl3pPr marL="6858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3pPr>
                      <a:lvl4pPr marL="10287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4pPr>
                      <a:lvl5pPr marL="13716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5pPr>
                      <a:lvl6pPr marL="17145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6pPr>
                      <a:lvl7pPr marL="20574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7pPr>
                      <a:lvl8pPr marL="24003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8pPr>
                      <a:lvl9pPr marL="27432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9pPr>
                    </a:lstStyle>
                    <a:p>
                      <a:pPr algn="ctr" fontAlgn="ctr"/>
                      <a:endParaRPr lang="ja-JP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7620" marR="7620" marT="762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1pPr>
                      <a:lvl2pPr marL="3429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2pPr>
                      <a:lvl3pPr marL="6858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3pPr>
                      <a:lvl4pPr marL="10287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4pPr>
                      <a:lvl5pPr marL="13716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5pPr>
                      <a:lvl6pPr marL="17145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6pPr>
                      <a:lvl7pPr marL="20574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7pPr>
                      <a:lvl8pPr marL="24003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8pPr>
                      <a:lvl9pPr marL="27432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9pPr>
                    </a:lstStyle>
                    <a:p>
                      <a:pPr algn="ctr" fontAlgn="ctr"/>
                      <a:endParaRPr lang="ja-JP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1pPr>
                      <a:lvl2pPr marL="3429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2pPr>
                      <a:lvl3pPr marL="6858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3pPr>
                      <a:lvl4pPr marL="10287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4pPr>
                      <a:lvl5pPr marL="13716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5pPr>
                      <a:lvl6pPr marL="17145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6pPr>
                      <a:lvl7pPr marL="20574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7pPr>
                      <a:lvl8pPr marL="24003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8pPr>
                      <a:lvl9pPr marL="27432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9pPr>
                    </a:lstStyle>
                    <a:p>
                      <a:pPr algn="ctr" fontAlgn="ctr"/>
                      <a:endParaRPr lang="ja-JP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7620" marR="7620" marT="762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1pPr>
                      <a:lvl2pPr marL="3429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2pPr>
                      <a:lvl3pPr marL="6858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3pPr>
                      <a:lvl4pPr marL="10287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4pPr>
                      <a:lvl5pPr marL="13716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5pPr>
                      <a:lvl6pPr marL="17145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6pPr>
                      <a:lvl7pPr marL="20574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7pPr>
                      <a:lvl8pPr marL="24003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8pPr>
                      <a:lvl9pPr marL="27432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9pPr>
                    </a:lstStyle>
                    <a:p>
                      <a:pPr algn="ctr" fontAlgn="ctr"/>
                      <a:endParaRPr lang="ja-JP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7620" marR="7620" marT="762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1pPr>
                      <a:lvl2pPr marL="3429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2pPr>
                      <a:lvl3pPr marL="6858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3pPr>
                      <a:lvl4pPr marL="10287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4pPr>
                      <a:lvl5pPr marL="13716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5pPr>
                      <a:lvl6pPr marL="17145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6pPr>
                      <a:lvl7pPr marL="20574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7pPr>
                      <a:lvl8pPr marL="24003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8pPr>
                      <a:lvl9pPr marL="27432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9pPr>
                    </a:lstStyle>
                    <a:p>
                      <a:pPr algn="ctr" fontAlgn="ctr"/>
                      <a:r>
                        <a:rPr lang="ja-JP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ja-JP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1pPr>
                      <a:lvl2pPr marL="3429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2pPr>
                      <a:lvl3pPr marL="6858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3pPr>
                      <a:lvl4pPr marL="10287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4pPr>
                      <a:lvl5pPr marL="13716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5pPr>
                      <a:lvl6pPr marL="17145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6pPr>
                      <a:lvl7pPr marL="20574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7pPr>
                      <a:lvl8pPr marL="24003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8pPr>
                      <a:lvl9pPr marL="27432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9pPr>
                    </a:lstStyle>
                    <a:p>
                      <a:pPr algn="ctr" fontAlgn="ctr"/>
                      <a:endParaRPr lang="ja-JP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1pPr>
                      <a:lvl2pPr marL="3429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2pPr>
                      <a:lvl3pPr marL="6858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3pPr>
                      <a:lvl4pPr marL="10287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4pPr>
                      <a:lvl5pPr marL="13716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5pPr>
                      <a:lvl6pPr marL="17145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6pPr>
                      <a:lvl7pPr marL="20574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7pPr>
                      <a:lvl8pPr marL="24003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8pPr>
                      <a:lvl9pPr marL="27432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9pPr>
                    </a:lstStyle>
                    <a:p>
                      <a:pPr algn="ctr" fontAlgn="ctr"/>
                      <a:endParaRPr lang="ja-JP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1pPr>
                      <a:lvl2pPr marL="3429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2pPr>
                      <a:lvl3pPr marL="6858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3pPr>
                      <a:lvl4pPr marL="10287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4pPr>
                      <a:lvl5pPr marL="13716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5pPr>
                      <a:lvl6pPr marL="17145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6pPr>
                      <a:lvl7pPr marL="20574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7pPr>
                      <a:lvl8pPr marL="24003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8pPr>
                      <a:lvl9pPr marL="27432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9pPr>
                    </a:lstStyle>
                    <a:p>
                      <a:pPr algn="ctr" fontAlgn="ctr"/>
                      <a:endParaRPr lang="ja-JP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1pPr>
                      <a:lvl2pPr marL="3429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2pPr>
                      <a:lvl3pPr marL="6858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3pPr>
                      <a:lvl4pPr marL="10287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4pPr>
                      <a:lvl5pPr marL="13716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5pPr>
                      <a:lvl6pPr marL="17145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6pPr>
                      <a:lvl7pPr marL="20574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7pPr>
                      <a:lvl8pPr marL="24003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8pPr>
                      <a:lvl9pPr marL="27432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9pPr>
                    </a:lstStyle>
                    <a:p>
                      <a:pPr algn="ctr" fontAlgn="ctr"/>
                      <a:endParaRPr lang="ja-JP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■活動浸透し件数増加中。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69447901"/>
                  </a:ext>
                </a:extLst>
              </a:tr>
              <a:tr h="240846">
                <a:tc>
                  <a:txBody>
                    <a:bodyPr/>
                    <a:lstStyle>
                      <a:lvl1pPr marL="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1pPr>
                      <a:lvl2pPr marL="3429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2pPr>
                      <a:lvl3pPr marL="6858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3pPr>
                      <a:lvl4pPr marL="10287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4pPr>
                      <a:lvl5pPr marL="13716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5pPr>
                      <a:lvl6pPr marL="17145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6pPr>
                      <a:lvl7pPr marL="20574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7pPr>
                      <a:lvl8pPr marL="24003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8pPr>
                      <a:lvl9pPr marL="27432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9pPr>
                    </a:lstStyle>
                    <a:p>
                      <a:pPr algn="l" fontAlgn="ctr"/>
                      <a:r>
                        <a:rPr lang="ja-JP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　③国内空設・燃技へ水平展開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1pPr>
                      <a:lvl2pPr marL="3429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2pPr>
                      <a:lvl3pPr marL="6858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3pPr>
                      <a:lvl4pPr marL="10287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4pPr>
                      <a:lvl5pPr marL="13716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5pPr>
                      <a:lvl6pPr marL="17145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6pPr>
                      <a:lvl7pPr marL="20574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7pPr>
                      <a:lvl8pPr marL="24003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8pPr>
                      <a:lvl9pPr marL="27432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9pPr>
                    </a:lstStyle>
                    <a:p>
                      <a:pPr algn="ctr" fontAlgn="ctr"/>
                      <a:r>
                        <a:rPr lang="ja-JP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1pPr>
                      <a:lvl2pPr marL="3429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2pPr>
                      <a:lvl3pPr marL="6858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3pPr>
                      <a:lvl4pPr marL="10287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4pPr>
                      <a:lvl5pPr marL="13716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5pPr>
                      <a:lvl6pPr marL="17145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6pPr>
                      <a:lvl7pPr marL="20574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7pPr>
                      <a:lvl8pPr marL="24003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8pPr>
                      <a:lvl9pPr marL="27432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9pPr>
                    </a:lstStyle>
                    <a:p>
                      <a:pPr algn="ctr" fontAlgn="ctr"/>
                      <a:endParaRPr lang="ja-JP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7620" marR="7620" marT="762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1pPr>
                      <a:lvl2pPr marL="3429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2pPr>
                      <a:lvl3pPr marL="6858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3pPr>
                      <a:lvl4pPr marL="10287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4pPr>
                      <a:lvl5pPr marL="13716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5pPr>
                      <a:lvl6pPr marL="17145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6pPr>
                      <a:lvl7pPr marL="20574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7pPr>
                      <a:lvl8pPr marL="24003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8pPr>
                      <a:lvl9pPr marL="27432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9pPr>
                    </a:lstStyle>
                    <a:p>
                      <a:pPr algn="ctr" fontAlgn="ctr"/>
                      <a:endParaRPr lang="ja-JP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7620" marR="7620" marT="762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1pPr>
                      <a:lvl2pPr marL="3429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2pPr>
                      <a:lvl3pPr marL="6858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3pPr>
                      <a:lvl4pPr marL="10287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4pPr>
                      <a:lvl5pPr marL="13716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5pPr>
                      <a:lvl6pPr marL="17145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6pPr>
                      <a:lvl7pPr marL="20574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7pPr>
                      <a:lvl8pPr marL="24003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8pPr>
                      <a:lvl9pPr marL="27432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9pPr>
                    </a:lstStyle>
                    <a:p>
                      <a:pPr algn="ctr" fontAlgn="ctr"/>
                      <a:endParaRPr lang="ja-JP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1pPr>
                      <a:lvl2pPr marL="3429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2pPr>
                      <a:lvl3pPr marL="6858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3pPr>
                      <a:lvl4pPr marL="10287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4pPr>
                      <a:lvl5pPr marL="13716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5pPr>
                      <a:lvl6pPr marL="17145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6pPr>
                      <a:lvl7pPr marL="20574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7pPr>
                      <a:lvl8pPr marL="24003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8pPr>
                      <a:lvl9pPr marL="27432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9pPr>
                    </a:lstStyle>
                    <a:p>
                      <a:pPr algn="ctr" fontAlgn="ctr"/>
                      <a:endParaRPr lang="ja-JP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7620" marR="7620" marT="762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1pPr>
                      <a:lvl2pPr marL="3429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2pPr>
                      <a:lvl3pPr marL="6858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3pPr>
                      <a:lvl4pPr marL="10287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4pPr>
                      <a:lvl5pPr marL="13716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5pPr>
                      <a:lvl6pPr marL="17145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6pPr>
                      <a:lvl7pPr marL="20574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7pPr>
                      <a:lvl8pPr marL="24003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8pPr>
                      <a:lvl9pPr marL="27432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9pPr>
                    </a:lstStyle>
                    <a:p>
                      <a:pPr algn="ctr" fontAlgn="ctr"/>
                      <a:endParaRPr lang="ja-JP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7620" marR="7620" marT="762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1pPr>
                      <a:lvl2pPr marL="3429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2pPr>
                      <a:lvl3pPr marL="6858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3pPr>
                      <a:lvl4pPr marL="10287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4pPr>
                      <a:lvl5pPr marL="13716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5pPr>
                      <a:lvl6pPr marL="17145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6pPr>
                      <a:lvl7pPr marL="20574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7pPr>
                      <a:lvl8pPr marL="24003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8pPr>
                      <a:lvl9pPr marL="27432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9pPr>
                    </a:lstStyle>
                    <a:p>
                      <a:pPr algn="ctr" fontAlgn="ctr"/>
                      <a:r>
                        <a:rPr lang="ja-JP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1pPr>
                      <a:lvl2pPr marL="3429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2pPr>
                      <a:lvl3pPr marL="6858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3pPr>
                      <a:lvl4pPr marL="10287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4pPr>
                      <a:lvl5pPr marL="13716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5pPr>
                      <a:lvl6pPr marL="17145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6pPr>
                      <a:lvl7pPr marL="20574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7pPr>
                      <a:lvl8pPr marL="24003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8pPr>
                      <a:lvl9pPr marL="27432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9pPr>
                    </a:lstStyle>
                    <a:p>
                      <a:pPr algn="ctr" fontAlgn="ctr"/>
                      <a:endParaRPr lang="ja-JP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7620" marR="7620" marT="762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1pPr>
                      <a:lvl2pPr marL="3429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2pPr>
                      <a:lvl3pPr marL="6858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3pPr>
                      <a:lvl4pPr marL="10287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4pPr>
                      <a:lvl5pPr marL="13716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5pPr>
                      <a:lvl6pPr marL="17145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6pPr>
                      <a:lvl7pPr marL="20574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7pPr>
                      <a:lvl8pPr marL="24003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8pPr>
                      <a:lvl9pPr marL="27432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9pPr>
                    </a:lstStyle>
                    <a:p>
                      <a:pPr algn="ctr" fontAlgn="ctr"/>
                      <a:endParaRPr lang="ja-JP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7620" marR="7620" marT="762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1pPr>
                      <a:lvl2pPr marL="3429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2pPr>
                      <a:lvl3pPr marL="6858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3pPr>
                      <a:lvl4pPr marL="10287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4pPr>
                      <a:lvl5pPr marL="13716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5pPr>
                      <a:lvl6pPr marL="17145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6pPr>
                      <a:lvl7pPr marL="20574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7pPr>
                      <a:lvl8pPr marL="24003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8pPr>
                      <a:lvl9pPr marL="27432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9pPr>
                    </a:lstStyle>
                    <a:p>
                      <a:pPr algn="ctr" fontAlgn="ctr"/>
                      <a:endParaRPr lang="ja-JP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1pPr>
                      <a:lvl2pPr marL="3429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2pPr>
                      <a:lvl3pPr marL="6858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3pPr>
                      <a:lvl4pPr marL="10287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4pPr>
                      <a:lvl5pPr marL="13716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5pPr>
                      <a:lvl6pPr marL="17145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6pPr>
                      <a:lvl7pPr marL="20574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7pPr>
                      <a:lvl8pPr marL="24003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8pPr>
                      <a:lvl9pPr marL="27432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9pPr>
                    </a:lstStyle>
                    <a:p>
                      <a:pPr algn="ctr" fontAlgn="ctr"/>
                      <a:endParaRPr lang="ja-JP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7620" marR="7620" marT="762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1pPr>
                      <a:lvl2pPr marL="3429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2pPr>
                      <a:lvl3pPr marL="6858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3pPr>
                      <a:lvl4pPr marL="10287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4pPr>
                      <a:lvl5pPr marL="13716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5pPr>
                      <a:lvl6pPr marL="17145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6pPr>
                      <a:lvl7pPr marL="20574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7pPr>
                      <a:lvl8pPr marL="24003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8pPr>
                      <a:lvl9pPr marL="27432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9pPr>
                    </a:lstStyle>
                    <a:p>
                      <a:pPr algn="ctr" fontAlgn="ctr"/>
                      <a:endParaRPr lang="ja-JP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7620" marR="7620" marT="762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1pPr>
                      <a:lvl2pPr marL="3429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2pPr>
                      <a:lvl3pPr marL="6858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3pPr>
                      <a:lvl4pPr marL="10287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4pPr>
                      <a:lvl5pPr marL="13716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5pPr>
                      <a:lvl6pPr marL="17145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6pPr>
                      <a:lvl7pPr marL="20574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7pPr>
                      <a:lvl8pPr marL="24003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8pPr>
                      <a:lvl9pPr marL="27432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9pPr>
                    </a:lstStyle>
                    <a:p>
                      <a:pPr algn="ctr" fontAlgn="ctr"/>
                      <a:r>
                        <a:rPr lang="ja-JP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ja-JP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1pPr>
                      <a:lvl2pPr marL="3429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2pPr>
                      <a:lvl3pPr marL="6858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3pPr>
                      <a:lvl4pPr marL="10287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4pPr>
                      <a:lvl5pPr marL="13716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5pPr>
                      <a:lvl6pPr marL="17145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6pPr>
                      <a:lvl7pPr marL="20574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7pPr>
                      <a:lvl8pPr marL="24003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8pPr>
                      <a:lvl9pPr marL="27432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9pPr>
                    </a:lstStyle>
                    <a:p>
                      <a:pPr algn="ctr" fontAlgn="ctr"/>
                      <a:endParaRPr lang="ja-JP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1pPr>
                      <a:lvl2pPr marL="3429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2pPr>
                      <a:lvl3pPr marL="6858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3pPr>
                      <a:lvl4pPr marL="10287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4pPr>
                      <a:lvl5pPr marL="13716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5pPr>
                      <a:lvl6pPr marL="17145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6pPr>
                      <a:lvl7pPr marL="20574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7pPr>
                      <a:lvl8pPr marL="24003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8pPr>
                      <a:lvl9pPr marL="27432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9pPr>
                    </a:lstStyle>
                    <a:p>
                      <a:pPr algn="ctr" fontAlgn="ctr"/>
                      <a:endParaRPr lang="ja-JP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1pPr>
                      <a:lvl2pPr marL="3429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2pPr>
                      <a:lvl3pPr marL="6858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3pPr>
                      <a:lvl4pPr marL="10287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4pPr>
                      <a:lvl5pPr marL="13716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5pPr>
                      <a:lvl6pPr marL="17145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6pPr>
                      <a:lvl7pPr marL="20574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7pPr>
                      <a:lvl8pPr marL="24003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8pPr>
                      <a:lvl9pPr marL="27432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9pPr>
                    </a:lstStyle>
                    <a:p>
                      <a:pPr algn="ctr" fontAlgn="ctr"/>
                      <a:endParaRPr lang="ja-JP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1pPr>
                      <a:lvl2pPr marL="3429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2pPr>
                      <a:lvl3pPr marL="6858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3pPr>
                      <a:lvl4pPr marL="10287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4pPr>
                      <a:lvl5pPr marL="13716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5pPr>
                      <a:lvl6pPr marL="17145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6pPr>
                      <a:lvl7pPr marL="20574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7pPr>
                      <a:lvl8pPr marL="24003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8pPr>
                      <a:lvl9pPr marL="2743200" algn="l" defTabSz="685800" rtl="0" eaLnBrk="1" latinLnBrk="0" hangingPunct="1">
                        <a:defRPr kumimoji="1" sz="1350" kern="1200">
                          <a:solidFill>
                            <a:schemeClr val="tx1"/>
                          </a:solidFill>
                          <a:latin typeface="Meiryo UI"/>
                          <a:ea typeface="Meiryo UI"/>
                        </a:defRPr>
                      </a:lvl9pPr>
                    </a:lstStyle>
                    <a:p>
                      <a:pPr algn="ctr" fontAlgn="ctr"/>
                      <a:endParaRPr lang="ja-JP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■空設は</a:t>
                      </a:r>
                      <a:r>
                        <a:rPr lang="en-US" altLang="ja-JP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3</a:t>
                      </a:r>
                      <a:r>
                        <a:rPr lang="ja-JP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件、燃技は</a:t>
                      </a:r>
                      <a:r>
                        <a:rPr lang="en-US" altLang="ja-JP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4</a:t>
                      </a:r>
                      <a:r>
                        <a:rPr lang="ja-JP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件実施し徐々に拡大。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7308078"/>
                  </a:ext>
                </a:extLst>
              </a:tr>
              <a:tr h="240846"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　④海外案件への展開検討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ja-JP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ja-JP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7620" marR="7620" marT="762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ja-JP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7620" marR="7620" marT="762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ja-JP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ja-JP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7620" marR="7620" marT="762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ja-JP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7620" marR="7620" marT="762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ja-JP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ja-JP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7620" marR="7620" marT="762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ja-JP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7620" marR="7620" marT="762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ja-JP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ja-JP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7620" marR="7620" marT="762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ja-JP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7620" marR="7620" marT="762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ja-JP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ja-JP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ja-JP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ja-JP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ja-JP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ja-JP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■③の状況を鑑み、展開検討していく。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7278764"/>
                  </a:ext>
                </a:extLst>
              </a:tr>
              <a:tr h="240846">
                <a:tc>
                  <a:txBody>
                    <a:bodyPr/>
                    <a:lstStyle/>
                    <a:p>
                      <a:pPr marL="0" marR="0" lvl="0" indent="0" algn="l" defTabSz="66276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ja-JP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　⑤旧呉</a:t>
                      </a:r>
                      <a:r>
                        <a:rPr lang="ja-JP" altLang="en-US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案件</a:t>
                      </a:r>
                      <a:r>
                        <a:rPr lang="en-US" altLang="ja-JP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(</a:t>
                      </a:r>
                      <a:r>
                        <a:rPr lang="ja-JP" altLang="en-US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国内ボイラ</a:t>
                      </a:r>
                      <a:r>
                        <a:rPr lang="en-US" altLang="ja-JP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)</a:t>
                      </a:r>
                      <a:endParaRPr lang="ja-JP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ja-JP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ja-JP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7620" marR="7620" marT="762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ja-JP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7620" marR="7620" marT="762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ja-JP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ja-JP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7620" marR="7620" marT="762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ja-JP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7620" marR="7620" marT="762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ja-JP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ja-JP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7620" marR="7620" marT="762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ja-JP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7620" marR="7620" marT="762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ja-JP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ja-JP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7620" marR="7620" marT="762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ja-JP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7620" marR="7620" marT="762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ja-JP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ja-JP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ja-JP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ja-JP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ja-JP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ja-JP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■１件実施済。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159893"/>
                  </a:ext>
                </a:extLst>
              </a:tr>
              <a:tr h="240846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ja-JP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2. CATS+</a:t>
                      </a:r>
                    </a:p>
                    <a:p>
                      <a:pPr algn="l" fontAlgn="ctr"/>
                      <a:r>
                        <a:rPr lang="ja-JP" alt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　（過去実績を流用する仕組み）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ja-JP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ja-JP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7620" marR="7620" marT="762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ja-JP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7620" marR="7620" marT="762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ja-JP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ja-JP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7620" marR="7620" marT="762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ja-JP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7620" marR="7620" marT="762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ja-JP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ja-JP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7620" marR="7620" marT="762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ja-JP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7620" marR="7620" marT="762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ja-JP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ja-JP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7620" marR="7620" marT="762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ja-JP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7620" marR="7620" marT="762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ja-JP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ja-JP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ja-JP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ja-JP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ja-JP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ja-JP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6490253"/>
                  </a:ext>
                </a:extLst>
              </a:tr>
              <a:tr h="240846"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　①システム構築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ja-JP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ja-JP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7620" marR="7620" marT="762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ja-JP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7620" marR="7620" marT="762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ja-JP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ja-JP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7620" marR="7620" marT="762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ja-JP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7620" marR="7620" marT="762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ja-JP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ja-JP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7620" marR="7620" marT="762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ja-JP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7620" marR="7620" marT="762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ja-JP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ja-JP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7620" marR="7620" marT="762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ja-JP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7620" marR="7620" marT="762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ja-JP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ja-JP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ja-JP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ja-JP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ja-JP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ja-JP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7797708"/>
                  </a:ext>
                </a:extLst>
              </a:tr>
              <a:tr h="240846"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　②海外</a:t>
                      </a:r>
                      <a:r>
                        <a:rPr lang="en-US" altLang="ja-JP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ST</a:t>
                      </a:r>
                      <a:r>
                        <a:rPr lang="ja-JP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運用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ja-JP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ja-JP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7620" marR="7620" marT="762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ja-JP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7620" marR="7620" marT="762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ja-JP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ja-JP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7620" marR="7620" marT="762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ja-JP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7620" marR="7620" marT="762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ja-JP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ja-JP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7620" marR="7620" marT="762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ja-JP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7620" marR="7620" marT="762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ja-JP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ja-JP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7620" marR="7620" marT="762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ja-JP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7620" marR="7620" marT="762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ja-JP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ja-JP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ja-JP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ja-JP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ja-JP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ja-JP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■運用性向上等、適用率向上施策実施中。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1333606"/>
                  </a:ext>
                </a:extLst>
              </a:tr>
              <a:tr h="240846"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　③海外ミル・制御装置展開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ja-JP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ja-JP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7620" marR="7620" marT="762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ja-JP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7620" marR="7620" marT="762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ja-JP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ja-JP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7620" marR="7620" marT="762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ja-JP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7620" marR="7620" marT="762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ja-JP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ja-JP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7620" marR="7620" marT="762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ja-JP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7620" marR="7620" marT="762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ja-JP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ja-JP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7620" marR="7620" marT="762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ja-JP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7620" marR="7620" marT="762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ja-JP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ja-JP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dkUpDiag">
                      <a:fgClr>
                        <a:schemeClr val="accent2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ja-JP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pattFill prst="dkUpDiag">
                      <a:fgClr>
                        <a:schemeClr val="accent2"/>
                      </a:fgClr>
                      <a:bgClr>
                        <a:schemeClr val="bg1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ja-JP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ja-JP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ja-JP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■</a:t>
                      </a:r>
                      <a:r>
                        <a:rPr lang="en-US" altLang="ja-JP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7</a:t>
                      </a:r>
                      <a:r>
                        <a:rPr lang="ja-JP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月稼働開始予定。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2792400"/>
                  </a:ext>
                </a:extLst>
              </a:tr>
              <a:tr h="240846"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　④国内・海外ファン展開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ja-JP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ja-JP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7620" marR="7620" marT="762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ja-JP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7620" marR="7620" marT="762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ja-JP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ja-JP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7620" marR="7620" marT="762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ja-JP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7620" marR="7620" marT="762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ja-JP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ja-JP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7620" marR="7620" marT="762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ja-JP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7620" marR="7620" marT="762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ja-JP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ja-JP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7620" marR="7620" marT="762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ja-JP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7620" marR="7620" marT="762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ja-JP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ja-JP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ja-JP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ja-JP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ja-JP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ja-JP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メイリオ" panose="020B0604030504040204" pitchFamily="50" charset="-128"/>
                        <a:ea typeface="メイリオ" panose="020B0604030504040204" pitchFamily="50" charset="-128"/>
                      </a:endParaRPr>
                    </a:p>
                  </a:txBody>
                  <a:tcPr marL="7620" marR="7620" marT="7620" marB="0" anchor="ctr">
                    <a:lnL w="3175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メイリオ" panose="020B0604030504040204" pitchFamily="50" charset="-128"/>
                          <a:ea typeface="メイリオ" panose="020B0604030504040204" pitchFamily="50" charset="-128"/>
                        </a:rPr>
                        <a:t>■展開へ向け、システム構築中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7210206"/>
                  </a:ext>
                </a:extLst>
              </a:tr>
            </a:tbl>
          </a:graphicData>
        </a:graphic>
      </p:graphicFrame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6AB7B90F-E115-4983-D851-11CEABDE9806}"/>
              </a:ext>
            </a:extLst>
          </p:cNvPr>
          <p:cNvCxnSpPr>
            <a:cxnSpLocks/>
          </p:cNvCxnSpPr>
          <p:nvPr/>
        </p:nvCxnSpPr>
        <p:spPr>
          <a:xfrm>
            <a:off x="4719634" y="3209942"/>
            <a:ext cx="0" cy="3334621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44E6E220-72DB-4CF6-AF64-DFD41EB6D74A}"/>
              </a:ext>
            </a:extLst>
          </p:cNvPr>
          <p:cNvSpPr/>
          <p:nvPr/>
        </p:nvSpPr>
        <p:spPr>
          <a:xfrm>
            <a:off x="0" y="2911393"/>
            <a:ext cx="1982943" cy="298549"/>
          </a:xfrm>
          <a:prstGeom prst="rect">
            <a:avLst/>
          </a:prstGeom>
          <a:noFill/>
          <a:ln w="3175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rPr>
              <a:t>【</a:t>
            </a:r>
            <a:r>
              <a:rPr kumimoji="1" lang="ja-JP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rPr>
              <a:t>適用スケジュール</a:t>
            </a:r>
            <a:r>
              <a:rPr kumimoji="1" lang="en-US" altLang="ja-JP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rPr>
              <a:t>】</a:t>
            </a:r>
            <a:endParaRPr kumimoji="1" lang="en-US" altLang="ja-JP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/>
              <a:ea typeface="メイリオ"/>
              <a:cs typeface="+mn-cs"/>
            </a:endParaRPr>
          </a:p>
        </p:txBody>
      </p:sp>
      <p:sp>
        <p:nvSpPr>
          <p:cNvPr id="26" name="テキスト プレースホルダー 5">
            <a:extLst>
              <a:ext uri="{FF2B5EF4-FFF2-40B4-BE49-F238E27FC236}">
                <a16:creationId xmlns:a16="http://schemas.microsoft.com/office/drawing/2014/main" id="{9D956649-C882-556D-3CE0-3E5CE53F24AB}"/>
              </a:ext>
            </a:extLst>
          </p:cNvPr>
          <p:cNvSpPr txBox="1">
            <a:spLocks/>
          </p:cNvSpPr>
          <p:nvPr/>
        </p:nvSpPr>
        <p:spPr>
          <a:xfrm>
            <a:off x="130764" y="637151"/>
            <a:ext cx="8882470" cy="322438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</p:spPr>
        <p:txBody>
          <a:bodyPr anchor="ctr"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kumimoji="1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kumimoji="1"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kumimoji="1"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kumimoji="1"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kumimoji="1"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kumimoji="1"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kumimoji="1"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kumimoji="1"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ja-JP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</a:rPr>
              <a:t>■</a:t>
            </a:r>
            <a:r>
              <a:rPr kumimoji="1" lang="en-US" altLang="ja-JP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</a:rPr>
              <a:t>PM</a:t>
            </a:r>
            <a:r>
              <a:rPr kumimoji="1" lang="ja-JP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</a:rPr>
              <a:t>中心のマネジメントサイクルを構築するうえで、引合効率化の活動として実施中。</a:t>
            </a:r>
            <a:endParaRPr kumimoji="1" lang="en-US" altLang="ja-JP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0F6538AE-D3C0-D6C5-9BE0-97470F4DF5DC}"/>
              </a:ext>
            </a:extLst>
          </p:cNvPr>
          <p:cNvSpPr/>
          <p:nvPr/>
        </p:nvSpPr>
        <p:spPr>
          <a:xfrm>
            <a:off x="0" y="980728"/>
            <a:ext cx="2929468" cy="298549"/>
          </a:xfrm>
          <a:prstGeom prst="rect">
            <a:avLst/>
          </a:prstGeom>
          <a:noFill/>
          <a:ln w="3175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rPr>
              <a:t>【</a:t>
            </a:r>
            <a:r>
              <a:rPr kumimoji="1" lang="ja-JP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rPr>
              <a:t>見積作業効率化の位置づけ</a:t>
            </a:r>
            <a:r>
              <a:rPr kumimoji="1" lang="en-US" altLang="ja-JP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rPr>
              <a:t>】</a:t>
            </a:r>
            <a:endParaRPr kumimoji="1" lang="en-US" altLang="ja-JP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/>
              <a:ea typeface="メイリオ"/>
              <a:cs typeface="+mn-cs"/>
            </a:endParaRPr>
          </a:p>
        </p:txBody>
      </p:sp>
      <p:sp>
        <p:nvSpPr>
          <p:cNvPr id="40" name="正方形/長方形 39">
            <a:extLst>
              <a:ext uri="{FF2B5EF4-FFF2-40B4-BE49-F238E27FC236}">
                <a16:creationId xmlns:a16="http://schemas.microsoft.com/office/drawing/2014/main" id="{32C47DD6-901E-E992-0E2B-5D856048043B}"/>
              </a:ext>
            </a:extLst>
          </p:cNvPr>
          <p:cNvSpPr/>
          <p:nvPr/>
        </p:nvSpPr>
        <p:spPr>
          <a:xfrm>
            <a:off x="6678587" y="2286965"/>
            <a:ext cx="1448225" cy="526006"/>
          </a:xfrm>
          <a:prstGeom prst="rect">
            <a:avLst/>
          </a:prstGeom>
          <a:noFill/>
          <a:ln w="19050" cmpd="sng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eiryo UI"/>
              <a:ea typeface="Meiryo UI"/>
              <a:cs typeface="+mn-cs"/>
            </a:endParaRP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F74E90AF-DA8C-4B55-FD49-7D6662187A29}"/>
              </a:ext>
            </a:extLst>
          </p:cNvPr>
          <p:cNvSpPr txBox="1"/>
          <p:nvPr/>
        </p:nvSpPr>
        <p:spPr>
          <a:xfrm>
            <a:off x="246720" y="113188"/>
            <a:ext cx="73587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ja-JP" altLang="en-US" b="1" dirty="0">
                <a:solidFill>
                  <a:srgbClr val="00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４－３</a:t>
            </a:r>
            <a:r>
              <a:rPr kumimoji="1" lang="ja-JP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</a:rPr>
              <a:t>．見積作業の効率化</a:t>
            </a:r>
            <a:r>
              <a:rPr lang="ja-JP" altLang="en-US" b="1" dirty="0">
                <a:solidFill>
                  <a:srgbClr val="00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について</a:t>
            </a:r>
            <a:r>
              <a:rPr kumimoji="1" lang="ja-JP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</a:rPr>
              <a:t>（見積簡略化</a:t>
            </a:r>
            <a:r>
              <a:rPr kumimoji="1" lang="en-US" altLang="ja-JP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</a:rPr>
              <a:t>TT</a:t>
            </a:r>
            <a:r>
              <a:rPr kumimoji="1" lang="ja-JP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</a:rPr>
              <a:t>、</a:t>
            </a:r>
            <a:r>
              <a:rPr kumimoji="1" lang="en-US" altLang="ja-JP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</a:rPr>
              <a:t>CATS+</a:t>
            </a:r>
            <a:r>
              <a:rPr kumimoji="1" lang="ja-JP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</a:rPr>
              <a:t>）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FCB8C448-235D-62C6-039F-4E196B1C0BF8}"/>
              </a:ext>
            </a:extLst>
          </p:cNvPr>
          <p:cNvSpPr txBox="1"/>
          <p:nvPr/>
        </p:nvSpPr>
        <p:spPr>
          <a:xfrm>
            <a:off x="2822497" y="4149080"/>
            <a:ext cx="113701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eiryo UI"/>
                <a:ea typeface="Meiryo UI"/>
                <a:cs typeface="+mn-cs"/>
              </a:rPr>
              <a:t>⇒適用顧客拡大</a:t>
            </a:r>
            <a:endParaRPr kumimoji="1" lang="ja-JP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eiryo UI"/>
              <a:ea typeface="Meiryo UI"/>
              <a:cs typeface="+mn-cs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F0CCB7E4-2A26-0440-41F6-A83042ABCFCD}"/>
              </a:ext>
            </a:extLst>
          </p:cNvPr>
          <p:cNvSpPr txBox="1"/>
          <p:nvPr/>
        </p:nvSpPr>
        <p:spPr>
          <a:xfrm>
            <a:off x="3767185" y="4149080"/>
            <a:ext cx="113701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eiryo UI"/>
                <a:ea typeface="Meiryo UI"/>
                <a:cs typeface="+mn-cs"/>
              </a:rPr>
              <a:t>⇒活動の浸透</a:t>
            </a:r>
            <a:endParaRPr kumimoji="1" lang="ja-JP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eiryo UI"/>
              <a:ea typeface="Meiryo UI"/>
              <a:cs typeface="+mn-cs"/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2A7F6CDC-5A68-25E4-7E22-AF93AC598A0B}"/>
              </a:ext>
            </a:extLst>
          </p:cNvPr>
          <p:cNvSpPr txBox="1"/>
          <p:nvPr/>
        </p:nvSpPr>
        <p:spPr>
          <a:xfrm>
            <a:off x="3464399" y="4394388"/>
            <a:ext cx="113701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eiryo UI"/>
                <a:ea typeface="Meiryo UI"/>
                <a:cs typeface="+mn-cs"/>
              </a:rPr>
              <a:t>⇒活動開始</a:t>
            </a:r>
            <a:endParaRPr kumimoji="1" lang="ja-JP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eiryo UI"/>
              <a:ea typeface="Meiryo UI"/>
              <a:cs typeface="+mn-cs"/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6B5030DA-E185-209B-BC04-38BE9007272C}"/>
              </a:ext>
            </a:extLst>
          </p:cNvPr>
          <p:cNvSpPr txBox="1"/>
          <p:nvPr/>
        </p:nvSpPr>
        <p:spPr>
          <a:xfrm>
            <a:off x="4155093" y="4394388"/>
            <a:ext cx="113701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eiryo UI"/>
                <a:ea typeface="Meiryo UI"/>
                <a:cs typeface="+mn-cs"/>
              </a:rPr>
              <a:t>⇒活動の浸透</a:t>
            </a:r>
            <a:endParaRPr kumimoji="1" lang="ja-JP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eiryo UI"/>
              <a:ea typeface="Meiryo UI"/>
              <a:cs typeface="+mn-cs"/>
            </a:endParaRP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4F71767D-E2FE-4A3E-F379-20606085575A}"/>
              </a:ext>
            </a:extLst>
          </p:cNvPr>
          <p:cNvSpPr txBox="1"/>
          <p:nvPr/>
        </p:nvSpPr>
        <p:spPr>
          <a:xfrm>
            <a:off x="5715645" y="2830572"/>
            <a:ext cx="339680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200" b="1" i="0" u="sng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Meiryo UI"/>
                <a:ea typeface="Meiryo UI"/>
                <a:cs typeface="+mn-cs"/>
              </a:rPr>
              <a:t>■見積作業、技術照会、顧客提案それぞれで活動</a:t>
            </a:r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9DEF7488-80C4-3A52-25C4-7A0F4F436645}"/>
              </a:ext>
            </a:extLst>
          </p:cNvPr>
          <p:cNvSpPr txBox="1"/>
          <p:nvPr/>
        </p:nvSpPr>
        <p:spPr>
          <a:xfrm>
            <a:off x="3586585" y="4860174"/>
            <a:ext cx="113701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eiryo UI"/>
                <a:ea typeface="Meiryo UI"/>
                <a:cs typeface="+mn-cs"/>
              </a:rPr>
              <a:t>⇒活動開始</a:t>
            </a:r>
            <a:endParaRPr kumimoji="1" lang="ja-JP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eiryo UI"/>
              <a:ea typeface="Meiryo UI"/>
              <a:cs typeface="+mn-cs"/>
            </a:endParaRPr>
          </a:p>
        </p:txBody>
      </p:sp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37716BEC-EEC0-284C-9F0C-5A4CC37A6F3E}"/>
              </a:ext>
            </a:extLst>
          </p:cNvPr>
          <p:cNvSpPr txBox="1"/>
          <p:nvPr/>
        </p:nvSpPr>
        <p:spPr>
          <a:xfrm>
            <a:off x="3561879" y="5680850"/>
            <a:ext cx="112684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eiryo UI"/>
                <a:ea typeface="Meiryo UI"/>
                <a:cs typeface="+mn-cs"/>
              </a:rPr>
              <a:t>⇒活動の浸透</a:t>
            </a:r>
            <a:endParaRPr kumimoji="1" lang="ja-JP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eiryo UI"/>
              <a:ea typeface="Meiryo UI"/>
              <a:cs typeface="+mn-cs"/>
            </a:endParaRPr>
          </a:p>
        </p:txBody>
      </p: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E95CB62E-6C78-4EA4-E533-0D9B7EFCADBC}"/>
              </a:ext>
            </a:extLst>
          </p:cNvPr>
          <p:cNvSpPr txBox="1"/>
          <p:nvPr/>
        </p:nvSpPr>
        <p:spPr>
          <a:xfrm>
            <a:off x="2828389" y="5661248"/>
            <a:ext cx="113701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eiryo UI"/>
                <a:ea typeface="Meiryo UI"/>
                <a:cs typeface="+mn-cs"/>
              </a:rPr>
              <a:t>⇒活動開始</a:t>
            </a:r>
            <a:endParaRPr kumimoji="1" lang="ja-JP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eiryo UI"/>
              <a:ea typeface="Meiryo UI"/>
              <a:cs typeface="+mn-cs"/>
            </a:endParaRPr>
          </a:p>
        </p:txBody>
      </p:sp>
      <p:sp>
        <p:nvSpPr>
          <p:cNvPr id="39" name="テキスト ボックス 38">
            <a:extLst>
              <a:ext uri="{FF2B5EF4-FFF2-40B4-BE49-F238E27FC236}">
                <a16:creationId xmlns:a16="http://schemas.microsoft.com/office/drawing/2014/main" id="{F65AD7A6-EE65-F009-3C8C-657B40B72F4E}"/>
              </a:ext>
            </a:extLst>
          </p:cNvPr>
          <p:cNvSpPr txBox="1"/>
          <p:nvPr/>
        </p:nvSpPr>
        <p:spPr>
          <a:xfrm>
            <a:off x="4871394" y="5902184"/>
            <a:ext cx="113701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eiryo UI"/>
                <a:ea typeface="Meiryo UI"/>
                <a:cs typeface="+mn-cs"/>
              </a:rPr>
              <a:t>⇒活動開始</a:t>
            </a:r>
            <a:endParaRPr kumimoji="1" lang="ja-JP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eiryo UI"/>
              <a:ea typeface="Meiryo UI"/>
              <a:cs typeface="+mn-cs"/>
            </a:endParaRPr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E0660E13-E42A-9BBE-BF79-DD580B88FD8A}"/>
              </a:ext>
            </a:extLst>
          </p:cNvPr>
          <p:cNvSpPr/>
          <p:nvPr/>
        </p:nvSpPr>
        <p:spPr>
          <a:xfrm>
            <a:off x="592574" y="1279277"/>
            <a:ext cx="7471801" cy="183422"/>
          </a:xfrm>
          <a:prstGeom prst="roundRect">
            <a:avLst/>
          </a:prstGeom>
          <a:solidFill>
            <a:schemeClr val="accent1"/>
          </a:solidFill>
          <a:ln w="28575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 UI"/>
                <a:ea typeface="Meiryo UI"/>
                <a:cs typeface="+mn-cs"/>
              </a:rPr>
              <a:t>PM</a:t>
            </a:r>
            <a:r>
              <a:rPr kumimoji="1" lang="ja-JP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 UI"/>
                <a:ea typeface="Meiryo UI"/>
                <a:cs typeface="+mn-cs"/>
              </a:rPr>
              <a:t>中心の発電所単位でのマネジメントサイクル</a:t>
            </a:r>
            <a:r>
              <a:rPr kumimoji="1" lang="en-US" altLang="ja-JP" sz="1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 UI"/>
                <a:ea typeface="Meiryo UI"/>
                <a:cs typeface="+mn-cs"/>
              </a:rPr>
              <a:t>(</a:t>
            </a:r>
            <a:r>
              <a:rPr kumimoji="1" lang="ja-JP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 UI"/>
                <a:ea typeface="Meiryo UI"/>
                <a:cs typeface="+mn-cs"/>
              </a:rPr>
              <a:t>受売利</a:t>
            </a:r>
            <a:r>
              <a:rPr kumimoji="1" lang="en-US" altLang="ja-JP" sz="1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 UI"/>
                <a:ea typeface="Meiryo UI"/>
                <a:cs typeface="+mn-cs"/>
              </a:rPr>
              <a:t>)</a:t>
            </a:r>
            <a:endParaRPr kumimoji="1" lang="ja-JP" altLang="en-US" sz="11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 UI"/>
              <a:ea typeface="Meiryo UI"/>
              <a:cs typeface="+mn-cs"/>
            </a:endParaRPr>
          </a:p>
        </p:txBody>
      </p:sp>
      <p:grpSp>
        <p:nvGrpSpPr>
          <p:cNvPr id="14" name="グループ化 13">
            <a:extLst>
              <a:ext uri="{FF2B5EF4-FFF2-40B4-BE49-F238E27FC236}">
                <a16:creationId xmlns:a16="http://schemas.microsoft.com/office/drawing/2014/main" id="{9690FCFC-33B8-75E1-A6BF-38472978C5F3}"/>
              </a:ext>
            </a:extLst>
          </p:cNvPr>
          <p:cNvGrpSpPr/>
          <p:nvPr/>
        </p:nvGrpSpPr>
        <p:grpSpPr>
          <a:xfrm>
            <a:off x="574397" y="1510967"/>
            <a:ext cx="7495459" cy="1244889"/>
            <a:chOff x="510139" y="1820552"/>
            <a:chExt cx="7495459" cy="1244889"/>
          </a:xfrm>
        </p:grpSpPr>
        <p:sp>
          <p:nvSpPr>
            <p:cNvPr id="15" name="四角形: 角を丸くする 14">
              <a:extLst>
                <a:ext uri="{FF2B5EF4-FFF2-40B4-BE49-F238E27FC236}">
                  <a16:creationId xmlns:a16="http://schemas.microsoft.com/office/drawing/2014/main" id="{3DA26324-C00A-EA4F-91B5-D2F3986F1253}"/>
                </a:ext>
              </a:extLst>
            </p:cNvPr>
            <p:cNvSpPr/>
            <p:nvPr/>
          </p:nvSpPr>
          <p:spPr>
            <a:xfrm>
              <a:off x="510139" y="1823860"/>
              <a:ext cx="2658389" cy="169004"/>
            </a:xfrm>
            <a:prstGeom prst="roundRect">
              <a:avLst/>
            </a:prstGeom>
            <a:solidFill>
              <a:schemeClr val="accent1"/>
            </a:solidFill>
            <a:ln w="28575" cmpd="sng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11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Meiryo UI"/>
                  <a:ea typeface="Meiryo UI"/>
                  <a:cs typeface="+mn-cs"/>
                </a:rPr>
                <a:t>Plan</a:t>
              </a:r>
              <a:endParaRPr kumimoji="1" lang="ja-JP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 UI"/>
                <a:ea typeface="Meiryo UI"/>
                <a:cs typeface="+mn-cs"/>
              </a:endParaRPr>
            </a:p>
          </p:txBody>
        </p:sp>
        <p:sp>
          <p:nvSpPr>
            <p:cNvPr id="16" name="四角形: 角を丸くする 15">
              <a:extLst>
                <a:ext uri="{FF2B5EF4-FFF2-40B4-BE49-F238E27FC236}">
                  <a16:creationId xmlns:a16="http://schemas.microsoft.com/office/drawing/2014/main" id="{C9E9ECF6-19C3-24E6-76FA-25BB0E2CEBF7}"/>
                </a:ext>
              </a:extLst>
            </p:cNvPr>
            <p:cNvSpPr/>
            <p:nvPr/>
          </p:nvSpPr>
          <p:spPr>
            <a:xfrm>
              <a:off x="4607209" y="1820553"/>
              <a:ext cx="1939292" cy="171758"/>
            </a:xfrm>
            <a:prstGeom prst="roundRect">
              <a:avLst/>
            </a:prstGeom>
            <a:solidFill>
              <a:schemeClr val="accent1"/>
            </a:solidFill>
            <a:ln w="28575" cmpd="sng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11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Meiryo UI"/>
                  <a:ea typeface="Meiryo UI"/>
                  <a:cs typeface="+mn-cs"/>
                </a:rPr>
                <a:t>Check</a:t>
              </a:r>
              <a:endParaRPr kumimoji="1" lang="ja-JP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 UI"/>
                <a:ea typeface="Meiryo UI"/>
                <a:cs typeface="+mn-cs"/>
              </a:endParaRPr>
            </a:p>
          </p:txBody>
        </p:sp>
        <p:sp>
          <p:nvSpPr>
            <p:cNvPr id="17" name="四角形: 角を丸くする 16">
              <a:extLst>
                <a:ext uri="{FF2B5EF4-FFF2-40B4-BE49-F238E27FC236}">
                  <a16:creationId xmlns:a16="http://schemas.microsoft.com/office/drawing/2014/main" id="{18B702F9-5A5A-B140-B55B-D95009AD383A}"/>
                </a:ext>
              </a:extLst>
            </p:cNvPr>
            <p:cNvSpPr/>
            <p:nvPr/>
          </p:nvSpPr>
          <p:spPr>
            <a:xfrm>
              <a:off x="6715292" y="1820552"/>
              <a:ext cx="1266649" cy="171758"/>
            </a:xfrm>
            <a:prstGeom prst="roundRect">
              <a:avLst/>
            </a:prstGeom>
            <a:solidFill>
              <a:schemeClr val="accent1"/>
            </a:solidFill>
            <a:ln w="28575" cmpd="sng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11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Meiryo UI"/>
                  <a:ea typeface="Meiryo UI"/>
                  <a:cs typeface="+mn-cs"/>
                </a:rPr>
                <a:t>Action</a:t>
              </a:r>
              <a:endParaRPr kumimoji="1" lang="ja-JP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 UI"/>
                <a:ea typeface="Meiryo UI"/>
                <a:cs typeface="+mn-cs"/>
              </a:endParaRPr>
            </a:p>
          </p:txBody>
        </p:sp>
        <p:sp>
          <p:nvSpPr>
            <p:cNvPr id="18" name="四角形: 角を丸くする 17">
              <a:extLst>
                <a:ext uri="{FF2B5EF4-FFF2-40B4-BE49-F238E27FC236}">
                  <a16:creationId xmlns:a16="http://schemas.microsoft.com/office/drawing/2014/main" id="{036C06FA-6D47-7D3F-BE8F-33F24F84D55D}"/>
                </a:ext>
              </a:extLst>
            </p:cNvPr>
            <p:cNvSpPr/>
            <p:nvPr/>
          </p:nvSpPr>
          <p:spPr>
            <a:xfrm>
              <a:off x="3240537" y="1823858"/>
              <a:ext cx="1197879" cy="169005"/>
            </a:xfrm>
            <a:prstGeom prst="roundRect">
              <a:avLst/>
            </a:prstGeom>
            <a:solidFill>
              <a:schemeClr val="accent1"/>
            </a:solidFill>
            <a:ln w="28575" cmpd="sng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11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Meiryo UI"/>
                  <a:ea typeface="Meiryo UI"/>
                  <a:cs typeface="+mn-cs"/>
                </a:rPr>
                <a:t>Do</a:t>
              </a:r>
              <a:endParaRPr kumimoji="1" lang="ja-JP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 UI"/>
                <a:ea typeface="Meiryo UI"/>
                <a:cs typeface="+mn-cs"/>
              </a:endParaRPr>
            </a:p>
          </p:txBody>
        </p:sp>
        <p:sp>
          <p:nvSpPr>
            <p:cNvPr id="19" name="矢印: 五方向 18">
              <a:extLst>
                <a:ext uri="{FF2B5EF4-FFF2-40B4-BE49-F238E27FC236}">
                  <a16:creationId xmlns:a16="http://schemas.microsoft.com/office/drawing/2014/main" id="{B3A53EB9-DB6D-1A5B-BB5F-58C7FC6B763C}"/>
                </a:ext>
              </a:extLst>
            </p:cNvPr>
            <p:cNvSpPr/>
            <p:nvPr/>
          </p:nvSpPr>
          <p:spPr>
            <a:xfrm>
              <a:off x="528316" y="2606896"/>
              <a:ext cx="1157322" cy="437141"/>
            </a:xfrm>
            <a:prstGeom prst="homePlate">
              <a:avLst>
                <a:gd name="adj" fmla="val 17297"/>
              </a:avLst>
            </a:prstGeom>
            <a:solidFill>
              <a:schemeClr val="accent2">
                <a:lumMod val="75000"/>
              </a:schemeClr>
            </a:solidFill>
            <a:ln w="3175" cmpd="sng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rPr>
                <a:t>引合費計画</a:t>
              </a:r>
              <a:endParaRPr kumimoji="1" lang="en-US" altLang="ja-JP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rPr>
                <a:t>(</a:t>
              </a:r>
              <a:r>
                <a:rPr kumimoji="1" lang="ja-JP" altLang="en-US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rPr>
                <a:t>発電所単位</a:t>
              </a:r>
              <a:r>
                <a:rPr kumimoji="1" lang="en-US" altLang="ja-JP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rPr>
                <a:t>)</a:t>
              </a:r>
            </a:p>
          </p:txBody>
        </p:sp>
        <p:sp>
          <p:nvSpPr>
            <p:cNvPr id="20" name="矢印: 五方向 19">
              <a:extLst>
                <a:ext uri="{FF2B5EF4-FFF2-40B4-BE49-F238E27FC236}">
                  <a16:creationId xmlns:a16="http://schemas.microsoft.com/office/drawing/2014/main" id="{F2EE2384-0F3A-5886-E23D-69F0399F1FD5}"/>
                </a:ext>
              </a:extLst>
            </p:cNvPr>
            <p:cNvSpPr/>
            <p:nvPr/>
          </p:nvSpPr>
          <p:spPr>
            <a:xfrm>
              <a:off x="3246019" y="2107632"/>
              <a:ext cx="1212920" cy="437141"/>
            </a:xfrm>
            <a:prstGeom prst="homePlate">
              <a:avLst>
                <a:gd name="adj" fmla="val 19018"/>
              </a:avLst>
            </a:prstGeom>
            <a:solidFill>
              <a:srgbClr val="567783"/>
            </a:solidFill>
            <a:ln w="3175" cmpd="sng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rPr>
                <a:t>生</a:t>
              </a:r>
              <a:r>
                <a:rPr kumimoji="1" lang="ja-JP" altLang="en-US" sz="10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rPr>
                <a:t>産工事遂行</a:t>
              </a:r>
              <a:endParaRPr kumimoji="1" lang="en-US" altLang="ja-JP" sz="1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10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rPr>
                <a:t>(</a:t>
              </a:r>
              <a:r>
                <a:rPr kumimoji="1" lang="ja-JP" altLang="en-US" sz="10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rPr>
                <a:t>発電所単位</a:t>
              </a:r>
              <a:r>
                <a:rPr kumimoji="1" lang="en-US" altLang="ja-JP" sz="10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rPr>
                <a:t>)</a:t>
              </a:r>
            </a:p>
          </p:txBody>
        </p:sp>
        <p:sp>
          <p:nvSpPr>
            <p:cNvPr id="21" name="矢印: 五方向 20">
              <a:extLst>
                <a:ext uri="{FF2B5EF4-FFF2-40B4-BE49-F238E27FC236}">
                  <a16:creationId xmlns:a16="http://schemas.microsoft.com/office/drawing/2014/main" id="{3E886B0A-9299-5CD3-7981-4CC51D238245}"/>
                </a:ext>
              </a:extLst>
            </p:cNvPr>
            <p:cNvSpPr/>
            <p:nvPr/>
          </p:nvSpPr>
          <p:spPr>
            <a:xfrm>
              <a:off x="5121931" y="2107632"/>
              <a:ext cx="1448226" cy="437141"/>
            </a:xfrm>
            <a:prstGeom prst="homePlate">
              <a:avLst>
                <a:gd name="adj" fmla="val 18158"/>
              </a:avLst>
            </a:prstGeom>
            <a:solidFill>
              <a:schemeClr val="accent2">
                <a:lumMod val="75000"/>
              </a:schemeClr>
            </a:solidFill>
            <a:ln w="3175" cmpd="sng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rPr>
                <a:t>生産工事コストフォロ</a:t>
              </a:r>
              <a:endParaRPr kumimoji="1" lang="en-US" altLang="ja-JP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rPr>
                <a:t>(</a:t>
              </a:r>
              <a:r>
                <a:rPr kumimoji="1" lang="ja-JP" altLang="en-US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rPr>
                <a:t>発電所単位</a:t>
              </a:r>
              <a:r>
                <a:rPr kumimoji="1" lang="en-US" altLang="ja-JP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rPr>
                <a:t>)</a:t>
              </a:r>
            </a:p>
          </p:txBody>
        </p:sp>
        <p:sp>
          <p:nvSpPr>
            <p:cNvPr id="22" name="矢印: 五方向 21">
              <a:extLst>
                <a:ext uri="{FF2B5EF4-FFF2-40B4-BE49-F238E27FC236}">
                  <a16:creationId xmlns:a16="http://schemas.microsoft.com/office/drawing/2014/main" id="{1CE8E0ED-31CC-A43B-92F4-90B739411AB9}"/>
                </a:ext>
              </a:extLst>
            </p:cNvPr>
            <p:cNvSpPr/>
            <p:nvPr/>
          </p:nvSpPr>
          <p:spPr>
            <a:xfrm>
              <a:off x="6738949" y="2107632"/>
              <a:ext cx="1266649" cy="437141"/>
            </a:xfrm>
            <a:prstGeom prst="homePlate">
              <a:avLst>
                <a:gd name="adj" fmla="val 19879"/>
              </a:avLst>
            </a:prstGeom>
            <a:solidFill>
              <a:schemeClr val="accent2">
                <a:lumMod val="75000"/>
              </a:schemeClr>
            </a:solidFill>
            <a:ln w="3175" cmpd="sng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メイリオ" panose="020B0604030504040204" pitchFamily="50" charset="-128"/>
                  <a:ea typeface="メイリオ" panose="020B0604030504040204" pitchFamily="50" charset="-128"/>
                  <a:cs typeface="+mn-cs"/>
                </a:rPr>
                <a:t>コスト低減活動</a:t>
              </a:r>
              <a:endParaRPr kumimoji="1" lang="en-US" altLang="ja-JP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メイリオ" panose="020B0604030504040204" pitchFamily="50" charset="-128"/>
                  <a:ea typeface="メイリオ" panose="020B0604030504040204" pitchFamily="50" charset="-128"/>
                  <a:cs typeface="+mn-cs"/>
                </a:rPr>
                <a:t>次回案件への反映</a:t>
              </a:r>
              <a:endParaRPr kumimoji="1" lang="en-US" altLang="ja-JP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</a:endParaRPr>
            </a:p>
          </p:txBody>
        </p:sp>
        <p:cxnSp>
          <p:nvCxnSpPr>
            <p:cNvPr id="24" name="コネクタ: カギ線 23">
              <a:extLst>
                <a:ext uri="{FF2B5EF4-FFF2-40B4-BE49-F238E27FC236}">
                  <a16:creationId xmlns:a16="http://schemas.microsoft.com/office/drawing/2014/main" id="{08604BB7-4F0B-83CC-D8B7-240EB95F0F8A}"/>
                </a:ext>
              </a:extLst>
            </p:cNvPr>
            <p:cNvCxnSpPr>
              <a:cxnSpLocks/>
              <a:stCxn id="17" idx="3"/>
              <a:endCxn id="15" idx="1"/>
            </p:cNvCxnSpPr>
            <p:nvPr/>
          </p:nvCxnSpPr>
          <p:spPr>
            <a:xfrm flipH="1">
              <a:off x="510139" y="1906431"/>
              <a:ext cx="7471802" cy="1931"/>
            </a:xfrm>
            <a:prstGeom prst="bentConnector5">
              <a:avLst>
                <a:gd name="adj1" fmla="val -3060"/>
                <a:gd name="adj2" fmla="val 6999016"/>
                <a:gd name="adj3" fmla="val 103060"/>
              </a:avLst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矢印: 五方向 40">
              <a:extLst>
                <a:ext uri="{FF2B5EF4-FFF2-40B4-BE49-F238E27FC236}">
                  <a16:creationId xmlns:a16="http://schemas.microsoft.com/office/drawing/2014/main" id="{E206E85E-52E9-D34A-D864-81B5541FD2C0}"/>
                </a:ext>
              </a:extLst>
            </p:cNvPr>
            <p:cNvSpPr/>
            <p:nvPr/>
          </p:nvSpPr>
          <p:spPr>
            <a:xfrm>
              <a:off x="533795" y="2107632"/>
              <a:ext cx="1158756" cy="437141"/>
            </a:xfrm>
            <a:prstGeom prst="homePlate">
              <a:avLst>
                <a:gd name="adj" fmla="val 17297"/>
              </a:avLst>
            </a:prstGeom>
            <a:solidFill>
              <a:schemeClr val="accent2">
                <a:lumMod val="75000"/>
              </a:schemeClr>
            </a:solidFill>
            <a:ln w="3175" cmpd="sng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rPr>
                <a:t>AS</a:t>
              </a:r>
              <a:r>
                <a:rPr kumimoji="1" lang="ja-JP" altLang="en-US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rPr>
                <a:t>受売利計画</a:t>
              </a:r>
              <a:endParaRPr kumimoji="1" lang="en-US" altLang="ja-JP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rPr>
                <a:t>(</a:t>
              </a:r>
              <a:r>
                <a:rPr kumimoji="1" lang="ja-JP" altLang="en-US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rPr>
                <a:t>発電所単位</a:t>
              </a:r>
              <a:r>
                <a:rPr kumimoji="1" lang="en-US" altLang="ja-JP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rPr>
                <a:t>)</a:t>
              </a:r>
            </a:p>
          </p:txBody>
        </p:sp>
        <p:sp>
          <p:nvSpPr>
            <p:cNvPr id="43" name="矢印: 五方向 42">
              <a:extLst>
                <a:ext uri="{FF2B5EF4-FFF2-40B4-BE49-F238E27FC236}">
                  <a16:creationId xmlns:a16="http://schemas.microsoft.com/office/drawing/2014/main" id="{47195ED0-3A2D-1536-98C0-FCFECFEC0E69}"/>
                </a:ext>
              </a:extLst>
            </p:cNvPr>
            <p:cNvSpPr/>
            <p:nvPr/>
          </p:nvSpPr>
          <p:spPr>
            <a:xfrm>
              <a:off x="5121931" y="2628300"/>
              <a:ext cx="1448226" cy="437141"/>
            </a:xfrm>
            <a:prstGeom prst="homePlate">
              <a:avLst>
                <a:gd name="adj" fmla="val 18158"/>
              </a:avLst>
            </a:prstGeom>
            <a:solidFill>
              <a:schemeClr val="accent2">
                <a:lumMod val="75000"/>
              </a:schemeClr>
            </a:solidFill>
            <a:ln w="3175" cmpd="sng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rPr>
                <a:t>引合費例月フォロ</a:t>
              </a:r>
              <a:endParaRPr kumimoji="1" lang="en-US" altLang="ja-JP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ja-JP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rPr>
                <a:t>(</a:t>
              </a:r>
              <a:r>
                <a:rPr kumimoji="1" lang="ja-JP" altLang="en-US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rPr>
                <a:t>発電所単位</a:t>
              </a:r>
              <a:r>
                <a:rPr kumimoji="1" lang="en-US" altLang="ja-JP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rPr>
                <a:t>)</a:t>
              </a:r>
            </a:p>
          </p:txBody>
        </p:sp>
        <p:sp>
          <p:nvSpPr>
            <p:cNvPr id="44" name="矢印: 五方向 43">
              <a:extLst>
                <a:ext uri="{FF2B5EF4-FFF2-40B4-BE49-F238E27FC236}">
                  <a16:creationId xmlns:a16="http://schemas.microsoft.com/office/drawing/2014/main" id="{CD0BACAE-FC82-28A7-A47F-20CE1DCABCD8}"/>
                </a:ext>
              </a:extLst>
            </p:cNvPr>
            <p:cNvSpPr/>
            <p:nvPr/>
          </p:nvSpPr>
          <p:spPr>
            <a:xfrm>
              <a:off x="6738949" y="2628300"/>
              <a:ext cx="1266649" cy="437141"/>
            </a:xfrm>
            <a:prstGeom prst="homePlate">
              <a:avLst>
                <a:gd name="adj" fmla="val 19879"/>
              </a:avLst>
            </a:prstGeom>
            <a:solidFill>
              <a:schemeClr val="accent2">
                <a:lumMod val="75000"/>
              </a:schemeClr>
            </a:solidFill>
            <a:ln w="3175" cmpd="sng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メイリオ" panose="020B0604030504040204" pitchFamily="50" charset="-128"/>
                  <a:ea typeface="メイリオ" panose="020B0604030504040204" pitchFamily="50" charset="-128"/>
                  <a:cs typeface="+mn-cs"/>
                </a:rPr>
                <a:t>引合効率化の活動</a:t>
              </a:r>
              <a:endParaRPr kumimoji="1" lang="en-US" altLang="ja-JP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  <a:cs typeface="+mn-cs"/>
              </a:endParaRPr>
            </a:p>
          </p:txBody>
        </p:sp>
        <p:sp>
          <p:nvSpPr>
            <p:cNvPr id="46" name="矢印: 五方向 45">
              <a:extLst>
                <a:ext uri="{FF2B5EF4-FFF2-40B4-BE49-F238E27FC236}">
                  <a16:creationId xmlns:a16="http://schemas.microsoft.com/office/drawing/2014/main" id="{2543878B-F800-E889-DE11-C393029DD1CB}"/>
                </a:ext>
              </a:extLst>
            </p:cNvPr>
            <p:cNvSpPr/>
            <p:nvPr/>
          </p:nvSpPr>
          <p:spPr>
            <a:xfrm>
              <a:off x="2215520" y="2606896"/>
              <a:ext cx="1047481" cy="437141"/>
            </a:xfrm>
            <a:prstGeom prst="homePlate">
              <a:avLst>
                <a:gd name="adj" fmla="val 19018"/>
              </a:avLst>
            </a:prstGeom>
            <a:solidFill>
              <a:srgbClr val="567783"/>
            </a:solidFill>
            <a:ln w="3175" cmpd="sng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rPr>
                <a:t>引合活動遂行</a:t>
              </a:r>
              <a:endParaRPr kumimoji="1" lang="en-US" altLang="ja-JP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  <p:sp>
          <p:nvSpPr>
            <p:cNvPr id="47" name="矢印: 五方向 46">
              <a:extLst>
                <a:ext uri="{FF2B5EF4-FFF2-40B4-BE49-F238E27FC236}">
                  <a16:creationId xmlns:a16="http://schemas.microsoft.com/office/drawing/2014/main" id="{F3DDC9D7-D18F-EEB3-4847-140883EF1A6B}"/>
                </a:ext>
              </a:extLst>
            </p:cNvPr>
            <p:cNvSpPr/>
            <p:nvPr/>
          </p:nvSpPr>
          <p:spPr>
            <a:xfrm>
              <a:off x="4612690" y="2107632"/>
              <a:ext cx="434149" cy="957809"/>
            </a:xfrm>
            <a:prstGeom prst="homePlate">
              <a:avLst>
                <a:gd name="adj" fmla="val 18158"/>
              </a:avLst>
            </a:prstGeom>
            <a:solidFill>
              <a:schemeClr val="accent2">
                <a:lumMod val="75000"/>
              </a:schemeClr>
            </a:solidFill>
            <a:ln w="3175" cmpd="sng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36000" tIns="36000" rIns="36000" bIns="360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rPr>
                <a:t>採算</a:t>
              </a:r>
              <a:endParaRPr kumimoji="1" lang="en-US" altLang="ja-JP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rPr>
                <a:t>状況</a:t>
              </a:r>
              <a:endParaRPr kumimoji="1" lang="en-US" altLang="ja-JP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メイリオ"/>
                  <a:ea typeface="メイリオ"/>
                  <a:cs typeface="+mn-cs"/>
                </a:rPr>
                <a:t>把握</a:t>
              </a:r>
              <a:endParaRPr kumimoji="1" lang="en-US" altLang="ja-JP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endParaRPr>
            </a:p>
          </p:txBody>
        </p:sp>
      </p:grp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CFBCE1E2-DA16-C4C4-3952-CD63FDA7AC5C}"/>
              </a:ext>
            </a:extLst>
          </p:cNvPr>
          <p:cNvSpPr txBox="1"/>
          <p:nvPr/>
        </p:nvSpPr>
        <p:spPr>
          <a:xfrm>
            <a:off x="4648201" y="3717032"/>
            <a:ext cx="15085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200" b="1" dirty="0">
                <a:highlight>
                  <a:srgbClr val="FFFF00"/>
                </a:highlight>
              </a:rPr>
              <a:t>計画通り進捗中</a:t>
            </a:r>
            <a:endParaRPr kumimoji="1" lang="ja-JP" altLang="en-US" sz="1200" b="1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302405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85662F67-D9FB-FCB4-2852-19D47F35F1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764" y="1351381"/>
            <a:ext cx="8882470" cy="5157008"/>
          </a:xfrm>
          <a:prstGeom prst="rect">
            <a:avLst/>
          </a:prstGeom>
        </p:spPr>
      </p:pic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E0BBA539-7EE1-DA63-3C67-05E482049C8A}"/>
              </a:ext>
            </a:extLst>
          </p:cNvPr>
          <p:cNvSpPr txBox="1"/>
          <p:nvPr/>
        </p:nvSpPr>
        <p:spPr>
          <a:xfrm>
            <a:off x="246720" y="113188"/>
            <a:ext cx="73587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ja-JP" altLang="en-US" b="1" dirty="0">
                <a:solidFill>
                  <a:srgbClr val="000000"/>
                </a:solidFill>
                <a:latin typeface="メイリオ"/>
                <a:ea typeface="メイリオ"/>
              </a:rPr>
              <a:t>４－３</a:t>
            </a:r>
            <a:r>
              <a:rPr kumimoji="1" lang="ja-JP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rPr>
              <a:t>．見積簡略化</a:t>
            </a:r>
            <a:r>
              <a:rPr kumimoji="1" lang="en-US" altLang="ja-JP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rPr>
              <a:t>TT</a:t>
            </a:r>
            <a:r>
              <a:rPr kumimoji="1" lang="ja-JP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rPr>
              <a:t>、</a:t>
            </a:r>
            <a:r>
              <a:rPr kumimoji="1" lang="en-US" altLang="ja-JP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rPr>
              <a:t>CATS+</a:t>
            </a:r>
            <a:r>
              <a:rPr kumimoji="1" lang="ja-JP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メイリオ"/>
                <a:ea typeface="メイリオ"/>
                <a:cs typeface="+mn-cs"/>
              </a:rPr>
              <a:t>の適用件数</a:t>
            </a:r>
          </a:p>
        </p:txBody>
      </p:sp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6BFDCB0F-0AEF-F236-C850-CD703BE02FB6}"/>
              </a:ext>
            </a:extLst>
          </p:cNvPr>
          <p:cNvSpPr/>
          <p:nvPr/>
        </p:nvSpPr>
        <p:spPr>
          <a:xfrm>
            <a:off x="6930700" y="5239548"/>
            <a:ext cx="2082534" cy="504056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600" b="1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467F93BF-5AC5-69F9-3CA2-B9CC4D78802B}"/>
              </a:ext>
            </a:extLst>
          </p:cNvPr>
          <p:cNvSpPr/>
          <p:nvPr/>
        </p:nvSpPr>
        <p:spPr>
          <a:xfrm>
            <a:off x="6935283" y="3693965"/>
            <a:ext cx="2076566" cy="504056"/>
          </a:xfrm>
          <a:prstGeom prst="roundRect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600" b="1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8" name="四角形: 角を丸くする 7">
            <a:extLst>
              <a:ext uri="{FF2B5EF4-FFF2-40B4-BE49-F238E27FC236}">
                <a16:creationId xmlns:a16="http://schemas.microsoft.com/office/drawing/2014/main" id="{15C1EA7D-83EC-AC94-68A3-366125865035}"/>
              </a:ext>
            </a:extLst>
          </p:cNvPr>
          <p:cNvSpPr/>
          <p:nvPr/>
        </p:nvSpPr>
        <p:spPr>
          <a:xfrm>
            <a:off x="6936668" y="1949665"/>
            <a:ext cx="2076566" cy="504056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600" b="1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9" name="テキスト プレースホルダー 5">
            <a:extLst>
              <a:ext uri="{FF2B5EF4-FFF2-40B4-BE49-F238E27FC236}">
                <a16:creationId xmlns:a16="http://schemas.microsoft.com/office/drawing/2014/main" id="{B0FAE506-FADF-D00B-145E-5E6A0ED7A5BE}"/>
              </a:ext>
            </a:extLst>
          </p:cNvPr>
          <p:cNvSpPr txBox="1">
            <a:spLocks/>
          </p:cNvSpPr>
          <p:nvPr/>
        </p:nvSpPr>
        <p:spPr>
          <a:xfrm>
            <a:off x="154026" y="610826"/>
            <a:ext cx="8882470" cy="71423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kumimoji="1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kumimoji="1"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kumimoji="1"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kumimoji="1"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kumimoji="1"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kumimoji="1"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kumimoji="1"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kumimoji="1"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1" lang="ja-JP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</a:rPr>
              <a:t>■</a:t>
            </a:r>
            <a:r>
              <a:rPr kumimoji="1" lang="en-US" altLang="ja-JP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</a:rPr>
              <a:t>FY24/5</a:t>
            </a:r>
            <a:r>
              <a:rPr kumimoji="1" lang="ja-JP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</a:rPr>
              <a:t>月末までの見積件数は総計約</a:t>
            </a:r>
            <a:r>
              <a:rPr kumimoji="1" lang="en-US" altLang="ja-JP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</a:rPr>
              <a:t>850</a:t>
            </a:r>
            <a:r>
              <a:rPr kumimoji="1" lang="ja-JP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</a:rPr>
              <a:t>件</a:t>
            </a:r>
            <a:r>
              <a:rPr kumimoji="1" lang="en-US" altLang="ja-JP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</a:rPr>
              <a:t>(</a:t>
            </a:r>
            <a:r>
              <a:rPr kumimoji="1" lang="ja-JP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</a:rPr>
              <a:t>呉案件除く</a:t>
            </a:r>
            <a:r>
              <a:rPr kumimoji="1" lang="en-US" altLang="ja-JP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</a:rPr>
              <a:t>)</a:t>
            </a:r>
            <a:r>
              <a:rPr kumimoji="1" lang="ja-JP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メイリオ" panose="020B0604030504040204" pitchFamily="50" charset="-128"/>
                <a:ea typeface="メイリオ" panose="020B0604030504040204" pitchFamily="50" charset="-128"/>
              </a:rPr>
              <a:t>。</a:t>
            </a:r>
            <a:endParaRPr kumimoji="1" lang="en-US" altLang="ja-JP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ja-JP" altLang="en-US" sz="1400" dirty="0">
                <a:solidFill>
                  <a:prstClr val="black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■昨年度上期開始した国内ボイラ本体・海外</a:t>
            </a:r>
            <a:r>
              <a:rPr lang="en-US" altLang="ja-JP" sz="1400" dirty="0">
                <a:solidFill>
                  <a:prstClr val="black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ST</a:t>
            </a:r>
            <a:r>
              <a:rPr lang="ja-JP" altLang="en-US" sz="1400" dirty="0">
                <a:solidFill>
                  <a:prstClr val="black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は適用率約</a:t>
            </a:r>
            <a:r>
              <a:rPr lang="en-US" altLang="ja-JP" sz="1400" dirty="0">
                <a:solidFill>
                  <a:prstClr val="black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25%</a:t>
            </a:r>
            <a:r>
              <a:rPr lang="ja-JP" altLang="en-US" sz="1400" dirty="0">
                <a:solidFill>
                  <a:prstClr val="black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と高い</a:t>
            </a:r>
            <a:r>
              <a:rPr lang="en-US" altLang="ja-JP" sz="1400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(</a:t>
            </a:r>
            <a:r>
              <a:rPr lang="ja-JP" altLang="en-US" sz="1400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赤枠</a:t>
            </a:r>
            <a:r>
              <a:rPr lang="en-US" altLang="ja-JP" sz="1400" dirty="0">
                <a:solidFill>
                  <a:srgbClr val="FF000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)</a:t>
            </a:r>
            <a:r>
              <a:rPr lang="ja-JP" altLang="en-US" sz="1400" dirty="0">
                <a:solidFill>
                  <a:prstClr val="black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が、バーナ・ミル・空設案件は定着化・拡大が必要な状況</a:t>
            </a:r>
            <a:r>
              <a:rPr lang="en-US" altLang="ja-JP" sz="1400" dirty="0">
                <a:solidFill>
                  <a:srgbClr val="0070C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(</a:t>
            </a:r>
            <a:r>
              <a:rPr lang="ja-JP" altLang="en-US" sz="1400" dirty="0">
                <a:solidFill>
                  <a:srgbClr val="0070C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青枠</a:t>
            </a:r>
            <a:r>
              <a:rPr lang="en-US" altLang="ja-JP" sz="1400" dirty="0">
                <a:solidFill>
                  <a:srgbClr val="0070C0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)</a:t>
            </a:r>
            <a:r>
              <a:rPr lang="ja-JP" altLang="en-US" sz="1400" dirty="0">
                <a:solidFill>
                  <a:prstClr val="black"/>
                </a:solidFill>
                <a:latin typeface="メイリオ" panose="020B0604030504040204" pitchFamily="50" charset="-128"/>
                <a:ea typeface="メイリオ" panose="020B0604030504040204" pitchFamily="50" charset="-128"/>
              </a:rPr>
              <a:t>。</a:t>
            </a:r>
            <a:endParaRPr kumimoji="1" lang="en-US" altLang="ja-JP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FDD628DD-1071-CC5F-7468-7A6AA003C679}"/>
              </a:ext>
            </a:extLst>
          </p:cNvPr>
          <p:cNvSpPr/>
          <p:nvPr/>
        </p:nvSpPr>
        <p:spPr>
          <a:xfrm>
            <a:off x="1873744" y="6247659"/>
            <a:ext cx="489268" cy="260729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600" b="1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CD498441-A11C-3216-E060-D6E73B5E71A1}"/>
              </a:ext>
            </a:extLst>
          </p:cNvPr>
          <p:cNvSpPr/>
          <p:nvPr/>
        </p:nvSpPr>
        <p:spPr>
          <a:xfrm>
            <a:off x="1873744" y="1937835"/>
            <a:ext cx="504056" cy="399173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600" b="1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11" name="四角形: 角を丸くする 10">
            <a:extLst>
              <a:ext uri="{FF2B5EF4-FFF2-40B4-BE49-F238E27FC236}">
                <a16:creationId xmlns:a16="http://schemas.microsoft.com/office/drawing/2014/main" id="{96D2BD26-A413-1304-10E4-DA91B9CA1B8C}"/>
              </a:ext>
            </a:extLst>
          </p:cNvPr>
          <p:cNvSpPr/>
          <p:nvPr/>
        </p:nvSpPr>
        <p:spPr>
          <a:xfrm>
            <a:off x="1873744" y="2442478"/>
            <a:ext cx="504056" cy="399173"/>
          </a:xfrm>
          <a:prstGeom prst="roundRect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600" b="1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12" name="四角形: 角を丸くする 11">
            <a:extLst>
              <a:ext uri="{FF2B5EF4-FFF2-40B4-BE49-F238E27FC236}">
                <a16:creationId xmlns:a16="http://schemas.microsoft.com/office/drawing/2014/main" id="{7134953B-7FD5-82F9-2BEC-F62BBBF079D3}"/>
              </a:ext>
            </a:extLst>
          </p:cNvPr>
          <p:cNvSpPr/>
          <p:nvPr/>
        </p:nvSpPr>
        <p:spPr>
          <a:xfrm>
            <a:off x="1873745" y="2957512"/>
            <a:ext cx="504056" cy="409563"/>
          </a:xfrm>
          <a:prstGeom prst="roundRect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600" b="1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13" name="四角形: 角を丸くする 12">
            <a:extLst>
              <a:ext uri="{FF2B5EF4-FFF2-40B4-BE49-F238E27FC236}">
                <a16:creationId xmlns:a16="http://schemas.microsoft.com/office/drawing/2014/main" id="{06334394-F718-BE6F-9697-645313256F3E}"/>
              </a:ext>
            </a:extLst>
          </p:cNvPr>
          <p:cNvSpPr/>
          <p:nvPr/>
        </p:nvSpPr>
        <p:spPr>
          <a:xfrm>
            <a:off x="1873745" y="3689099"/>
            <a:ext cx="504056" cy="409563"/>
          </a:xfrm>
          <a:prstGeom prst="roundRect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600" b="1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14" name="四角形: 角を丸くする 13">
            <a:extLst>
              <a:ext uri="{FF2B5EF4-FFF2-40B4-BE49-F238E27FC236}">
                <a16:creationId xmlns:a16="http://schemas.microsoft.com/office/drawing/2014/main" id="{E0EEA9DA-787F-3C30-B94B-697F5805DEE4}"/>
              </a:ext>
            </a:extLst>
          </p:cNvPr>
          <p:cNvSpPr/>
          <p:nvPr/>
        </p:nvSpPr>
        <p:spPr>
          <a:xfrm>
            <a:off x="1873745" y="5333453"/>
            <a:ext cx="504056" cy="409563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600" b="1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  <p:sp>
        <p:nvSpPr>
          <p:cNvPr id="16" name="四角形: 角を丸くする 15">
            <a:extLst>
              <a:ext uri="{FF2B5EF4-FFF2-40B4-BE49-F238E27FC236}">
                <a16:creationId xmlns:a16="http://schemas.microsoft.com/office/drawing/2014/main" id="{079A97E5-9CE7-4C10-AA41-4BCFE9BDC5D3}"/>
              </a:ext>
            </a:extLst>
          </p:cNvPr>
          <p:cNvSpPr/>
          <p:nvPr/>
        </p:nvSpPr>
        <p:spPr>
          <a:xfrm>
            <a:off x="6930700" y="2461045"/>
            <a:ext cx="2076566" cy="859204"/>
          </a:xfrm>
          <a:prstGeom prst="roundRect">
            <a:avLst/>
          </a:prstGeom>
          <a:noFill/>
          <a:ln w="28575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600" b="1" dirty="0">
              <a:solidFill>
                <a:schemeClr val="bg1"/>
              </a:solidFill>
              <a:latin typeface="Meiryo UI" panose="020B0604030504040204" pitchFamily="50" charset="-128"/>
              <a:ea typeface="Meiryo UI" panose="020B0604030504040204" pitchFamily="50" charset="-128"/>
              <a:cs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6542862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テキスト プレースホルダー 5">
            <a:extLst>
              <a:ext uri="{FF2B5EF4-FFF2-40B4-BE49-F238E27FC236}">
                <a16:creationId xmlns:a16="http://schemas.microsoft.com/office/drawing/2014/main" id="{34CF8142-356C-41EE-B40A-18FBD066C772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179028" y="593833"/>
            <a:ext cx="8851900" cy="477643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</p:spPr>
        <p:txBody>
          <a:bodyPr anchor="ctr"/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ja-JP" altLang="en-US" sz="1600" dirty="0"/>
              <a:t>■各活動の進捗状況は下表の通り、１１項目のうち５項目の遅れ、それぞれ挽回策を打つ。</a:t>
            </a:r>
            <a:endParaRPr lang="en-US" altLang="ja-JP" sz="1600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ja-JP" altLang="en-US" sz="1600" dirty="0"/>
              <a:t>■本日はフェーズ２からの</a:t>
            </a:r>
            <a:r>
              <a:rPr lang="ja-JP" altLang="en-US" sz="1600" dirty="0">
                <a:highlight>
                  <a:srgbClr val="FFFF00"/>
                </a:highlight>
              </a:rPr>
              <a:t>継続活動の進捗</a:t>
            </a:r>
            <a:r>
              <a:rPr lang="ja-JP" altLang="en-US" sz="1600" dirty="0"/>
              <a:t>及び</a:t>
            </a:r>
            <a:r>
              <a:rPr lang="ja-JP" altLang="en-US" sz="1600" dirty="0">
                <a:highlight>
                  <a:srgbClr val="FFFF00"/>
                </a:highlight>
              </a:rPr>
              <a:t>フェーズ３進捗状況</a:t>
            </a:r>
            <a:r>
              <a:rPr lang="ja-JP" altLang="en-US" sz="1600" dirty="0"/>
              <a:t>を主に報告する。</a:t>
            </a:r>
            <a:endParaRPr lang="en-US" altLang="ja-JP" sz="1600" dirty="0"/>
          </a:p>
        </p:txBody>
      </p:sp>
      <p:graphicFrame>
        <p:nvGraphicFramePr>
          <p:cNvPr id="2" name="表 6">
            <a:extLst>
              <a:ext uri="{FF2B5EF4-FFF2-40B4-BE49-F238E27FC236}">
                <a16:creationId xmlns:a16="http://schemas.microsoft.com/office/drawing/2014/main" id="{CA6A6E5B-724E-9402-BE89-AEC72C06DFD5}"/>
              </a:ext>
            </a:extLst>
          </p:cNvPr>
          <p:cNvGraphicFramePr>
            <a:graphicFrameLocks noGrp="1"/>
          </p:cNvGraphicFramePr>
          <p:nvPr/>
        </p:nvGraphicFramePr>
        <p:xfrm>
          <a:off x="35495" y="1268760"/>
          <a:ext cx="9073010" cy="5153728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648072">
                  <a:extLst>
                    <a:ext uri="{9D8B030D-6E8A-4147-A177-3AD203B41FA5}">
                      <a16:colId xmlns:a16="http://schemas.microsoft.com/office/drawing/2014/main" val="1044953553"/>
                    </a:ext>
                  </a:extLst>
                </a:gridCol>
                <a:gridCol w="2448272">
                  <a:extLst>
                    <a:ext uri="{9D8B030D-6E8A-4147-A177-3AD203B41FA5}">
                      <a16:colId xmlns:a16="http://schemas.microsoft.com/office/drawing/2014/main" val="3584964446"/>
                    </a:ext>
                  </a:extLst>
                </a:gridCol>
                <a:gridCol w="3240360">
                  <a:extLst>
                    <a:ext uri="{9D8B030D-6E8A-4147-A177-3AD203B41FA5}">
                      <a16:colId xmlns:a16="http://schemas.microsoft.com/office/drawing/2014/main" val="350842847"/>
                    </a:ext>
                  </a:extLst>
                </a:gridCol>
                <a:gridCol w="2077781">
                  <a:extLst>
                    <a:ext uri="{9D8B030D-6E8A-4147-A177-3AD203B41FA5}">
                      <a16:colId xmlns:a16="http://schemas.microsoft.com/office/drawing/2014/main" val="2650573269"/>
                    </a:ext>
                  </a:extLst>
                </a:gridCol>
                <a:gridCol w="658525">
                  <a:extLst>
                    <a:ext uri="{9D8B030D-6E8A-4147-A177-3AD203B41FA5}">
                      <a16:colId xmlns:a16="http://schemas.microsoft.com/office/drawing/2014/main" val="2082222364"/>
                    </a:ext>
                  </a:extLst>
                </a:gridCol>
              </a:tblGrid>
              <a:tr h="261951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b="1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分類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b="1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取組み項目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進捗状況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ゴール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 i="1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完了日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4761768"/>
                  </a:ext>
                </a:extLst>
              </a:tr>
              <a:tr h="467428">
                <a:tc rowSpan="2"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kumimoji="1" lang="ja-JP" altLang="en-US" sz="12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</a:rPr>
                        <a:t>全般</a:t>
                      </a:r>
                      <a:endParaRPr kumimoji="1" lang="en-US" altLang="ja-JP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kumimoji="1" lang="ja-JP" altLang="en-US" sz="12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</a:rPr>
                        <a:t>顧客セグメンテーション見直し</a:t>
                      </a:r>
                      <a:endParaRPr kumimoji="1" lang="en-US" altLang="ja-JP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kumimoji="1" lang="ja-JP" altLang="en-US" sz="120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ライフサイクルに沿った受注活動が出来るよう、顧客ランク・セグメントの再定義中</a:t>
                      </a:r>
                      <a:endParaRPr kumimoji="1" lang="en-US" altLang="ja-JP" sz="120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kumimoji="1" lang="ja-JP" altLang="en-US" sz="120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見直しした顧客ランクに応じた営業活動が出来る</a:t>
                      </a:r>
                      <a:endParaRPr kumimoji="1" lang="en-US" altLang="ja-JP" sz="120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kumimoji="1" lang="en-US" altLang="ja-JP" sz="120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8/9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499577"/>
                  </a:ext>
                </a:extLst>
              </a:tr>
              <a:tr h="564203">
                <a:tc vMerge="1"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kumimoji="1" lang="ja-JP" altLang="en-US" sz="14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</a:rPr>
                        <a:t>全般</a:t>
                      </a:r>
                      <a:endParaRPr kumimoji="1" lang="en-US" altLang="ja-JP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kumimoji="1" lang="ja-JP" altLang="en-US" sz="12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</a:rPr>
                        <a:t>経営数値のダッシュボード</a:t>
                      </a:r>
                      <a:r>
                        <a:rPr lang="ja-JP" altLang="en-US" sz="12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構築</a:t>
                      </a:r>
                      <a:endParaRPr kumimoji="1" lang="en-US" altLang="ja-JP" sz="1200" b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</a:endParaRPr>
                    </a:p>
                    <a:p>
                      <a:pPr>
                        <a:defRPr/>
                      </a:pPr>
                      <a:r>
                        <a:rPr lang="ja-JP" altLang="en-US" sz="12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①受売利</a:t>
                      </a:r>
                      <a:r>
                        <a:rPr lang="en-US" altLang="ja-JP" sz="12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ja-JP" altLang="en-US" sz="12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営利</a:t>
                      </a:r>
                      <a:r>
                        <a:rPr lang="en-US" altLang="ja-JP" sz="12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)</a:t>
                      </a:r>
                      <a:r>
                        <a:rPr lang="ja-JP" altLang="en-US" sz="1200" b="1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、</a:t>
                      </a:r>
                      <a:r>
                        <a:rPr kumimoji="1" lang="ja-JP" altLang="en-US" sz="12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</a:rPr>
                        <a:t>②引合費</a:t>
                      </a:r>
                      <a:endParaRPr kumimoji="1" lang="en-US" altLang="ja-JP" sz="1200" b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</a:endParaRPr>
                    </a:p>
                    <a:p>
                      <a:pPr>
                        <a:defRPr/>
                      </a:pPr>
                      <a:r>
                        <a:rPr kumimoji="1" lang="ja-JP" altLang="en-US" sz="12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</a:rPr>
                        <a:t>③</a:t>
                      </a:r>
                      <a:r>
                        <a:rPr kumimoji="1" lang="en-US" altLang="ja-JP" sz="12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</a:rPr>
                        <a:t>AS</a:t>
                      </a:r>
                      <a:r>
                        <a:rPr kumimoji="1" lang="ja-JP" altLang="en-US" sz="12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</a:rPr>
                        <a:t>従事比率、④直接作業比率</a:t>
                      </a:r>
                      <a:endParaRPr kumimoji="1" lang="en-US" altLang="ja-JP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kumimoji="1" lang="ja-JP" altLang="en-US" sz="120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highlight>
                            <a:srgbClr val="FAE1CE"/>
                          </a:highlight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①構築に遅れ：ソフ４へ依頼し挽回図る</a:t>
                      </a:r>
                      <a:endParaRPr kumimoji="1" lang="en-US" altLang="ja-JP" sz="120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highlight>
                          <a:srgbClr val="FAE1CE"/>
                        </a:highlight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>
                        <a:defRPr/>
                      </a:pPr>
                      <a:r>
                        <a:rPr kumimoji="1" lang="ja-JP" altLang="en-US" sz="120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②</a:t>
                      </a:r>
                      <a:r>
                        <a:rPr kumimoji="1" lang="en-US" altLang="ja-JP" sz="120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~</a:t>
                      </a:r>
                      <a:r>
                        <a:rPr kumimoji="1" lang="ja-JP" altLang="en-US" sz="120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④ほぼ</a:t>
                      </a:r>
                      <a:r>
                        <a:rPr kumimoji="1" lang="en-US" altLang="ja-JP" sz="1200" i="1" u="none" strike="noStrike" kern="1200" cap="none" spc="0" normalizeH="0" baseline="3000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※</a:t>
                      </a:r>
                      <a:r>
                        <a:rPr kumimoji="1" lang="ja-JP" altLang="en-US" sz="120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構築完了。本日リリース</a:t>
                      </a:r>
                      <a:endParaRPr kumimoji="1" lang="en-US" altLang="ja-JP" sz="120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>
                        <a:defRPr/>
                      </a:pPr>
                      <a:r>
                        <a:rPr kumimoji="1" lang="ja-JP" altLang="en-US" sz="100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　</a:t>
                      </a:r>
                      <a:r>
                        <a:rPr kumimoji="1" lang="en-US" altLang="ja-JP" sz="100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※</a:t>
                      </a:r>
                      <a:r>
                        <a:rPr kumimoji="1" lang="ja-JP" altLang="en-US" sz="100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引合管理値は未だ表現出来ず継続構築中</a:t>
                      </a:r>
                      <a:endParaRPr kumimoji="1" lang="en-US" altLang="ja-JP" sz="100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kumimoji="1" lang="ja-JP" altLang="en-US" sz="120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職制・担当がいつでも最新情報を閲覧出来る</a:t>
                      </a:r>
                      <a:endParaRPr kumimoji="1" lang="en-US" altLang="ja-JP" sz="120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kumimoji="1" lang="ja-JP" altLang="en-US" sz="120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①</a:t>
                      </a:r>
                      <a:r>
                        <a:rPr kumimoji="1" lang="en-US" altLang="ja-JP" sz="120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8/9</a:t>
                      </a:r>
                    </a:p>
                    <a:p>
                      <a:pPr algn="ctr">
                        <a:defRPr/>
                      </a:pPr>
                      <a:r>
                        <a:rPr kumimoji="1" lang="ja-JP" altLang="en-US" sz="120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②</a:t>
                      </a:r>
                      <a:r>
                        <a:rPr kumimoji="1" lang="en-US" altLang="ja-JP" sz="120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~</a:t>
                      </a:r>
                      <a:r>
                        <a:rPr kumimoji="1" lang="ja-JP" altLang="en-US" sz="120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④</a:t>
                      </a:r>
                      <a:r>
                        <a:rPr kumimoji="1" lang="en-US" altLang="ja-JP" sz="120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6/25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1620942"/>
                  </a:ext>
                </a:extLst>
              </a:tr>
              <a:tr h="403002">
                <a:tc rowSpan="5"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200" b="1" dirty="0">
                          <a:latin typeface="+mn-ea"/>
                          <a:ea typeface="+mn-ea"/>
                        </a:rPr>
                        <a:t>引合</a:t>
                      </a:r>
                      <a:endParaRPr kumimoji="1" lang="en-US" altLang="ja-JP" sz="1200" b="1" dirty="0">
                        <a:latin typeface="+mn-ea"/>
                        <a:ea typeface="+mn-ea"/>
                      </a:endParaRPr>
                    </a:p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200" b="1" dirty="0">
                          <a:latin typeface="+mn-ea"/>
                          <a:ea typeface="+mn-ea"/>
                        </a:rPr>
                        <a:t>業務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kumimoji="1" lang="ja-JP" altLang="en-US" sz="1200" b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</a:rPr>
                        <a:t>引合費予算策定フォーム構築</a:t>
                      </a:r>
                      <a:endParaRPr kumimoji="1" lang="en-US" altLang="ja-JP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kumimoji="1" lang="ja-JP" altLang="en-US" sz="120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対象発電所選定、説明会準備中。</a:t>
                      </a:r>
                      <a:endParaRPr kumimoji="1" lang="en-US" altLang="ja-JP" sz="120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>
                        <a:defRPr/>
                      </a:pPr>
                      <a:r>
                        <a:rPr kumimoji="1" lang="ja-JP" altLang="en-US" sz="105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highlight>
                            <a:srgbClr val="FAE1CE"/>
                          </a:highlight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検討の遅れ：ドラフト作成後営業部へ相談予定</a:t>
                      </a:r>
                      <a:endParaRPr kumimoji="1" lang="en-US" altLang="ja-JP" sz="120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highlight>
                          <a:srgbClr val="FAE1CE"/>
                        </a:highlight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kumimoji="1" lang="ja-JP" altLang="en-US" sz="120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予算設定完了し、例月フォロの管理値へ反映</a:t>
                      </a:r>
                      <a:endParaRPr kumimoji="1" lang="en-US" altLang="ja-JP" sz="120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/>
                      </a:pPr>
                      <a:r>
                        <a:rPr kumimoji="1" lang="en-US" altLang="ja-JP" sz="120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8/9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4787530"/>
                  </a:ext>
                </a:extLst>
              </a:tr>
              <a:tr h="241801"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/>
                      </a:pPr>
                      <a:r>
                        <a:rPr kumimoji="1" lang="ja-JP" alt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引合費例月フォロ</a:t>
                      </a:r>
                      <a:endParaRPr kumimoji="1" lang="en-US" altLang="ja-JP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20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細かな改修続けながら例月フォロ実施中</a:t>
                      </a:r>
                      <a:endParaRPr kumimoji="1" lang="en-US" altLang="ja-JP" sz="120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20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運用中</a:t>
                      </a:r>
                      <a:endParaRPr kumimoji="1" lang="en-US" altLang="ja-JP" sz="120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20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9147865"/>
                  </a:ext>
                </a:extLst>
              </a:tr>
              <a:tr h="403002">
                <a:tc vMerge="1">
                  <a:txBody>
                    <a:bodyPr/>
                    <a:lstStyle/>
                    <a:p>
                      <a:pPr algn="ctr"/>
                      <a:endParaRPr kumimoji="1" lang="ja-JP" altLang="en-US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200" b="1" dirty="0">
                          <a:latin typeface="+mn-ea"/>
                          <a:ea typeface="+mn-ea"/>
                        </a:rPr>
                        <a:t>見積作業の効率化</a:t>
                      </a:r>
                      <a:endParaRPr kumimoji="1" lang="en-US" altLang="ja-JP" sz="1200" b="1" dirty="0">
                        <a:latin typeface="+mn-ea"/>
                        <a:ea typeface="+mn-ea"/>
                      </a:endParaRPr>
                    </a:p>
                    <a:p>
                      <a:r>
                        <a:rPr kumimoji="1" lang="ja-JP" altLang="en-US" sz="1200" b="1" dirty="0">
                          <a:latin typeface="+mn-ea"/>
                          <a:ea typeface="+mn-ea"/>
                        </a:rPr>
                        <a:t>①見積簡略化</a:t>
                      </a:r>
                      <a:r>
                        <a:rPr kumimoji="1" lang="en-US" altLang="ja-JP" sz="1200" b="1" dirty="0">
                          <a:latin typeface="+mn-ea"/>
                          <a:ea typeface="+mn-ea"/>
                        </a:rPr>
                        <a:t>TT</a:t>
                      </a:r>
                      <a:r>
                        <a:rPr kumimoji="1" lang="ja-JP" altLang="en-US" sz="1200" b="1" dirty="0">
                          <a:latin typeface="+mn-ea"/>
                          <a:ea typeface="+mn-ea"/>
                        </a:rPr>
                        <a:t>、②</a:t>
                      </a:r>
                      <a:r>
                        <a:rPr kumimoji="1" lang="en-US" altLang="ja-JP" sz="1200" b="1" dirty="0">
                          <a:latin typeface="+mn-ea"/>
                          <a:ea typeface="+mn-ea"/>
                        </a:rPr>
                        <a:t>CATS+</a:t>
                      </a:r>
                      <a:endParaRPr kumimoji="1" lang="ja-JP" altLang="en-US" sz="12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①ボイラ本体適用率向上、水平展開開始。</a:t>
                      </a:r>
                    </a:p>
                    <a:p>
                      <a:r>
                        <a:rPr kumimoji="1" lang="ja-JP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②海外</a:t>
                      </a:r>
                      <a:r>
                        <a:rPr kumimoji="1" lang="en-US" altLang="ja-JP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ST</a:t>
                      </a:r>
                      <a:r>
                        <a:rPr kumimoji="1" lang="ja-JP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継続適用中。水平展開準備中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水平展開製品を見極め、運用定着化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050" i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FY24</a:t>
                      </a:r>
                      <a:r>
                        <a:rPr kumimoji="1" lang="ja-JP" altLang="en-US" sz="1050" i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末</a:t>
                      </a:r>
                      <a:r>
                        <a:rPr kumimoji="1" lang="en-US" altLang="ja-JP" sz="1050" i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kumimoji="1" lang="ja-JP" altLang="en-US" sz="1050" i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見極</a:t>
                      </a:r>
                      <a:r>
                        <a:rPr kumimoji="1" lang="en-US" altLang="ja-JP" sz="1050" i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endParaRPr kumimoji="1" lang="ja-JP" altLang="en-US" sz="1050" i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6429135"/>
                  </a:ext>
                </a:extLst>
              </a:tr>
              <a:tr h="403002">
                <a:tc vMerge="1">
                  <a:txBody>
                    <a:bodyPr/>
                    <a:lstStyle/>
                    <a:p>
                      <a:pPr algn="ctr"/>
                      <a:endParaRPr kumimoji="1" lang="en-US" altLang="ja-JP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200" b="1" dirty="0">
                          <a:latin typeface="+mn-ea"/>
                          <a:ea typeface="+mn-ea"/>
                        </a:rPr>
                        <a:t>技術照会の効率化</a:t>
                      </a:r>
                      <a:endParaRPr kumimoji="1" lang="en-US" altLang="ja-JP" sz="12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200" dirty="0">
                          <a:latin typeface="+mn-ea"/>
                          <a:ea typeface="+mn-ea"/>
                        </a:rPr>
                        <a:t>・</a:t>
                      </a:r>
                      <a:r>
                        <a:rPr kumimoji="1" lang="ja-JP" altLang="en-US" sz="1200" dirty="0">
                          <a:latin typeface="+mn-ea"/>
                          <a:ea typeface="+mn-ea"/>
                          <a:hlinkClick r:id="rId3"/>
                        </a:rPr>
                        <a:t>問合せ受領時の仕訳フロー</a:t>
                      </a:r>
                      <a:r>
                        <a:rPr kumimoji="1" lang="ja-JP" altLang="en-US" sz="1200" dirty="0">
                          <a:latin typeface="+mn-ea"/>
                          <a:ea typeface="+mn-ea"/>
                        </a:rPr>
                        <a:t>を</a:t>
                      </a:r>
                      <a:endParaRPr kumimoji="1" lang="en-US" altLang="ja-JP" sz="1200" dirty="0"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200" dirty="0">
                          <a:latin typeface="+mn-ea"/>
                          <a:ea typeface="+mn-ea"/>
                        </a:rPr>
                        <a:t>　例月</a:t>
                      </a:r>
                      <a:r>
                        <a:rPr kumimoji="1" lang="en-US" altLang="ja-JP" sz="1200" dirty="0">
                          <a:latin typeface="+mn-ea"/>
                          <a:ea typeface="+mn-ea"/>
                        </a:rPr>
                        <a:t>F</a:t>
                      </a:r>
                      <a:r>
                        <a:rPr kumimoji="1" lang="ja-JP" altLang="en-US" sz="1200" dirty="0">
                          <a:latin typeface="+mn-ea"/>
                          <a:ea typeface="+mn-ea"/>
                        </a:rPr>
                        <a:t>補助資料として活用中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運用中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i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</a:t>
                      </a:r>
                      <a:endParaRPr kumimoji="1" lang="ja-JP" altLang="en-US" sz="1200" i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0026485"/>
                  </a:ext>
                </a:extLst>
              </a:tr>
              <a:tr h="403002">
                <a:tc vMerge="1">
                  <a:txBody>
                    <a:bodyPr/>
                    <a:lstStyle/>
                    <a:p>
                      <a:pPr algn="ctr"/>
                      <a:endParaRPr kumimoji="1" lang="en-US" altLang="ja-JP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200" b="1" dirty="0">
                          <a:latin typeface="+mn-ea"/>
                          <a:ea typeface="+mn-ea"/>
                        </a:rPr>
                        <a:t>顧客提案の効率化</a:t>
                      </a:r>
                      <a:endParaRPr kumimoji="1" lang="en-US" altLang="ja-JP" sz="12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200" dirty="0">
                          <a:latin typeface="+mn-ea"/>
                          <a:ea typeface="+mn-ea"/>
                        </a:rPr>
                        <a:t>・</a:t>
                      </a:r>
                      <a:r>
                        <a:rPr kumimoji="1" lang="ja-JP" altLang="en-US" sz="1200" dirty="0">
                          <a:latin typeface="+mn-ea"/>
                          <a:ea typeface="+mn-ea"/>
                          <a:hlinkClick r:id="rId4"/>
                        </a:rPr>
                        <a:t>提案書作成ガイドライン</a:t>
                      </a:r>
                      <a:r>
                        <a:rPr kumimoji="1" lang="ja-JP" altLang="en-US" sz="1200" dirty="0">
                          <a:latin typeface="+mn-ea"/>
                          <a:ea typeface="+mn-ea"/>
                        </a:rPr>
                        <a:t>を</a:t>
                      </a:r>
                      <a:endParaRPr kumimoji="1" lang="en-US" altLang="ja-JP" sz="1200" dirty="0"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200" dirty="0">
                          <a:latin typeface="+mn-ea"/>
                          <a:ea typeface="+mn-ea"/>
                        </a:rPr>
                        <a:t>　次回定検後適用予定</a:t>
                      </a:r>
                      <a:r>
                        <a:rPr kumimoji="1" lang="en-US" altLang="ja-JP" sz="12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kumimoji="1" lang="ja-JP" altLang="en-US" sz="1200" dirty="0">
                          <a:latin typeface="+mn-ea"/>
                          <a:ea typeface="+mn-ea"/>
                        </a:rPr>
                        <a:t>ボ本設</a:t>
                      </a:r>
                      <a:r>
                        <a:rPr kumimoji="1" lang="en-US" altLang="ja-JP" sz="1200" dirty="0">
                          <a:latin typeface="+mn-ea"/>
                          <a:ea typeface="+mn-ea"/>
                        </a:rPr>
                        <a:t>)</a:t>
                      </a:r>
                      <a:endParaRPr kumimoji="1" lang="ja-JP" altLang="en-US" sz="12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技術部他製品への展開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i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9/E</a:t>
                      </a:r>
                      <a:endParaRPr kumimoji="1" lang="ja-JP" altLang="en-US" sz="1200" i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0899052"/>
                  </a:ext>
                </a:extLst>
              </a:tr>
              <a:tr h="403002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 b="1" dirty="0">
                          <a:latin typeface="+mn-ea"/>
                          <a:ea typeface="+mn-ea"/>
                        </a:rPr>
                        <a:t>引合</a:t>
                      </a:r>
                      <a:r>
                        <a:rPr kumimoji="1" lang="en-US" altLang="ja-JP" sz="1200" b="1" dirty="0">
                          <a:latin typeface="+mn-ea"/>
                          <a:ea typeface="+mn-ea"/>
                        </a:rPr>
                        <a:t>/</a:t>
                      </a:r>
                      <a:r>
                        <a:rPr kumimoji="1" lang="ja-JP" altLang="en-US" sz="1200" b="1" dirty="0">
                          <a:latin typeface="+mn-ea"/>
                          <a:ea typeface="+mn-ea"/>
                        </a:rPr>
                        <a:t>遂行</a:t>
                      </a:r>
                      <a:endParaRPr kumimoji="1" lang="en-US" altLang="ja-JP" sz="12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200" b="1" dirty="0">
                          <a:latin typeface="+mn-ea"/>
                          <a:ea typeface="+mn-ea"/>
                        </a:rPr>
                        <a:t>見積・実行フォロ業務</a:t>
                      </a:r>
                      <a:endParaRPr kumimoji="1" lang="en-US" altLang="ja-JP" sz="1200" b="1" dirty="0"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1200" b="1" dirty="0">
                          <a:latin typeface="+mn-ea"/>
                          <a:ea typeface="+mn-ea"/>
                        </a:rPr>
                        <a:t>(</a:t>
                      </a:r>
                      <a:r>
                        <a:rPr kumimoji="1" lang="ja-JP" altLang="en-US" sz="1200" b="1" dirty="0">
                          <a:latin typeface="+mn-ea"/>
                          <a:ea typeface="+mn-ea"/>
                        </a:rPr>
                        <a:t>金額・工程</a:t>
                      </a:r>
                      <a:r>
                        <a:rPr kumimoji="1" lang="en-US" altLang="ja-JP" sz="1200" b="1" dirty="0">
                          <a:latin typeface="+mn-ea"/>
                          <a:ea typeface="+mn-ea"/>
                        </a:rPr>
                        <a:t>)</a:t>
                      </a:r>
                      <a:r>
                        <a:rPr kumimoji="1" lang="ja-JP" altLang="en-US" sz="1200" b="1" dirty="0">
                          <a:latin typeface="+mn-ea"/>
                          <a:ea typeface="+mn-ea"/>
                        </a:rPr>
                        <a:t>の整流化・効率化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見積</a:t>
                      </a:r>
                      <a:r>
                        <a:rPr kumimoji="1" lang="en-US" altLang="ja-JP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G</a:t>
                      </a:r>
                      <a:r>
                        <a:rPr kumimoji="1" lang="ja-JP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、コスト</a:t>
                      </a:r>
                      <a:r>
                        <a:rPr kumimoji="1" lang="en-US" altLang="ja-JP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G</a:t>
                      </a:r>
                      <a:r>
                        <a:rPr kumimoji="1" lang="ja-JP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、</a:t>
                      </a:r>
                      <a:r>
                        <a:rPr kumimoji="1" lang="en-US" altLang="ja-JP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PJG</a:t>
                      </a:r>
                      <a:r>
                        <a:rPr kumimoji="1" lang="ja-JP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の業務フローから課題抽出中。</a:t>
                      </a:r>
                      <a:r>
                        <a:rPr kumimoji="1" lang="ja-JP" altLang="en-US" sz="105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highlight>
                            <a:srgbClr val="FAE1CE"/>
                          </a:highlight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検討の遅れ：引続き各部協力依頼予定</a:t>
                      </a:r>
                      <a:endParaRPr kumimoji="1" lang="en-US" altLang="ja-JP" sz="120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highlight>
                          <a:srgbClr val="FAE1CE"/>
                        </a:highlight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ToBe</a:t>
                      </a:r>
                      <a:r>
                        <a:rPr kumimoji="1" lang="ja-JP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業務フロー確定</a:t>
                      </a:r>
                      <a:endParaRPr kumimoji="1" lang="en-US" altLang="ja-JP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r>
                        <a:rPr kumimoji="1" lang="ja-JP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各課実行の為の準備完了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i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8/9</a:t>
                      </a:r>
                      <a:endParaRPr kumimoji="1" lang="ja-JP" altLang="en-US" sz="1200" i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6571591"/>
                  </a:ext>
                </a:extLst>
              </a:tr>
              <a:tr h="403002">
                <a:tc rowSpan="2">
                  <a:txBody>
                    <a:bodyPr/>
                    <a:lstStyle/>
                    <a:p>
                      <a:pPr algn="ctr"/>
                      <a:r>
                        <a:rPr kumimoji="1" lang="ja-JP" altLang="en-US" sz="1200" b="1" dirty="0">
                          <a:latin typeface="+mn-ea"/>
                          <a:ea typeface="+mn-ea"/>
                        </a:rPr>
                        <a:t>遂行</a:t>
                      </a:r>
                      <a:endParaRPr kumimoji="1" lang="en-US" altLang="ja-JP" sz="1200" b="1" dirty="0">
                        <a:latin typeface="+mn-ea"/>
                        <a:ea typeface="+mn-ea"/>
                      </a:endParaRPr>
                    </a:p>
                    <a:p>
                      <a:pPr algn="ctr"/>
                      <a:r>
                        <a:rPr kumimoji="1" lang="ja-JP" altLang="en-US" sz="1200" b="1" dirty="0">
                          <a:latin typeface="+mn-ea"/>
                          <a:ea typeface="+mn-ea"/>
                        </a:rPr>
                        <a:t>業務</a:t>
                      </a:r>
                      <a:endParaRPr kumimoji="1" lang="en-US" altLang="ja-JP" sz="12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200" b="1" dirty="0">
                          <a:latin typeface="+mn-ea"/>
                          <a:ea typeface="+mn-ea"/>
                        </a:rPr>
                        <a:t>間接業務の効率化</a:t>
                      </a:r>
                      <a:endParaRPr kumimoji="1" lang="en-US" altLang="ja-JP" sz="12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・直接作業比率目標</a:t>
                      </a:r>
                      <a:r>
                        <a:rPr kumimoji="1" lang="en-US" altLang="ja-JP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72%</a:t>
                      </a:r>
                      <a:r>
                        <a:rPr kumimoji="1" lang="ja-JP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を各部部門費期首フォロにて周知。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運用中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i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</a:t>
                      </a:r>
                      <a:endParaRPr kumimoji="1" lang="ja-JP" altLang="en-US" sz="1200" i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1908432"/>
                  </a:ext>
                </a:extLst>
              </a:tr>
              <a:tr h="403002">
                <a:tc vMerge="1">
                  <a:txBody>
                    <a:bodyPr/>
                    <a:lstStyle/>
                    <a:p>
                      <a:pPr algn="ctr"/>
                      <a:endParaRPr kumimoji="1" lang="en-US" altLang="ja-JP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200" b="1" dirty="0">
                          <a:latin typeface="+mn-ea"/>
                          <a:ea typeface="+mn-ea"/>
                        </a:rPr>
                        <a:t>設計業務の整流化・効率化</a:t>
                      </a:r>
                      <a:endParaRPr kumimoji="1" lang="en-US" altLang="ja-JP" sz="12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・技術部全体の工数計上実績からターゲット絞込み中。</a:t>
                      </a:r>
                      <a:r>
                        <a:rPr kumimoji="1" lang="ja-JP" altLang="en-US" sz="105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highlight>
                            <a:srgbClr val="FAE1CE"/>
                          </a:highlight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検討の遅れ：引続き各部協力依頼予定</a:t>
                      </a:r>
                      <a:endParaRPr kumimoji="1" lang="en-US" altLang="ja-JP" sz="120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highlight>
                          <a:srgbClr val="FAE1CE"/>
                        </a:highlight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sz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ToBe</a:t>
                      </a:r>
                      <a:r>
                        <a:rPr kumimoji="1" lang="ja-JP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業務フロー確定</a:t>
                      </a:r>
                      <a:endParaRPr kumimoji="1" lang="en-US" altLang="ja-JP" sz="12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r>
                        <a:rPr kumimoji="1" lang="ja-JP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各課実行の為の準備完了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i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8/9</a:t>
                      </a:r>
                      <a:endParaRPr kumimoji="1" lang="ja-JP" altLang="en-US" sz="1200" i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0321734"/>
                  </a:ext>
                </a:extLst>
              </a:tr>
              <a:tr h="241801"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1100" b="1" dirty="0">
                          <a:latin typeface="+mn-ea"/>
                          <a:ea typeface="+mn-ea"/>
                        </a:rPr>
                        <a:t>風土</a:t>
                      </a:r>
                      <a:endParaRPr kumimoji="1" lang="en-US" altLang="ja-JP" sz="12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200" b="1" dirty="0">
                          <a:latin typeface="+mn-ea"/>
                          <a:ea typeface="+mn-ea"/>
                        </a:rPr>
                        <a:t>コミュニケーション活発化</a:t>
                      </a:r>
                      <a:endParaRPr kumimoji="1" lang="en-US" altLang="ja-JP" sz="12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050" dirty="0">
                          <a:highlight>
                            <a:srgbClr val="FAE1CE"/>
                          </a:highlight>
                          <a:latin typeface="+mn-ea"/>
                          <a:ea typeface="+mn-ea"/>
                        </a:rPr>
                        <a:t>検討の遅れ：目的の明確化と施策再考中。</a:t>
                      </a:r>
                      <a:endParaRPr kumimoji="1" lang="ja-JP" altLang="en-US" sz="1050" dirty="0">
                        <a:solidFill>
                          <a:schemeClr val="tx1"/>
                        </a:solidFill>
                        <a:highlight>
                          <a:srgbClr val="FAE1CE"/>
                        </a:highlight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sz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コミュニケーション活発化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1200" i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8/9</a:t>
                      </a:r>
                      <a:endParaRPr kumimoji="1" lang="ja-JP" altLang="en-US" sz="1200" i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2260571"/>
                  </a:ext>
                </a:extLst>
              </a:tr>
            </a:tbl>
          </a:graphicData>
        </a:graphic>
      </p:graphicFrame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1310701B-29A4-B67A-69AD-C18811ECE480}"/>
              </a:ext>
            </a:extLst>
          </p:cNvPr>
          <p:cNvSpPr txBox="1"/>
          <p:nvPr/>
        </p:nvSpPr>
        <p:spPr>
          <a:xfrm>
            <a:off x="463814" y="4644240"/>
            <a:ext cx="73249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メイリオ"/>
                <a:ea typeface="メイリオ"/>
                <a:cs typeface="+mn-cs"/>
              </a:rPr>
              <a:t>フェーズ</a:t>
            </a:r>
            <a:r>
              <a:rPr kumimoji="1" lang="en-US" altLang="ja-JP" sz="9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メイリオ"/>
                <a:ea typeface="メイリオ"/>
                <a:cs typeface="+mn-cs"/>
              </a:rPr>
              <a:t>3</a:t>
            </a:r>
            <a:endParaRPr kumimoji="1" lang="ja-JP" altLang="en-US" sz="9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highlight>
                <a:srgbClr val="FFFF00"/>
              </a:highlight>
              <a:uLnTx/>
              <a:uFillTx/>
              <a:latin typeface="メイリオ"/>
              <a:ea typeface="メイリオ"/>
              <a:cs typeface="+mn-cs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3A3528E8-A90A-8B74-AD4B-7BE324E030C8}"/>
              </a:ext>
            </a:extLst>
          </p:cNvPr>
          <p:cNvSpPr txBox="1"/>
          <p:nvPr/>
        </p:nvSpPr>
        <p:spPr>
          <a:xfrm>
            <a:off x="539551" y="5550873"/>
            <a:ext cx="73249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メイリオ"/>
                <a:ea typeface="メイリオ"/>
                <a:cs typeface="+mn-cs"/>
              </a:rPr>
              <a:t>フェーズ</a:t>
            </a:r>
            <a:r>
              <a:rPr kumimoji="1" lang="en-US" altLang="ja-JP" sz="9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メイリオ"/>
                <a:ea typeface="メイリオ"/>
                <a:cs typeface="+mn-cs"/>
              </a:rPr>
              <a:t>3</a:t>
            </a:r>
            <a:endParaRPr kumimoji="1" lang="ja-JP" altLang="en-US" sz="9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highlight>
                <a:srgbClr val="FFFF00"/>
              </a:highlight>
              <a:uLnTx/>
              <a:uFillTx/>
              <a:latin typeface="メイリオ"/>
              <a:ea typeface="メイリオ"/>
              <a:cs typeface="+mn-cs"/>
            </a:endParaRPr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3A8FA1E7-C1CA-9BDC-AECA-7C8A3F6E60EF}"/>
              </a:ext>
            </a:extLst>
          </p:cNvPr>
          <p:cNvSpPr txBox="1"/>
          <p:nvPr/>
        </p:nvSpPr>
        <p:spPr>
          <a:xfrm>
            <a:off x="395535" y="3294401"/>
            <a:ext cx="73249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メイリオ"/>
                <a:ea typeface="メイリオ"/>
                <a:cs typeface="+mn-cs"/>
              </a:rPr>
              <a:t>継続活動</a:t>
            </a:r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43B2BCA6-6C19-247A-0DBE-BFE5C34E877C}"/>
              </a:ext>
            </a:extLst>
          </p:cNvPr>
          <p:cNvSpPr txBox="1"/>
          <p:nvPr/>
        </p:nvSpPr>
        <p:spPr>
          <a:xfrm>
            <a:off x="467542" y="1915300"/>
            <a:ext cx="73249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メイリオ"/>
                <a:ea typeface="メイリオ"/>
                <a:cs typeface="+mn-cs"/>
              </a:rPr>
              <a:t>継続活動</a:t>
            </a:r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D2F19772-7156-04F8-DBFA-F774A3CB258E}"/>
              </a:ext>
            </a:extLst>
          </p:cNvPr>
          <p:cNvSpPr txBox="1"/>
          <p:nvPr/>
        </p:nvSpPr>
        <p:spPr>
          <a:xfrm>
            <a:off x="463814" y="1519881"/>
            <a:ext cx="73249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uLnTx/>
                <a:uFillTx/>
                <a:latin typeface="メイリオ"/>
                <a:ea typeface="メイリオ"/>
                <a:cs typeface="+mn-cs"/>
              </a:rPr>
              <a:t>継続活動</a:t>
            </a:r>
          </a:p>
        </p:txBody>
      </p:sp>
      <p:sp>
        <p:nvSpPr>
          <p:cNvPr id="3" name="タイトル 4">
            <a:extLst>
              <a:ext uri="{FF2B5EF4-FFF2-40B4-BE49-F238E27FC236}">
                <a16:creationId xmlns:a16="http://schemas.microsoft.com/office/drawing/2014/main" id="{E9740C71-9BEB-429D-718F-A8A31C59DC29}"/>
              </a:ext>
            </a:extLst>
          </p:cNvPr>
          <p:cNvSpPr txBox="1">
            <a:spLocks/>
          </p:cNvSpPr>
          <p:nvPr/>
        </p:nvSpPr>
        <p:spPr>
          <a:xfrm>
            <a:off x="251520" y="134938"/>
            <a:ext cx="7440613" cy="350837"/>
          </a:xfrm>
          <a:prstGeom prst="rect">
            <a:avLst/>
          </a:prstGeom>
        </p:spPr>
        <p:txBody>
          <a:bodyPr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sz="1800" b="1"/>
              <a:t>３．活動進捗サマリと本日の報告対象（再掲）</a:t>
            </a:r>
            <a:endParaRPr lang="ja-JP" altLang="en-US" sz="1800" b="1" dirty="0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FEBB192C-6841-1D23-DEC5-BF2535FB8688}"/>
              </a:ext>
            </a:extLst>
          </p:cNvPr>
          <p:cNvSpPr/>
          <p:nvPr/>
        </p:nvSpPr>
        <p:spPr>
          <a:xfrm>
            <a:off x="58167" y="4760229"/>
            <a:ext cx="9050338" cy="468000"/>
          </a:xfrm>
          <a:prstGeom prst="rect">
            <a:avLst/>
          </a:prstGeom>
          <a:noFill/>
          <a:ln w="57150" cmpd="sng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kumimoji="1" lang="ja-JP" altLang="en-US" sz="12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6469577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03F30C9F-7CC2-6E95-0773-9BF7F368B62E}"/>
              </a:ext>
            </a:extLst>
          </p:cNvPr>
          <p:cNvSpPr/>
          <p:nvPr/>
        </p:nvSpPr>
        <p:spPr>
          <a:xfrm>
            <a:off x="72000" y="650078"/>
            <a:ext cx="9000000" cy="1224000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127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n"/>
              <a:tabLst/>
              <a:defRPr/>
            </a:pPr>
            <a:r>
              <a:rPr lang="ja-JP" altLang="en-US" sz="1600" dirty="0">
                <a:solidFill>
                  <a:srgbClr val="000000"/>
                </a:solidFill>
                <a:latin typeface="メイリオ"/>
                <a:ea typeface="メイリオ"/>
              </a:rPr>
              <a:t>見積</a:t>
            </a:r>
            <a:r>
              <a:rPr lang="en-US" altLang="ja-JP" sz="1600" dirty="0">
                <a:solidFill>
                  <a:srgbClr val="000000"/>
                </a:solidFill>
                <a:latin typeface="メイリオ"/>
                <a:ea typeface="メイリオ"/>
              </a:rPr>
              <a:t>G</a:t>
            </a:r>
            <a:r>
              <a:rPr lang="ja-JP" altLang="en-US" sz="1600" dirty="0">
                <a:solidFill>
                  <a:srgbClr val="000000"/>
                </a:solidFill>
                <a:latin typeface="メイリオ"/>
                <a:ea typeface="メイリオ"/>
              </a:rPr>
              <a:t>と</a:t>
            </a:r>
            <a:r>
              <a:rPr lang="en-US" altLang="ja-JP" sz="1600" dirty="0">
                <a:solidFill>
                  <a:srgbClr val="000000"/>
                </a:solidFill>
                <a:latin typeface="メイリオ"/>
                <a:ea typeface="メイリオ"/>
              </a:rPr>
              <a:t>PJG</a:t>
            </a:r>
            <a:r>
              <a:rPr lang="ja-JP" altLang="en-US" sz="1600" dirty="0">
                <a:solidFill>
                  <a:srgbClr val="000000"/>
                </a:solidFill>
                <a:latin typeface="メイリオ"/>
                <a:ea typeface="メイリオ"/>
              </a:rPr>
              <a:t>の業務の一部については、前フェーズで機能重複（業務範囲は独立）を確認。</a:t>
            </a:r>
            <a:br>
              <a:rPr lang="en-US" altLang="ja-JP" sz="1600" dirty="0">
                <a:solidFill>
                  <a:srgbClr val="000000"/>
                </a:solidFill>
                <a:latin typeface="メイリオ"/>
                <a:ea typeface="メイリオ"/>
              </a:rPr>
            </a:br>
            <a:r>
              <a:rPr lang="ja-JP" altLang="en-US" sz="1600" dirty="0">
                <a:solidFill>
                  <a:srgbClr val="000000"/>
                </a:solidFill>
                <a:latin typeface="メイリオ"/>
                <a:ea typeface="メイリオ"/>
              </a:rPr>
              <a:t>対象業務の他、課題の有無を工数などのコスト踏まえ調査。</a:t>
            </a:r>
            <a:endParaRPr lang="en-US" altLang="ja-JP" sz="1600" dirty="0">
              <a:solidFill>
                <a:srgbClr val="000000"/>
              </a:solidFill>
              <a:latin typeface="メイリオ"/>
              <a:ea typeface="メイリオ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n"/>
              <a:tabLst/>
              <a:defRPr/>
            </a:pPr>
            <a:endParaRPr lang="en-US" altLang="ja-JP" sz="1000" dirty="0">
              <a:solidFill>
                <a:srgbClr val="000000"/>
              </a:solidFill>
              <a:latin typeface="メイリオ"/>
              <a:ea typeface="メイリオ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n"/>
              <a:tabLst/>
              <a:defRPr/>
            </a:pPr>
            <a:r>
              <a:rPr lang="ja-JP" altLang="en-US" sz="1600" dirty="0">
                <a:solidFill>
                  <a:srgbClr val="000000"/>
                </a:solidFill>
                <a:latin typeface="メイリオ"/>
                <a:ea typeface="メイリオ"/>
              </a:rPr>
              <a:t>コスト</a:t>
            </a:r>
            <a:r>
              <a:rPr lang="en-US" altLang="ja-JP" sz="1600" dirty="0">
                <a:solidFill>
                  <a:srgbClr val="000000"/>
                </a:solidFill>
                <a:latin typeface="メイリオ"/>
                <a:ea typeface="メイリオ"/>
              </a:rPr>
              <a:t>G</a:t>
            </a:r>
            <a:r>
              <a:rPr lang="ja-JP" altLang="en-US" sz="1600" dirty="0">
                <a:solidFill>
                  <a:srgbClr val="000000"/>
                </a:solidFill>
                <a:latin typeface="メイリオ"/>
                <a:ea typeface="メイリオ"/>
              </a:rPr>
              <a:t>の業務については、前フェーズでの効率化の候補業務が明確になっていない為、</a:t>
            </a:r>
            <a:br>
              <a:rPr lang="en-US" altLang="ja-JP" sz="1600" dirty="0">
                <a:solidFill>
                  <a:srgbClr val="000000"/>
                </a:solidFill>
                <a:latin typeface="メイリオ"/>
                <a:ea typeface="メイリオ"/>
              </a:rPr>
            </a:br>
            <a:r>
              <a:rPr lang="ja-JP" altLang="en-US" sz="1600" dirty="0">
                <a:solidFill>
                  <a:srgbClr val="000000"/>
                </a:solidFill>
                <a:latin typeface="メイリオ"/>
                <a:ea typeface="メイリオ"/>
              </a:rPr>
              <a:t>プロジェクト管理業務のコスト状況を鑑み、効率化出来得る箇所を調査。</a:t>
            </a:r>
            <a:endParaRPr lang="en-US" altLang="ja-JP" sz="1600" dirty="0">
              <a:solidFill>
                <a:srgbClr val="000000"/>
              </a:solidFill>
              <a:latin typeface="メイリオ"/>
              <a:ea typeface="メイリオ"/>
            </a:endParaRPr>
          </a:p>
        </p:txBody>
      </p:sp>
      <p:sp>
        <p:nvSpPr>
          <p:cNvPr id="3" name="タイトル 4">
            <a:extLst>
              <a:ext uri="{FF2B5EF4-FFF2-40B4-BE49-F238E27FC236}">
                <a16:creationId xmlns:a16="http://schemas.microsoft.com/office/drawing/2014/main" id="{853D9387-A196-BD35-C9CC-54DE60F58B80}"/>
              </a:ext>
            </a:extLst>
          </p:cNvPr>
          <p:cNvSpPr txBox="1">
            <a:spLocks/>
          </p:cNvSpPr>
          <p:nvPr/>
        </p:nvSpPr>
        <p:spPr>
          <a:xfrm>
            <a:off x="248234" y="135110"/>
            <a:ext cx="7492118" cy="349961"/>
          </a:xfrm>
          <a:prstGeom prst="rect">
            <a:avLst/>
          </a:prstGeom>
        </p:spPr>
        <p:txBody>
          <a:bodyPr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メイリオ"/>
                <a:ea typeface="メイリオ"/>
                <a:cs typeface="+mj-cs"/>
              </a:rPr>
              <a:t>5-1</a:t>
            </a:r>
            <a:r>
              <a:rPr kumimoji="1" lang="ja-JP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メイリオ"/>
                <a:ea typeface="メイリオ"/>
                <a:cs typeface="+mj-cs"/>
              </a:rPr>
              <a:t>．見積・実行フォロ業務の整流化効率化：効率化の初期仮説</a:t>
            </a:r>
          </a:p>
        </p:txBody>
      </p:sp>
      <p:sp>
        <p:nvSpPr>
          <p:cNvPr id="43" name="正方形/長方形 42">
            <a:extLst>
              <a:ext uri="{FF2B5EF4-FFF2-40B4-BE49-F238E27FC236}">
                <a16:creationId xmlns:a16="http://schemas.microsoft.com/office/drawing/2014/main" id="{EE2A2C4A-5FC4-6C2E-0189-FF2B441A2AE2}"/>
              </a:ext>
            </a:extLst>
          </p:cNvPr>
          <p:cNvSpPr/>
          <p:nvPr/>
        </p:nvSpPr>
        <p:spPr>
          <a:xfrm>
            <a:off x="107504" y="4595574"/>
            <a:ext cx="2196000" cy="360000"/>
          </a:xfrm>
          <a:prstGeom prst="rect">
            <a:avLst/>
          </a:prstGeom>
          <a:solidFill>
            <a:schemeClr val="tx2"/>
          </a:solidFill>
          <a:ln w="9525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ja-JP" altLang="en-US" sz="1200" b="1" i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長崎調達部</a:t>
            </a:r>
          </a:p>
        </p:txBody>
      </p:sp>
      <p:sp>
        <p:nvSpPr>
          <p:cNvPr id="44" name="正方形/長方形 43">
            <a:extLst>
              <a:ext uri="{FF2B5EF4-FFF2-40B4-BE49-F238E27FC236}">
                <a16:creationId xmlns:a16="http://schemas.microsoft.com/office/drawing/2014/main" id="{C1FA7B2C-FFD1-3844-62D1-C89F8C93878A}"/>
              </a:ext>
            </a:extLst>
          </p:cNvPr>
          <p:cNvSpPr/>
          <p:nvPr/>
        </p:nvSpPr>
        <p:spPr>
          <a:xfrm>
            <a:off x="107504" y="2579502"/>
            <a:ext cx="2196000" cy="360000"/>
          </a:xfrm>
          <a:prstGeom prst="rect">
            <a:avLst/>
          </a:prstGeom>
          <a:solidFill>
            <a:schemeClr val="tx2"/>
          </a:solidFill>
          <a:ln w="9525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ja-JP" altLang="en-US" sz="1200" b="1" i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営業部</a:t>
            </a:r>
          </a:p>
        </p:txBody>
      </p:sp>
      <p:sp>
        <p:nvSpPr>
          <p:cNvPr id="45" name="正方形/長方形 44">
            <a:extLst>
              <a:ext uri="{FF2B5EF4-FFF2-40B4-BE49-F238E27FC236}">
                <a16:creationId xmlns:a16="http://schemas.microsoft.com/office/drawing/2014/main" id="{F0766743-2634-4287-E26C-0C5742A769E2}"/>
              </a:ext>
            </a:extLst>
          </p:cNvPr>
          <p:cNvSpPr/>
          <p:nvPr/>
        </p:nvSpPr>
        <p:spPr>
          <a:xfrm>
            <a:off x="107504" y="3083520"/>
            <a:ext cx="2196000" cy="360000"/>
          </a:xfrm>
          <a:prstGeom prst="rect">
            <a:avLst/>
          </a:prstGeom>
          <a:solidFill>
            <a:srgbClr val="FF0000"/>
          </a:solidFill>
          <a:ln w="9525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ja-JP" altLang="en-US" sz="1200" b="1" i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プロジェクト推進部</a:t>
            </a:r>
          </a:p>
        </p:txBody>
      </p:sp>
      <p:sp>
        <p:nvSpPr>
          <p:cNvPr id="46" name="正方形/長方形 45">
            <a:extLst>
              <a:ext uri="{FF2B5EF4-FFF2-40B4-BE49-F238E27FC236}">
                <a16:creationId xmlns:a16="http://schemas.microsoft.com/office/drawing/2014/main" id="{40B26EFF-AF28-74AD-E7FB-BB3F3F064083}"/>
              </a:ext>
            </a:extLst>
          </p:cNvPr>
          <p:cNvSpPr/>
          <p:nvPr/>
        </p:nvSpPr>
        <p:spPr>
          <a:xfrm>
            <a:off x="107504" y="3587538"/>
            <a:ext cx="2196000" cy="360000"/>
          </a:xfrm>
          <a:prstGeom prst="rect">
            <a:avLst/>
          </a:prstGeom>
          <a:solidFill>
            <a:schemeClr val="tx2"/>
          </a:solidFill>
          <a:ln w="9525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ja-JP" altLang="en-US" sz="1200" b="1" i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計画部</a:t>
            </a:r>
          </a:p>
        </p:txBody>
      </p:sp>
      <p:sp>
        <p:nvSpPr>
          <p:cNvPr id="47" name="正方形/長方形 46">
            <a:extLst>
              <a:ext uri="{FF2B5EF4-FFF2-40B4-BE49-F238E27FC236}">
                <a16:creationId xmlns:a16="http://schemas.microsoft.com/office/drawing/2014/main" id="{C69B08DE-C993-1820-C243-C6611834EAD5}"/>
              </a:ext>
            </a:extLst>
          </p:cNvPr>
          <p:cNvSpPr/>
          <p:nvPr/>
        </p:nvSpPr>
        <p:spPr>
          <a:xfrm>
            <a:off x="107504" y="4091556"/>
            <a:ext cx="2196000" cy="360000"/>
          </a:xfrm>
          <a:prstGeom prst="rect">
            <a:avLst/>
          </a:prstGeom>
          <a:solidFill>
            <a:srgbClr val="FF0000"/>
          </a:solidFill>
          <a:ln w="9525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ja-JP" altLang="en-US" sz="1200" b="1" i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技術部</a:t>
            </a:r>
          </a:p>
        </p:txBody>
      </p:sp>
      <p:cxnSp>
        <p:nvCxnSpPr>
          <p:cNvPr id="48" name="直線コネクタ 47">
            <a:extLst>
              <a:ext uri="{FF2B5EF4-FFF2-40B4-BE49-F238E27FC236}">
                <a16:creationId xmlns:a16="http://schemas.microsoft.com/office/drawing/2014/main" id="{ED396641-F6A7-A4C5-84AF-A1836F21926B}"/>
              </a:ext>
            </a:extLst>
          </p:cNvPr>
          <p:cNvCxnSpPr>
            <a:cxnSpLocks/>
          </p:cNvCxnSpPr>
          <p:nvPr/>
        </p:nvCxnSpPr>
        <p:spPr>
          <a:xfrm>
            <a:off x="107504" y="3011511"/>
            <a:ext cx="489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線コネクタ 48">
            <a:extLst>
              <a:ext uri="{FF2B5EF4-FFF2-40B4-BE49-F238E27FC236}">
                <a16:creationId xmlns:a16="http://schemas.microsoft.com/office/drawing/2014/main" id="{6FED6739-CEB3-3706-16B4-85E0DFA505EC}"/>
              </a:ext>
            </a:extLst>
          </p:cNvPr>
          <p:cNvCxnSpPr>
            <a:cxnSpLocks/>
          </p:cNvCxnSpPr>
          <p:nvPr/>
        </p:nvCxnSpPr>
        <p:spPr>
          <a:xfrm>
            <a:off x="107504" y="3515529"/>
            <a:ext cx="489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線コネクタ 49">
            <a:extLst>
              <a:ext uri="{FF2B5EF4-FFF2-40B4-BE49-F238E27FC236}">
                <a16:creationId xmlns:a16="http://schemas.microsoft.com/office/drawing/2014/main" id="{E4208885-1103-A883-14EC-F571D3880661}"/>
              </a:ext>
            </a:extLst>
          </p:cNvPr>
          <p:cNvCxnSpPr>
            <a:cxnSpLocks/>
          </p:cNvCxnSpPr>
          <p:nvPr/>
        </p:nvCxnSpPr>
        <p:spPr>
          <a:xfrm>
            <a:off x="107504" y="4019547"/>
            <a:ext cx="489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線コネクタ 50">
            <a:extLst>
              <a:ext uri="{FF2B5EF4-FFF2-40B4-BE49-F238E27FC236}">
                <a16:creationId xmlns:a16="http://schemas.microsoft.com/office/drawing/2014/main" id="{7AB7ED69-BD50-E94C-3C75-1F86986BD990}"/>
              </a:ext>
            </a:extLst>
          </p:cNvPr>
          <p:cNvCxnSpPr>
            <a:cxnSpLocks/>
          </p:cNvCxnSpPr>
          <p:nvPr/>
        </p:nvCxnSpPr>
        <p:spPr>
          <a:xfrm>
            <a:off x="107504" y="4523566"/>
            <a:ext cx="489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線コネクタ 51">
            <a:extLst>
              <a:ext uri="{FF2B5EF4-FFF2-40B4-BE49-F238E27FC236}">
                <a16:creationId xmlns:a16="http://schemas.microsoft.com/office/drawing/2014/main" id="{30059BE9-BB0D-4EE8-0CD0-BACA960522D0}"/>
              </a:ext>
            </a:extLst>
          </p:cNvPr>
          <p:cNvCxnSpPr>
            <a:cxnSpLocks/>
          </p:cNvCxnSpPr>
          <p:nvPr/>
        </p:nvCxnSpPr>
        <p:spPr>
          <a:xfrm>
            <a:off x="107504" y="5963610"/>
            <a:ext cx="489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線コネクタ 52">
            <a:extLst>
              <a:ext uri="{FF2B5EF4-FFF2-40B4-BE49-F238E27FC236}">
                <a16:creationId xmlns:a16="http://schemas.microsoft.com/office/drawing/2014/main" id="{62976BC9-45FA-F720-9A36-9B56DE8739B8}"/>
              </a:ext>
            </a:extLst>
          </p:cNvPr>
          <p:cNvCxnSpPr>
            <a:cxnSpLocks/>
          </p:cNvCxnSpPr>
          <p:nvPr/>
        </p:nvCxnSpPr>
        <p:spPr>
          <a:xfrm>
            <a:off x="107504" y="6467628"/>
            <a:ext cx="3960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線コネクタ 53">
            <a:extLst>
              <a:ext uri="{FF2B5EF4-FFF2-40B4-BE49-F238E27FC236}">
                <a16:creationId xmlns:a16="http://schemas.microsoft.com/office/drawing/2014/main" id="{3026AAFD-13F6-E25B-CC1B-0E29CC6BF006}"/>
              </a:ext>
            </a:extLst>
          </p:cNvPr>
          <p:cNvCxnSpPr>
            <a:cxnSpLocks/>
          </p:cNvCxnSpPr>
          <p:nvPr/>
        </p:nvCxnSpPr>
        <p:spPr>
          <a:xfrm>
            <a:off x="107504" y="4999319"/>
            <a:ext cx="489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線コネクタ 54">
            <a:extLst>
              <a:ext uri="{FF2B5EF4-FFF2-40B4-BE49-F238E27FC236}">
                <a16:creationId xmlns:a16="http://schemas.microsoft.com/office/drawing/2014/main" id="{4EB41DFA-816E-032A-C7D8-F6904E71E989}"/>
              </a:ext>
            </a:extLst>
          </p:cNvPr>
          <p:cNvCxnSpPr>
            <a:cxnSpLocks/>
          </p:cNvCxnSpPr>
          <p:nvPr/>
        </p:nvCxnSpPr>
        <p:spPr>
          <a:xfrm>
            <a:off x="107504" y="2507494"/>
            <a:ext cx="489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テキスト ボックス 58">
            <a:extLst>
              <a:ext uri="{FF2B5EF4-FFF2-40B4-BE49-F238E27FC236}">
                <a16:creationId xmlns:a16="http://schemas.microsoft.com/office/drawing/2014/main" id="{B38F42CC-8F14-3D75-6AD0-26DF6B01EAFE}"/>
              </a:ext>
            </a:extLst>
          </p:cNvPr>
          <p:cNvSpPr txBox="1"/>
          <p:nvPr/>
        </p:nvSpPr>
        <p:spPr>
          <a:xfrm>
            <a:off x="2460005" y="2228309"/>
            <a:ext cx="4924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ja-JP"/>
            </a:defPPr>
            <a:lvl1pPr algn="ctr">
              <a:defRPr sz="1200" b="1"/>
            </a:lvl1pPr>
          </a:lstStyle>
          <a:p>
            <a:r>
              <a:rPr lang="ja-JP" altLang="en-US"/>
              <a:t>見積</a:t>
            </a:r>
            <a:endParaRPr lang="zh-TW" altLang="en-US" dirty="0"/>
          </a:p>
        </p:txBody>
      </p:sp>
      <p:sp>
        <p:nvSpPr>
          <p:cNvPr id="60" name="テキスト ボックス 59">
            <a:extLst>
              <a:ext uri="{FF2B5EF4-FFF2-40B4-BE49-F238E27FC236}">
                <a16:creationId xmlns:a16="http://schemas.microsoft.com/office/drawing/2014/main" id="{DD53E907-E343-F6E2-37F2-E56E8E254FB4}"/>
              </a:ext>
            </a:extLst>
          </p:cNvPr>
          <p:cNvSpPr txBox="1"/>
          <p:nvPr/>
        </p:nvSpPr>
        <p:spPr>
          <a:xfrm>
            <a:off x="3147204" y="2228309"/>
            <a:ext cx="968265" cy="3351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1200" b="1" dirty="0"/>
              <a:t>工程管理</a:t>
            </a:r>
            <a:endParaRPr kumimoji="1" lang="zh-TW" altLang="en-US" sz="1200" b="1" dirty="0"/>
          </a:p>
        </p:txBody>
      </p:sp>
      <p:sp>
        <p:nvSpPr>
          <p:cNvPr id="64" name="楕円 63">
            <a:extLst>
              <a:ext uri="{FF2B5EF4-FFF2-40B4-BE49-F238E27FC236}">
                <a16:creationId xmlns:a16="http://schemas.microsoft.com/office/drawing/2014/main" id="{700CD71E-E004-0F1A-D866-54541AD00E26}"/>
              </a:ext>
            </a:extLst>
          </p:cNvPr>
          <p:cNvSpPr/>
          <p:nvPr/>
        </p:nvSpPr>
        <p:spPr>
          <a:xfrm>
            <a:off x="2580226" y="2633502"/>
            <a:ext cx="251999" cy="251999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sp>
        <p:nvSpPr>
          <p:cNvPr id="65" name="楕円 64">
            <a:extLst>
              <a:ext uri="{FF2B5EF4-FFF2-40B4-BE49-F238E27FC236}">
                <a16:creationId xmlns:a16="http://schemas.microsoft.com/office/drawing/2014/main" id="{FF519176-7B01-6185-309A-E814C8A2A2D0}"/>
              </a:ext>
            </a:extLst>
          </p:cNvPr>
          <p:cNvSpPr/>
          <p:nvPr/>
        </p:nvSpPr>
        <p:spPr>
          <a:xfrm>
            <a:off x="2580226" y="3137520"/>
            <a:ext cx="251999" cy="251999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sp>
        <p:nvSpPr>
          <p:cNvPr id="66" name="楕円 65">
            <a:extLst>
              <a:ext uri="{FF2B5EF4-FFF2-40B4-BE49-F238E27FC236}">
                <a16:creationId xmlns:a16="http://schemas.microsoft.com/office/drawing/2014/main" id="{0BAD80FE-2FD3-A9E3-3738-0B9C4F3BE61A}"/>
              </a:ext>
            </a:extLst>
          </p:cNvPr>
          <p:cNvSpPr/>
          <p:nvPr/>
        </p:nvSpPr>
        <p:spPr>
          <a:xfrm>
            <a:off x="2580226" y="3641538"/>
            <a:ext cx="251999" cy="251999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sp>
        <p:nvSpPr>
          <p:cNvPr id="67" name="楕円 66">
            <a:extLst>
              <a:ext uri="{FF2B5EF4-FFF2-40B4-BE49-F238E27FC236}">
                <a16:creationId xmlns:a16="http://schemas.microsoft.com/office/drawing/2014/main" id="{67CF5BC6-2B7F-8817-F4B9-D4819F70A14B}"/>
              </a:ext>
            </a:extLst>
          </p:cNvPr>
          <p:cNvSpPr/>
          <p:nvPr/>
        </p:nvSpPr>
        <p:spPr>
          <a:xfrm>
            <a:off x="2580226" y="4145555"/>
            <a:ext cx="251999" cy="251999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sp>
        <p:nvSpPr>
          <p:cNvPr id="71" name="楕円 70">
            <a:extLst>
              <a:ext uri="{FF2B5EF4-FFF2-40B4-BE49-F238E27FC236}">
                <a16:creationId xmlns:a16="http://schemas.microsoft.com/office/drawing/2014/main" id="{3F1C93E4-DD81-8316-75A8-6D9D2C47466C}"/>
              </a:ext>
            </a:extLst>
          </p:cNvPr>
          <p:cNvSpPr/>
          <p:nvPr/>
        </p:nvSpPr>
        <p:spPr>
          <a:xfrm>
            <a:off x="3498807" y="3137520"/>
            <a:ext cx="251999" cy="251999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2" name="楕円 71">
            <a:extLst>
              <a:ext uri="{FF2B5EF4-FFF2-40B4-BE49-F238E27FC236}">
                <a16:creationId xmlns:a16="http://schemas.microsoft.com/office/drawing/2014/main" id="{2BEAF2DD-4685-33FA-36D6-F2BE1BC4B1EA}"/>
              </a:ext>
            </a:extLst>
          </p:cNvPr>
          <p:cNvSpPr/>
          <p:nvPr/>
        </p:nvSpPr>
        <p:spPr>
          <a:xfrm>
            <a:off x="3498807" y="3641538"/>
            <a:ext cx="251999" cy="251999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3" name="楕円 72">
            <a:extLst>
              <a:ext uri="{FF2B5EF4-FFF2-40B4-BE49-F238E27FC236}">
                <a16:creationId xmlns:a16="http://schemas.microsoft.com/office/drawing/2014/main" id="{C6D73DC9-3715-AAC1-AF0F-ADDF5D1A1C6F}"/>
              </a:ext>
            </a:extLst>
          </p:cNvPr>
          <p:cNvSpPr/>
          <p:nvPr/>
        </p:nvSpPr>
        <p:spPr>
          <a:xfrm>
            <a:off x="3498807" y="4145555"/>
            <a:ext cx="251999" cy="251999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4" name="正方形/長方形 73">
            <a:extLst>
              <a:ext uri="{FF2B5EF4-FFF2-40B4-BE49-F238E27FC236}">
                <a16:creationId xmlns:a16="http://schemas.microsoft.com/office/drawing/2014/main" id="{BFBF905B-D85B-392D-91F8-81F1C0D67913}"/>
              </a:ext>
            </a:extLst>
          </p:cNvPr>
          <p:cNvSpPr/>
          <p:nvPr/>
        </p:nvSpPr>
        <p:spPr>
          <a:xfrm>
            <a:off x="107504" y="6035619"/>
            <a:ext cx="2196000" cy="360000"/>
          </a:xfrm>
          <a:prstGeom prst="rect">
            <a:avLst/>
          </a:prstGeom>
          <a:solidFill>
            <a:schemeClr val="tx2"/>
          </a:solidFill>
          <a:ln w="9525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ja-JP" altLang="en-US" sz="1200" b="1" i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長崎品質保証部</a:t>
            </a:r>
          </a:p>
        </p:txBody>
      </p:sp>
      <p:sp>
        <p:nvSpPr>
          <p:cNvPr id="75" name="正方形/長方形 74">
            <a:extLst>
              <a:ext uri="{FF2B5EF4-FFF2-40B4-BE49-F238E27FC236}">
                <a16:creationId xmlns:a16="http://schemas.microsoft.com/office/drawing/2014/main" id="{1AA6CB39-DB52-F747-6CC8-0ED250A7CDA4}"/>
              </a:ext>
            </a:extLst>
          </p:cNvPr>
          <p:cNvSpPr/>
          <p:nvPr/>
        </p:nvSpPr>
        <p:spPr>
          <a:xfrm>
            <a:off x="107504" y="5027583"/>
            <a:ext cx="2196000" cy="360000"/>
          </a:xfrm>
          <a:prstGeom prst="rect">
            <a:avLst/>
          </a:prstGeom>
          <a:solidFill>
            <a:schemeClr val="tx2"/>
          </a:solidFill>
          <a:ln w="9525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ja-JP" altLang="en-US" sz="1200" b="1" i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製造部</a:t>
            </a:r>
          </a:p>
        </p:txBody>
      </p:sp>
      <p:sp>
        <p:nvSpPr>
          <p:cNvPr id="76" name="正方形/長方形 75">
            <a:extLst>
              <a:ext uri="{FF2B5EF4-FFF2-40B4-BE49-F238E27FC236}">
                <a16:creationId xmlns:a16="http://schemas.microsoft.com/office/drawing/2014/main" id="{4046E042-708C-60E7-293D-D3700E4EB964}"/>
              </a:ext>
            </a:extLst>
          </p:cNvPr>
          <p:cNvSpPr/>
          <p:nvPr/>
        </p:nvSpPr>
        <p:spPr>
          <a:xfrm>
            <a:off x="107504" y="5531601"/>
            <a:ext cx="2196000" cy="360000"/>
          </a:xfrm>
          <a:prstGeom prst="rect">
            <a:avLst/>
          </a:prstGeom>
          <a:solidFill>
            <a:schemeClr val="tx2"/>
          </a:solidFill>
          <a:ln w="9525">
            <a:noFill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kumimoji="1" lang="ja-JP" altLang="en-US" sz="1200" b="1" i="1" dirty="0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建設部</a:t>
            </a:r>
          </a:p>
        </p:txBody>
      </p:sp>
      <p:sp>
        <p:nvSpPr>
          <p:cNvPr id="77" name="楕円 76">
            <a:extLst>
              <a:ext uri="{FF2B5EF4-FFF2-40B4-BE49-F238E27FC236}">
                <a16:creationId xmlns:a16="http://schemas.microsoft.com/office/drawing/2014/main" id="{F9C581EF-DFB4-C022-6CF9-6C39BCB47D78}"/>
              </a:ext>
            </a:extLst>
          </p:cNvPr>
          <p:cNvSpPr/>
          <p:nvPr/>
        </p:nvSpPr>
        <p:spPr>
          <a:xfrm>
            <a:off x="2580226" y="6089619"/>
            <a:ext cx="251999" cy="251999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sp>
        <p:nvSpPr>
          <p:cNvPr id="78" name="楕円 77">
            <a:extLst>
              <a:ext uri="{FF2B5EF4-FFF2-40B4-BE49-F238E27FC236}">
                <a16:creationId xmlns:a16="http://schemas.microsoft.com/office/drawing/2014/main" id="{434BF4CE-5A15-CDC2-55EC-7FE239E534D0}"/>
              </a:ext>
            </a:extLst>
          </p:cNvPr>
          <p:cNvSpPr/>
          <p:nvPr/>
        </p:nvSpPr>
        <p:spPr>
          <a:xfrm>
            <a:off x="2580226" y="5086545"/>
            <a:ext cx="251999" cy="251999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sp>
        <p:nvSpPr>
          <p:cNvPr id="79" name="楕円 78">
            <a:extLst>
              <a:ext uri="{FF2B5EF4-FFF2-40B4-BE49-F238E27FC236}">
                <a16:creationId xmlns:a16="http://schemas.microsoft.com/office/drawing/2014/main" id="{3893D446-E118-CB77-D3DE-A92FBF4D5843}"/>
              </a:ext>
            </a:extLst>
          </p:cNvPr>
          <p:cNvSpPr/>
          <p:nvPr/>
        </p:nvSpPr>
        <p:spPr>
          <a:xfrm>
            <a:off x="2580226" y="5585601"/>
            <a:ext cx="251999" cy="251999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sp>
        <p:nvSpPr>
          <p:cNvPr id="81" name="楕円 80">
            <a:extLst>
              <a:ext uri="{FF2B5EF4-FFF2-40B4-BE49-F238E27FC236}">
                <a16:creationId xmlns:a16="http://schemas.microsoft.com/office/drawing/2014/main" id="{4737A2F4-8319-766A-9474-8D28E364D9D3}"/>
              </a:ext>
            </a:extLst>
          </p:cNvPr>
          <p:cNvSpPr/>
          <p:nvPr/>
        </p:nvSpPr>
        <p:spPr>
          <a:xfrm>
            <a:off x="3498807" y="5585601"/>
            <a:ext cx="251999" cy="251999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86" name="直線コネクタ 85">
            <a:extLst>
              <a:ext uri="{FF2B5EF4-FFF2-40B4-BE49-F238E27FC236}">
                <a16:creationId xmlns:a16="http://schemas.microsoft.com/office/drawing/2014/main" id="{57363F5C-C2AA-039D-3E88-A995FAB64453}"/>
              </a:ext>
            </a:extLst>
          </p:cNvPr>
          <p:cNvCxnSpPr>
            <a:cxnSpLocks/>
          </p:cNvCxnSpPr>
          <p:nvPr/>
        </p:nvCxnSpPr>
        <p:spPr>
          <a:xfrm>
            <a:off x="107504" y="5459591"/>
            <a:ext cx="489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右中かっこ 87">
            <a:extLst>
              <a:ext uri="{FF2B5EF4-FFF2-40B4-BE49-F238E27FC236}">
                <a16:creationId xmlns:a16="http://schemas.microsoft.com/office/drawing/2014/main" id="{E07F6450-CF66-9A9C-C9D3-C084372BE3A0}"/>
              </a:ext>
            </a:extLst>
          </p:cNvPr>
          <p:cNvSpPr/>
          <p:nvPr/>
        </p:nvSpPr>
        <p:spPr>
          <a:xfrm>
            <a:off x="5382277" y="2505308"/>
            <a:ext cx="180000" cy="3960000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9" name="テキスト ボックス 88">
            <a:extLst>
              <a:ext uri="{FF2B5EF4-FFF2-40B4-BE49-F238E27FC236}">
                <a16:creationId xmlns:a16="http://schemas.microsoft.com/office/drawing/2014/main" id="{78D81C36-6DDA-F5DC-F6A1-99270E9DD303}"/>
              </a:ext>
            </a:extLst>
          </p:cNvPr>
          <p:cNvSpPr txBox="1"/>
          <p:nvPr/>
        </p:nvSpPr>
        <p:spPr>
          <a:xfrm>
            <a:off x="5613018" y="2383089"/>
            <a:ext cx="615553" cy="2067233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pPr algn="ctr"/>
            <a:r>
              <a:rPr kumimoji="1" lang="ja-JP" altLang="en-US" sz="1400" b="1" dirty="0"/>
              <a:t>機能重複</a:t>
            </a:r>
            <a:r>
              <a:rPr lang="ja-JP" altLang="en-US" sz="1400" b="1" dirty="0"/>
              <a:t>・</a:t>
            </a:r>
            <a:r>
              <a:rPr kumimoji="1" lang="ja-JP" altLang="en-US" sz="1400" b="1" dirty="0"/>
              <a:t>業務範囲独立</a:t>
            </a:r>
            <a:endParaRPr kumimoji="1" lang="en-US" altLang="ja-JP" sz="1400" b="1" dirty="0"/>
          </a:p>
          <a:p>
            <a:pPr algn="ctr"/>
            <a:r>
              <a:rPr lang="ja-JP" altLang="en-US" sz="1400" b="1" dirty="0"/>
              <a:t>（見積</a:t>
            </a:r>
            <a:r>
              <a:rPr lang="en-US" altLang="ja-JP" sz="1400" b="1" dirty="0"/>
              <a:t>G</a:t>
            </a:r>
            <a:r>
              <a:rPr lang="ja-JP" altLang="en-US" sz="1400" b="1" dirty="0"/>
              <a:t>・</a:t>
            </a:r>
            <a:r>
              <a:rPr lang="en-US" altLang="ja-JP" sz="1400" b="1" dirty="0"/>
              <a:t>PJG</a:t>
            </a:r>
            <a:r>
              <a:rPr lang="ja-JP" altLang="en-US" sz="1400" b="1" dirty="0"/>
              <a:t>業務）</a:t>
            </a:r>
            <a:endParaRPr kumimoji="1" lang="en-US" altLang="ja-JP" sz="1400" b="1" dirty="0"/>
          </a:p>
        </p:txBody>
      </p:sp>
      <p:sp>
        <p:nvSpPr>
          <p:cNvPr id="90" name="加算記号 89">
            <a:extLst>
              <a:ext uri="{FF2B5EF4-FFF2-40B4-BE49-F238E27FC236}">
                <a16:creationId xmlns:a16="http://schemas.microsoft.com/office/drawing/2014/main" id="{90D279EB-04D0-A645-FFD3-5DA3F26347EF}"/>
              </a:ext>
            </a:extLst>
          </p:cNvPr>
          <p:cNvSpPr/>
          <p:nvPr/>
        </p:nvSpPr>
        <p:spPr>
          <a:xfrm>
            <a:off x="5650794" y="4491641"/>
            <a:ext cx="540000" cy="540000"/>
          </a:xfrm>
          <a:prstGeom prst="mathPlus">
            <a:avLst>
              <a:gd name="adj1" fmla="val 12665"/>
            </a:avLst>
          </a:prstGeom>
          <a:solidFill>
            <a:schemeClr val="tx2"/>
          </a:solidFill>
          <a:ln w="9525" cmpd="sng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kumimoji="1" lang="ja-JP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91" name="テキスト ボックス 90">
            <a:extLst>
              <a:ext uri="{FF2B5EF4-FFF2-40B4-BE49-F238E27FC236}">
                <a16:creationId xmlns:a16="http://schemas.microsoft.com/office/drawing/2014/main" id="{7BAC55F5-D585-5517-F573-B8C72F0CD982}"/>
              </a:ext>
            </a:extLst>
          </p:cNvPr>
          <p:cNvSpPr txBox="1"/>
          <p:nvPr/>
        </p:nvSpPr>
        <p:spPr>
          <a:xfrm>
            <a:off x="5469389" y="5066600"/>
            <a:ext cx="902811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ja-JP" altLang="en-US" sz="1400" b="1" dirty="0"/>
              <a:t>業務量</a:t>
            </a:r>
            <a:endParaRPr lang="en-US" altLang="ja-JP" sz="1400" b="1" dirty="0"/>
          </a:p>
          <a:p>
            <a:pPr algn="ctr"/>
            <a:r>
              <a:rPr lang="ja-JP" altLang="en-US" sz="1400" b="1" dirty="0"/>
              <a:t>分析で</a:t>
            </a:r>
            <a:endParaRPr lang="en-US" altLang="ja-JP" sz="1400" b="1" dirty="0"/>
          </a:p>
          <a:p>
            <a:pPr algn="ctr"/>
            <a:r>
              <a:rPr lang="ja-JP" altLang="en-US" sz="1400" b="1" dirty="0"/>
              <a:t>課題調査</a:t>
            </a:r>
            <a:endParaRPr kumimoji="1" lang="zh-TW" altLang="en-US" sz="1400" b="1" dirty="0"/>
          </a:p>
        </p:txBody>
      </p:sp>
      <p:sp>
        <p:nvSpPr>
          <p:cNvPr id="92" name="矢印: 左右 91">
            <a:extLst>
              <a:ext uri="{FF2B5EF4-FFF2-40B4-BE49-F238E27FC236}">
                <a16:creationId xmlns:a16="http://schemas.microsoft.com/office/drawing/2014/main" id="{D8C52BD2-92E5-CDE6-C5B4-0544BE9ACD4D}"/>
              </a:ext>
            </a:extLst>
          </p:cNvPr>
          <p:cNvSpPr/>
          <p:nvPr/>
        </p:nvSpPr>
        <p:spPr>
          <a:xfrm>
            <a:off x="6192280" y="4280007"/>
            <a:ext cx="900000" cy="432000"/>
          </a:xfrm>
          <a:prstGeom prst="leftRightArrow">
            <a:avLst/>
          </a:prstGeom>
          <a:solidFill>
            <a:schemeClr val="bg2">
              <a:lumMod val="20000"/>
              <a:lumOff val="80000"/>
            </a:schemeClr>
          </a:solidFill>
          <a:ln w="9525" cmpd="sng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kumimoji="1" lang="ja-JP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93" name="テキスト ボックス 92">
            <a:extLst>
              <a:ext uri="{FF2B5EF4-FFF2-40B4-BE49-F238E27FC236}">
                <a16:creationId xmlns:a16="http://schemas.microsoft.com/office/drawing/2014/main" id="{16B95927-E724-E3F5-7479-AEF5563DDE41}"/>
              </a:ext>
            </a:extLst>
          </p:cNvPr>
          <p:cNvSpPr txBox="1"/>
          <p:nvPr/>
        </p:nvSpPr>
        <p:spPr>
          <a:xfrm>
            <a:off x="7628627" y="1868269"/>
            <a:ext cx="9028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1400" b="1" dirty="0"/>
              <a:t>困りごと</a:t>
            </a:r>
            <a:endParaRPr kumimoji="1" lang="zh-TW" altLang="en-US" sz="1400" b="1" dirty="0"/>
          </a:p>
        </p:txBody>
      </p:sp>
      <p:cxnSp>
        <p:nvCxnSpPr>
          <p:cNvPr id="95" name="直線コネクタ 94">
            <a:extLst>
              <a:ext uri="{FF2B5EF4-FFF2-40B4-BE49-F238E27FC236}">
                <a16:creationId xmlns:a16="http://schemas.microsoft.com/office/drawing/2014/main" id="{E21FF039-BB06-DC85-4ABC-65884534B34A}"/>
              </a:ext>
            </a:extLst>
          </p:cNvPr>
          <p:cNvCxnSpPr>
            <a:cxnSpLocks/>
          </p:cNvCxnSpPr>
          <p:nvPr/>
        </p:nvCxnSpPr>
        <p:spPr>
          <a:xfrm>
            <a:off x="7180031" y="2162538"/>
            <a:ext cx="180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テキスト ボックス 95">
            <a:extLst>
              <a:ext uri="{FF2B5EF4-FFF2-40B4-BE49-F238E27FC236}">
                <a16:creationId xmlns:a16="http://schemas.microsoft.com/office/drawing/2014/main" id="{7C4616B6-E34F-A900-4EED-2F54BF16C304}"/>
              </a:ext>
            </a:extLst>
          </p:cNvPr>
          <p:cNvSpPr txBox="1"/>
          <p:nvPr/>
        </p:nvSpPr>
        <p:spPr>
          <a:xfrm>
            <a:off x="7180030" y="2475194"/>
            <a:ext cx="1891969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ja-JP" altLang="en-US" sz="1400" b="1" dirty="0"/>
              <a:t>業務量分析の他、</a:t>
            </a:r>
            <a:br>
              <a:rPr lang="en-US" altLang="ja-JP" sz="1400" b="1" dirty="0"/>
            </a:br>
            <a:r>
              <a:rPr lang="ja-JP" altLang="en-US" sz="1400" b="1" dirty="0"/>
              <a:t>課題の明確化には</a:t>
            </a:r>
            <a:br>
              <a:rPr lang="en-US" altLang="ja-JP" sz="1400" b="1" dirty="0"/>
            </a:br>
            <a:r>
              <a:rPr lang="ja-JP" altLang="en-US" sz="1400" b="1" dirty="0"/>
              <a:t>部門を横断した</a:t>
            </a:r>
            <a:br>
              <a:rPr lang="en-US" altLang="ja-JP" sz="1400" b="1" dirty="0"/>
            </a:br>
            <a:r>
              <a:rPr lang="ja-JP" altLang="en-US" sz="1400" b="1" dirty="0"/>
              <a:t>多角的な視野での</a:t>
            </a:r>
            <a:br>
              <a:rPr lang="en-US" altLang="ja-JP" sz="1400" b="1" dirty="0"/>
            </a:br>
            <a:r>
              <a:rPr lang="ja-JP" altLang="en-US" sz="1400" b="1" dirty="0"/>
              <a:t>確認が必要</a:t>
            </a:r>
            <a:endParaRPr lang="en-US" altLang="ja-JP" sz="1400" b="1" dirty="0"/>
          </a:p>
        </p:txBody>
      </p:sp>
      <p:sp>
        <p:nvSpPr>
          <p:cNvPr id="97" name="二等辺三角形 96">
            <a:extLst>
              <a:ext uri="{FF2B5EF4-FFF2-40B4-BE49-F238E27FC236}">
                <a16:creationId xmlns:a16="http://schemas.microsoft.com/office/drawing/2014/main" id="{816553DC-B71A-234E-88D0-4F12423C5AEA}"/>
              </a:ext>
            </a:extLst>
          </p:cNvPr>
          <p:cNvSpPr/>
          <p:nvPr/>
        </p:nvSpPr>
        <p:spPr>
          <a:xfrm rot="10800000">
            <a:off x="7450031" y="3789040"/>
            <a:ext cx="1260000" cy="504000"/>
          </a:xfrm>
          <a:prstGeom prst="triangle">
            <a:avLst/>
          </a:prstGeom>
          <a:solidFill>
            <a:schemeClr val="tx2"/>
          </a:solidFill>
          <a:ln w="9525" cmpd="sng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kumimoji="1" lang="ja-JP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98" name="テキスト ボックス 97">
            <a:extLst>
              <a:ext uri="{FF2B5EF4-FFF2-40B4-BE49-F238E27FC236}">
                <a16:creationId xmlns:a16="http://schemas.microsoft.com/office/drawing/2014/main" id="{A0990041-DD43-3779-2240-6665CFD35C86}"/>
              </a:ext>
            </a:extLst>
          </p:cNvPr>
          <p:cNvSpPr txBox="1"/>
          <p:nvPr/>
        </p:nvSpPr>
        <p:spPr>
          <a:xfrm>
            <a:off x="7180030" y="4437112"/>
            <a:ext cx="1891969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ja-JP" sz="1400" b="1" dirty="0"/>
              <a:t>7</a:t>
            </a:r>
            <a:r>
              <a:rPr lang="ja-JP" altLang="en-US" sz="1400" b="1" dirty="0"/>
              <a:t>月以降も</a:t>
            </a:r>
            <a:br>
              <a:rPr lang="en-US" altLang="ja-JP" sz="1400" b="1" dirty="0"/>
            </a:br>
            <a:r>
              <a:rPr lang="ja-JP" altLang="en-US" sz="1400" b="1" dirty="0"/>
              <a:t>各部にご協力頂き、</a:t>
            </a:r>
            <a:br>
              <a:rPr lang="en-US" altLang="ja-JP" sz="1400" b="1" dirty="0"/>
            </a:br>
            <a:r>
              <a:rPr lang="ja-JP" altLang="en-US" sz="1400" b="1" dirty="0"/>
              <a:t>業務に関する</a:t>
            </a:r>
            <a:br>
              <a:rPr lang="en-US" altLang="ja-JP" sz="1400" b="1" dirty="0"/>
            </a:br>
            <a:r>
              <a:rPr lang="ja-JP" altLang="en-US" sz="1400" b="1" dirty="0"/>
              <a:t>ヒアリングを綿密に回すことで、</a:t>
            </a:r>
            <a:br>
              <a:rPr lang="en-US" altLang="ja-JP" sz="1400" b="1" dirty="0"/>
            </a:br>
            <a:r>
              <a:rPr lang="ja-JP" altLang="en-US" sz="1400" b="1" dirty="0"/>
              <a:t>検討・検証</a:t>
            </a:r>
            <a:br>
              <a:rPr lang="en-US" altLang="ja-JP" sz="1400" b="1" dirty="0"/>
            </a:br>
            <a:r>
              <a:rPr lang="ja-JP" altLang="en-US" sz="1400" b="1" dirty="0"/>
              <a:t>サイクルを高速化</a:t>
            </a:r>
            <a:endParaRPr lang="en-US" altLang="ja-JP" sz="1400" b="1" dirty="0"/>
          </a:p>
        </p:txBody>
      </p:sp>
      <p:cxnSp>
        <p:nvCxnSpPr>
          <p:cNvPr id="102" name="直線コネクタ 101">
            <a:extLst>
              <a:ext uri="{FF2B5EF4-FFF2-40B4-BE49-F238E27FC236}">
                <a16:creationId xmlns:a16="http://schemas.microsoft.com/office/drawing/2014/main" id="{E8014EAC-D5EB-6807-41C2-B5EADF0A7562}"/>
              </a:ext>
            </a:extLst>
          </p:cNvPr>
          <p:cNvCxnSpPr>
            <a:cxnSpLocks/>
          </p:cNvCxnSpPr>
          <p:nvPr/>
        </p:nvCxnSpPr>
        <p:spPr>
          <a:xfrm>
            <a:off x="107504" y="2162538"/>
            <a:ext cx="594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テキスト ボックス 104">
            <a:extLst>
              <a:ext uri="{FF2B5EF4-FFF2-40B4-BE49-F238E27FC236}">
                <a16:creationId xmlns:a16="http://schemas.microsoft.com/office/drawing/2014/main" id="{C5BF5420-E034-22B8-4222-DB2709FD5F5D}"/>
              </a:ext>
            </a:extLst>
          </p:cNvPr>
          <p:cNvSpPr txBox="1"/>
          <p:nvPr/>
        </p:nvSpPr>
        <p:spPr>
          <a:xfrm>
            <a:off x="2626100" y="1864420"/>
            <a:ext cx="9028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1400" b="1" dirty="0"/>
              <a:t>課題仮説</a:t>
            </a:r>
            <a:endParaRPr kumimoji="1" lang="zh-TW" altLang="en-US" sz="1400" b="1" dirty="0"/>
          </a:p>
        </p:txBody>
      </p:sp>
      <p:sp>
        <p:nvSpPr>
          <p:cNvPr id="4" name="楕円 3">
            <a:extLst>
              <a:ext uri="{FF2B5EF4-FFF2-40B4-BE49-F238E27FC236}">
                <a16:creationId xmlns:a16="http://schemas.microsoft.com/office/drawing/2014/main" id="{5F18E7DB-64A2-0342-B33F-FFC1CABEBD22}"/>
              </a:ext>
            </a:extLst>
          </p:cNvPr>
          <p:cNvSpPr/>
          <p:nvPr/>
        </p:nvSpPr>
        <p:spPr>
          <a:xfrm>
            <a:off x="3498807" y="4635443"/>
            <a:ext cx="251999" cy="251999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楕円 4">
            <a:extLst>
              <a:ext uri="{FF2B5EF4-FFF2-40B4-BE49-F238E27FC236}">
                <a16:creationId xmlns:a16="http://schemas.microsoft.com/office/drawing/2014/main" id="{285236F7-68E8-79F4-3239-786B685497E6}"/>
              </a:ext>
            </a:extLst>
          </p:cNvPr>
          <p:cNvSpPr/>
          <p:nvPr/>
        </p:nvSpPr>
        <p:spPr>
          <a:xfrm>
            <a:off x="3498807" y="5086545"/>
            <a:ext cx="251999" cy="251999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楕円 5">
            <a:extLst>
              <a:ext uri="{FF2B5EF4-FFF2-40B4-BE49-F238E27FC236}">
                <a16:creationId xmlns:a16="http://schemas.microsoft.com/office/drawing/2014/main" id="{409169C8-D23C-26A0-2FA1-3E1A579D3D1E}"/>
              </a:ext>
            </a:extLst>
          </p:cNvPr>
          <p:cNvSpPr/>
          <p:nvPr/>
        </p:nvSpPr>
        <p:spPr>
          <a:xfrm>
            <a:off x="3498807" y="2633502"/>
            <a:ext cx="251999" cy="251999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EF7230C0-1D56-7CCC-A008-020670541F16}"/>
              </a:ext>
            </a:extLst>
          </p:cNvPr>
          <p:cNvSpPr txBox="1"/>
          <p:nvPr/>
        </p:nvSpPr>
        <p:spPr>
          <a:xfrm>
            <a:off x="4086101" y="2228309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1200" b="1" dirty="0"/>
              <a:t>採算管理</a:t>
            </a:r>
            <a:endParaRPr kumimoji="1" lang="zh-TW" altLang="en-US" sz="1200" b="1" dirty="0"/>
          </a:p>
        </p:txBody>
      </p:sp>
      <p:sp>
        <p:nvSpPr>
          <p:cNvPr id="8" name="楕円 7">
            <a:extLst>
              <a:ext uri="{FF2B5EF4-FFF2-40B4-BE49-F238E27FC236}">
                <a16:creationId xmlns:a16="http://schemas.microsoft.com/office/drawing/2014/main" id="{1301BF64-4945-0A76-4AEE-774C9DE92C25}"/>
              </a:ext>
            </a:extLst>
          </p:cNvPr>
          <p:cNvSpPr/>
          <p:nvPr/>
        </p:nvSpPr>
        <p:spPr>
          <a:xfrm>
            <a:off x="4353681" y="3137520"/>
            <a:ext cx="251999" cy="251999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楕円 9">
            <a:extLst>
              <a:ext uri="{FF2B5EF4-FFF2-40B4-BE49-F238E27FC236}">
                <a16:creationId xmlns:a16="http://schemas.microsoft.com/office/drawing/2014/main" id="{961BA825-55DE-A98F-7893-C32429DD1A5C}"/>
              </a:ext>
            </a:extLst>
          </p:cNvPr>
          <p:cNvSpPr/>
          <p:nvPr/>
        </p:nvSpPr>
        <p:spPr>
          <a:xfrm>
            <a:off x="4353681" y="4145555"/>
            <a:ext cx="251999" cy="251999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楕円 10">
            <a:extLst>
              <a:ext uri="{FF2B5EF4-FFF2-40B4-BE49-F238E27FC236}">
                <a16:creationId xmlns:a16="http://schemas.microsoft.com/office/drawing/2014/main" id="{5A9B6260-2C50-B556-3A5C-6F900AE77D8E}"/>
              </a:ext>
            </a:extLst>
          </p:cNvPr>
          <p:cNvSpPr/>
          <p:nvPr/>
        </p:nvSpPr>
        <p:spPr>
          <a:xfrm>
            <a:off x="4353681" y="5585601"/>
            <a:ext cx="251999" cy="251999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楕円 11">
            <a:extLst>
              <a:ext uri="{FF2B5EF4-FFF2-40B4-BE49-F238E27FC236}">
                <a16:creationId xmlns:a16="http://schemas.microsoft.com/office/drawing/2014/main" id="{70C4FC0E-1FC6-55D7-E8B8-D378B3466F93}"/>
              </a:ext>
            </a:extLst>
          </p:cNvPr>
          <p:cNvSpPr/>
          <p:nvPr/>
        </p:nvSpPr>
        <p:spPr>
          <a:xfrm>
            <a:off x="4353681" y="4635443"/>
            <a:ext cx="251999" cy="251999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楕円 12">
            <a:extLst>
              <a:ext uri="{FF2B5EF4-FFF2-40B4-BE49-F238E27FC236}">
                <a16:creationId xmlns:a16="http://schemas.microsoft.com/office/drawing/2014/main" id="{732BA909-1446-0DCD-1717-CEEC81290408}"/>
              </a:ext>
            </a:extLst>
          </p:cNvPr>
          <p:cNvSpPr/>
          <p:nvPr/>
        </p:nvSpPr>
        <p:spPr>
          <a:xfrm>
            <a:off x="4353681" y="5086545"/>
            <a:ext cx="251999" cy="251999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楕円 13">
            <a:extLst>
              <a:ext uri="{FF2B5EF4-FFF2-40B4-BE49-F238E27FC236}">
                <a16:creationId xmlns:a16="http://schemas.microsoft.com/office/drawing/2014/main" id="{86D4AA60-7DE0-4989-21B9-3A32C8B901C4}"/>
              </a:ext>
            </a:extLst>
          </p:cNvPr>
          <p:cNvSpPr/>
          <p:nvPr/>
        </p:nvSpPr>
        <p:spPr>
          <a:xfrm>
            <a:off x="4353681" y="2633502"/>
            <a:ext cx="251999" cy="251999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楕円 14">
            <a:extLst>
              <a:ext uri="{FF2B5EF4-FFF2-40B4-BE49-F238E27FC236}">
                <a16:creationId xmlns:a16="http://schemas.microsoft.com/office/drawing/2014/main" id="{92BD9221-2F7C-3CFC-256C-F975DE7EC5BC}"/>
              </a:ext>
            </a:extLst>
          </p:cNvPr>
          <p:cNvSpPr/>
          <p:nvPr/>
        </p:nvSpPr>
        <p:spPr>
          <a:xfrm>
            <a:off x="3498806" y="6089618"/>
            <a:ext cx="251999" cy="251999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楕円 15">
            <a:extLst>
              <a:ext uri="{FF2B5EF4-FFF2-40B4-BE49-F238E27FC236}">
                <a16:creationId xmlns:a16="http://schemas.microsoft.com/office/drawing/2014/main" id="{99CA09AD-6E06-9FFC-6E90-B42047F440E5}"/>
              </a:ext>
            </a:extLst>
          </p:cNvPr>
          <p:cNvSpPr/>
          <p:nvPr/>
        </p:nvSpPr>
        <p:spPr>
          <a:xfrm>
            <a:off x="4360210" y="6089617"/>
            <a:ext cx="251999" cy="251999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23C01D53-EB1A-0AD6-62A1-422592C79CB1}"/>
              </a:ext>
            </a:extLst>
          </p:cNvPr>
          <p:cNvSpPr txBox="1"/>
          <p:nvPr/>
        </p:nvSpPr>
        <p:spPr>
          <a:xfrm>
            <a:off x="4662905" y="3034214"/>
            <a:ext cx="549693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kumimoji="1" lang="ja-JP" altLang="en-US" sz="1200" dirty="0"/>
              <a:t>取り</a:t>
            </a:r>
            <a:br>
              <a:rPr kumimoji="1" lang="en-US" altLang="ja-JP" sz="1200" dirty="0"/>
            </a:br>
            <a:r>
              <a:rPr kumimoji="1" lang="ja-JP" altLang="en-US" sz="1200" dirty="0"/>
              <a:t>纏め</a:t>
            </a:r>
          </a:p>
        </p:txBody>
      </p:sp>
    </p:spTree>
    <p:extLst>
      <p:ext uri="{BB962C8B-B14F-4D97-AF65-F5344CB8AC3E}">
        <p14:creationId xmlns:p14="http://schemas.microsoft.com/office/powerpoint/2010/main" val="6239146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03F30C9F-7CC2-6E95-0773-9BF7F368B62E}"/>
              </a:ext>
            </a:extLst>
          </p:cNvPr>
          <p:cNvSpPr/>
          <p:nvPr/>
        </p:nvSpPr>
        <p:spPr>
          <a:xfrm>
            <a:off x="72000" y="650077"/>
            <a:ext cx="9000000" cy="1059129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127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285750" lvl="0" indent="-285750">
              <a:buFont typeface="Wingdings" panose="05000000000000000000" pitchFamily="2" charset="2"/>
              <a:buChar char="n"/>
              <a:defRPr/>
            </a:pPr>
            <a:r>
              <a:rPr lang="ja-JP" altLang="en-US" sz="1600" dirty="0">
                <a:solidFill>
                  <a:srgbClr val="000000"/>
                </a:solidFill>
                <a:latin typeface="メイリオ"/>
              </a:rPr>
              <a:t>業務内容との乖離があるはずなので詳細把握が必要ではあるが、試算上は小口の</a:t>
            </a:r>
            <a:r>
              <a:rPr lang="en-US" altLang="ja-JP" sz="1600" dirty="0">
                <a:solidFill>
                  <a:srgbClr val="000000"/>
                </a:solidFill>
                <a:latin typeface="メイリオ"/>
              </a:rPr>
              <a:t>10</a:t>
            </a:r>
            <a:r>
              <a:rPr lang="ja-JP" altLang="en-US" sz="1600" dirty="0">
                <a:solidFill>
                  <a:srgbClr val="000000"/>
                </a:solidFill>
                <a:latin typeface="メイリオ"/>
              </a:rPr>
              <a:t>百万円</a:t>
            </a:r>
            <a:br>
              <a:rPr lang="en-US" altLang="ja-JP" sz="1600" dirty="0">
                <a:solidFill>
                  <a:srgbClr val="000000"/>
                </a:solidFill>
                <a:latin typeface="メイリオ"/>
              </a:rPr>
            </a:br>
            <a:r>
              <a:rPr lang="ja-JP" altLang="en-US" sz="1600" dirty="0">
                <a:solidFill>
                  <a:srgbClr val="000000"/>
                </a:solidFill>
                <a:latin typeface="メイリオ"/>
              </a:rPr>
              <a:t>以下において、相対的に</a:t>
            </a:r>
            <a:r>
              <a:rPr lang="en-US" altLang="ja-JP" sz="1600" dirty="0">
                <a:solidFill>
                  <a:srgbClr val="000000"/>
                </a:solidFill>
                <a:latin typeface="メイリオ"/>
              </a:rPr>
              <a:t>1</a:t>
            </a:r>
            <a:r>
              <a:rPr lang="ja-JP" altLang="en-US" sz="1600" dirty="0">
                <a:solidFill>
                  <a:srgbClr val="000000"/>
                </a:solidFill>
                <a:latin typeface="メイリオ"/>
              </a:rPr>
              <a:t>件当たりのプロジェクト管理のコストの割合が高い。</a:t>
            </a:r>
            <a:endParaRPr lang="en-US" altLang="ja-JP" sz="1600" dirty="0">
              <a:solidFill>
                <a:srgbClr val="000000"/>
              </a:solidFill>
              <a:latin typeface="メイリオ"/>
            </a:endParaRPr>
          </a:p>
          <a:p>
            <a:pPr marL="285750" lvl="0" indent="-285750">
              <a:buFont typeface="Wingdings" panose="05000000000000000000" pitchFamily="2" charset="2"/>
              <a:buChar char="n"/>
              <a:defRPr/>
            </a:pPr>
            <a:r>
              <a:rPr lang="ja-JP" altLang="en-US" sz="1600" dirty="0">
                <a:solidFill>
                  <a:srgbClr val="000000"/>
                </a:solidFill>
                <a:latin typeface="メイリオ"/>
              </a:rPr>
              <a:t>費用対効果を鑑みつつ、案件規模に応じ、どの程度までのリスクを許容するか検討することで、効率化できる可能性あり。</a:t>
            </a:r>
            <a:endParaRPr lang="en-US" altLang="ja-JP" sz="1600" dirty="0">
              <a:solidFill>
                <a:srgbClr val="000000"/>
              </a:solidFill>
              <a:latin typeface="メイリオ"/>
            </a:endParaRPr>
          </a:p>
          <a:p>
            <a:pPr marL="285750" lvl="0" indent="-285750">
              <a:buFont typeface="Wingdings" panose="05000000000000000000" pitchFamily="2" charset="2"/>
              <a:buChar char="n"/>
              <a:defRPr/>
            </a:pPr>
            <a:endParaRPr lang="en-US" altLang="ja-JP" sz="1600" dirty="0">
              <a:solidFill>
                <a:srgbClr val="000000"/>
              </a:solidFill>
              <a:latin typeface="メイリオ"/>
            </a:endParaRPr>
          </a:p>
          <a:p>
            <a:pPr marL="285750" lvl="0" indent="-285750">
              <a:buFont typeface="Wingdings" panose="05000000000000000000" pitchFamily="2" charset="2"/>
              <a:buChar char="n"/>
              <a:defRPr/>
            </a:pPr>
            <a:endParaRPr lang="en-US" altLang="ja-JP" sz="1600" dirty="0">
              <a:solidFill>
                <a:srgbClr val="000000"/>
              </a:solidFill>
              <a:latin typeface="メイリオ"/>
            </a:endParaRPr>
          </a:p>
        </p:txBody>
      </p:sp>
      <p:sp>
        <p:nvSpPr>
          <p:cNvPr id="3" name="タイトル 4">
            <a:extLst>
              <a:ext uri="{FF2B5EF4-FFF2-40B4-BE49-F238E27FC236}">
                <a16:creationId xmlns:a16="http://schemas.microsoft.com/office/drawing/2014/main" id="{853D9387-A196-BD35-C9CC-54DE60F58B80}"/>
              </a:ext>
            </a:extLst>
          </p:cNvPr>
          <p:cNvSpPr txBox="1">
            <a:spLocks/>
          </p:cNvSpPr>
          <p:nvPr/>
        </p:nvSpPr>
        <p:spPr>
          <a:xfrm>
            <a:off x="248234" y="135110"/>
            <a:ext cx="7492118" cy="349961"/>
          </a:xfrm>
          <a:prstGeom prst="rect">
            <a:avLst/>
          </a:prstGeom>
        </p:spPr>
        <p:txBody>
          <a:bodyPr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defRPr/>
            </a:pPr>
            <a:r>
              <a:rPr kumimoji="1" lang="en-US" altLang="ja-JP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メイリオ"/>
                <a:ea typeface="メイリオ"/>
                <a:cs typeface="+mj-cs"/>
              </a:rPr>
              <a:t>5-1</a:t>
            </a:r>
            <a:r>
              <a:rPr lang="ja-JP" altLang="en-US" sz="1800" b="1" dirty="0" err="1">
                <a:solidFill>
                  <a:srgbClr val="000000"/>
                </a:solidFill>
                <a:latin typeface="メイリオ"/>
              </a:rPr>
              <a:t>．</a:t>
            </a:r>
            <a:r>
              <a:rPr lang="ja-JP" altLang="en-US" sz="1800" b="1" dirty="0">
                <a:solidFill>
                  <a:srgbClr val="000000"/>
                </a:solidFill>
                <a:latin typeface="メイリオ"/>
              </a:rPr>
              <a:t>見積・実行フォロ（金額・工程）業務の分析サマリ</a:t>
            </a:r>
            <a:endParaRPr kumimoji="1" lang="ja-JP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メイリオ"/>
              <a:ea typeface="メイリオ"/>
              <a:cs typeface="+mj-cs"/>
            </a:endParaRP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4DF621C4-A655-44B2-836F-32E2511A197E}"/>
              </a:ext>
            </a:extLst>
          </p:cNvPr>
          <p:cNvSpPr/>
          <p:nvPr/>
        </p:nvSpPr>
        <p:spPr>
          <a:xfrm>
            <a:off x="5364088" y="5729481"/>
            <a:ext cx="3670834" cy="507831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altLang="ja-JP" sz="900" b="1" dirty="0"/>
              <a:t>※</a:t>
            </a:r>
            <a:r>
              <a:rPr lang="ja-JP" altLang="en-US" sz="900" b="1" dirty="0"/>
              <a:t> 担当者当たりのコストを固定値</a:t>
            </a:r>
            <a:r>
              <a:rPr lang="en-US" altLang="ja-JP" sz="900" b="1" dirty="0"/>
              <a:t>1,200</a:t>
            </a:r>
            <a:r>
              <a:rPr lang="ja-JP" altLang="en-US" sz="900" b="1" dirty="0"/>
              <a:t>万円</a:t>
            </a:r>
            <a:r>
              <a:rPr lang="en-US" altLang="ja-JP" sz="900" b="1" dirty="0"/>
              <a:t>/</a:t>
            </a:r>
            <a:r>
              <a:rPr lang="ja-JP" altLang="en-US" sz="900" b="1" dirty="0"/>
              <a:t>年として計算</a:t>
            </a:r>
            <a:endParaRPr lang="en-US" altLang="ja-JP" sz="900" b="1" dirty="0"/>
          </a:p>
          <a:p>
            <a:r>
              <a:rPr lang="en-US" altLang="ja-JP" sz="900" b="1" dirty="0"/>
              <a:t>※</a:t>
            </a:r>
            <a:r>
              <a:rPr lang="ja-JP" altLang="en-US" sz="900" b="1" dirty="0"/>
              <a:t>各グループ・金額帯でも、かかるコスト（固定値）に変動</a:t>
            </a:r>
            <a:br>
              <a:rPr lang="en-US" altLang="ja-JP" sz="900" b="1" dirty="0"/>
            </a:br>
            <a:r>
              <a:rPr lang="ja-JP" altLang="en-US" sz="900" b="1" dirty="0"/>
              <a:t>　はないものとして計算（</a:t>
            </a:r>
            <a:r>
              <a:rPr lang="en-US" altLang="ja-JP" sz="900" b="1" dirty="0"/>
              <a:t>1</a:t>
            </a:r>
            <a:r>
              <a:rPr lang="ja-JP" altLang="en-US" sz="900" b="1" dirty="0"/>
              <a:t>名：固定値</a:t>
            </a:r>
            <a:r>
              <a:rPr lang="en-US" altLang="ja-JP" sz="900" b="1" dirty="0"/>
              <a:t>1200</a:t>
            </a:r>
            <a:r>
              <a:rPr lang="ja-JP" altLang="en-US" sz="900" b="1" dirty="0"/>
              <a:t>万円</a:t>
            </a:r>
            <a:r>
              <a:rPr lang="en-US" altLang="ja-JP" sz="900" b="1" dirty="0"/>
              <a:t>/</a:t>
            </a:r>
            <a:r>
              <a:rPr lang="ja-JP" altLang="en-US" sz="900" b="1" dirty="0"/>
              <a:t>年が変化しない）</a:t>
            </a:r>
          </a:p>
        </p:txBody>
      </p:sp>
      <p:graphicFrame>
        <p:nvGraphicFramePr>
          <p:cNvPr id="11" name="表 10">
            <a:extLst>
              <a:ext uri="{FF2B5EF4-FFF2-40B4-BE49-F238E27FC236}">
                <a16:creationId xmlns:a16="http://schemas.microsoft.com/office/drawing/2014/main" id="{6E56E2A3-E91E-4558-AB42-AE814EC17D16}"/>
              </a:ext>
            </a:extLst>
          </p:cNvPr>
          <p:cNvGraphicFramePr>
            <a:graphicFrameLocks noGrp="1"/>
          </p:cNvGraphicFramePr>
          <p:nvPr/>
        </p:nvGraphicFramePr>
        <p:xfrm>
          <a:off x="123388" y="1970637"/>
          <a:ext cx="7852158" cy="2895682"/>
        </p:xfrm>
        <a:graphic>
          <a:graphicData uri="http://schemas.openxmlformats.org/drawingml/2006/table">
            <a:tbl>
              <a:tblPr/>
              <a:tblGrid>
                <a:gridCol w="620217">
                  <a:extLst>
                    <a:ext uri="{9D8B030D-6E8A-4147-A177-3AD203B41FA5}">
                      <a16:colId xmlns:a16="http://schemas.microsoft.com/office/drawing/2014/main" val="1415822823"/>
                    </a:ext>
                  </a:extLst>
                </a:gridCol>
                <a:gridCol w="623554">
                  <a:extLst>
                    <a:ext uri="{9D8B030D-6E8A-4147-A177-3AD203B41FA5}">
                      <a16:colId xmlns:a16="http://schemas.microsoft.com/office/drawing/2014/main" val="3505458090"/>
                    </a:ext>
                  </a:extLst>
                </a:gridCol>
                <a:gridCol w="694035">
                  <a:extLst>
                    <a:ext uri="{9D8B030D-6E8A-4147-A177-3AD203B41FA5}">
                      <a16:colId xmlns:a16="http://schemas.microsoft.com/office/drawing/2014/main" val="2924358493"/>
                    </a:ext>
                  </a:extLst>
                </a:gridCol>
                <a:gridCol w="580912">
                  <a:extLst>
                    <a:ext uri="{9D8B030D-6E8A-4147-A177-3AD203B41FA5}">
                      <a16:colId xmlns:a16="http://schemas.microsoft.com/office/drawing/2014/main" val="1311366659"/>
                    </a:ext>
                  </a:extLst>
                </a:gridCol>
                <a:gridCol w="580912">
                  <a:extLst>
                    <a:ext uri="{9D8B030D-6E8A-4147-A177-3AD203B41FA5}">
                      <a16:colId xmlns:a16="http://schemas.microsoft.com/office/drawing/2014/main" val="691145812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2479457555"/>
                    </a:ext>
                  </a:extLst>
                </a:gridCol>
                <a:gridCol w="702078">
                  <a:extLst>
                    <a:ext uri="{9D8B030D-6E8A-4147-A177-3AD203B41FA5}">
                      <a16:colId xmlns:a16="http://schemas.microsoft.com/office/drawing/2014/main" val="2635174082"/>
                    </a:ext>
                  </a:extLst>
                </a:gridCol>
                <a:gridCol w="702078">
                  <a:extLst>
                    <a:ext uri="{9D8B030D-6E8A-4147-A177-3AD203B41FA5}">
                      <a16:colId xmlns:a16="http://schemas.microsoft.com/office/drawing/2014/main" val="4021537093"/>
                    </a:ext>
                  </a:extLst>
                </a:gridCol>
                <a:gridCol w="702078">
                  <a:extLst>
                    <a:ext uri="{9D8B030D-6E8A-4147-A177-3AD203B41FA5}">
                      <a16:colId xmlns:a16="http://schemas.microsoft.com/office/drawing/2014/main" val="2157985861"/>
                    </a:ext>
                  </a:extLst>
                </a:gridCol>
                <a:gridCol w="702078">
                  <a:extLst>
                    <a:ext uri="{9D8B030D-6E8A-4147-A177-3AD203B41FA5}">
                      <a16:colId xmlns:a16="http://schemas.microsoft.com/office/drawing/2014/main" val="3106782129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2349276616"/>
                    </a:ext>
                  </a:extLst>
                </a:gridCol>
              </a:tblGrid>
              <a:tr h="175635">
                <a:tc rowSpan="2" gridSpan="2">
                  <a:txBody>
                    <a:bodyPr/>
                    <a:lstStyle/>
                    <a:p>
                      <a:pPr algn="ctr" fontAlgn="ctr"/>
                      <a:r>
                        <a:rPr lang="ja-JP" altLang="en-US" sz="1000" b="1" i="0" u="none" strike="noStrike" dirty="0">
                          <a:solidFill>
                            <a:srgbClr val="FF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基準受注額①</a:t>
                      </a:r>
                    </a:p>
                  </a:txBody>
                  <a:tcPr marL="7063" marR="7063" marT="70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hMerge="1">
                  <a:txBody>
                    <a:bodyPr/>
                    <a:lstStyle/>
                    <a:p>
                      <a:pPr algn="ctr" fontAlgn="ctr"/>
                      <a:endParaRPr lang="ja-JP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7063" marR="7063" marT="70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zh-TW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売上額</a:t>
                      </a:r>
                      <a:r>
                        <a:rPr lang="ja-JP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②</a:t>
                      </a:r>
                      <a:br>
                        <a:rPr lang="zh-TW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</a:br>
                      <a:r>
                        <a:rPr lang="en-US" altLang="zh-TW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【</a:t>
                      </a:r>
                      <a:r>
                        <a:rPr lang="zh-TW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百万円</a:t>
                      </a:r>
                      <a:r>
                        <a:rPr lang="en-US" altLang="zh-TW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】</a:t>
                      </a:r>
                    </a:p>
                  </a:txBody>
                  <a:tcPr marL="7063" marR="7063" marT="70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ja-JP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件数③</a:t>
                      </a:r>
                    </a:p>
                  </a:txBody>
                  <a:tcPr marL="7063" marR="7063" marT="70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ja-JP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件数</a:t>
                      </a:r>
                      <a:endParaRPr lang="en-US" altLang="ja-JP" sz="100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ja-JP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割合④</a:t>
                      </a:r>
                    </a:p>
                  </a:txBody>
                  <a:tcPr marL="7063" marR="7063" marT="70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ja-JP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担当者数</a:t>
                      </a:r>
                      <a:r>
                        <a:rPr lang="en-US" altLang="ja-JP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※</a:t>
                      </a:r>
                    </a:p>
                    <a:p>
                      <a:pPr algn="ctr" fontAlgn="ctr"/>
                      <a:r>
                        <a:rPr lang="en-US" altLang="ja-JP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【</a:t>
                      </a:r>
                      <a:r>
                        <a:rPr lang="ja-JP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人</a:t>
                      </a:r>
                      <a:r>
                        <a:rPr lang="en-US" altLang="ja-JP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】</a:t>
                      </a:r>
                      <a:r>
                        <a:rPr lang="ja-JP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⑤</a:t>
                      </a:r>
                      <a:endParaRPr lang="en-US" altLang="ja-JP" sz="100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7063" marR="7063" marT="70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ja-JP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コスト</a:t>
                      </a:r>
                      <a:r>
                        <a:rPr lang="en-US" altLang="ja-JP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【</a:t>
                      </a:r>
                      <a:r>
                        <a:rPr lang="ja-JP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百万円</a:t>
                      </a:r>
                      <a:r>
                        <a:rPr lang="en-US" altLang="ja-JP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/</a:t>
                      </a:r>
                      <a:r>
                        <a:rPr lang="ja-JP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件</a:t>
                      </a:r>
                      <a:r>
                        <a:rPr lang="en-US" altLang="ja-JP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】</a:t>
                      </a:r>
                      <a:r>
                        <a:rPr lang="ja-JP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　</a:t>
                      </a:r>
                      <a:r>
                        <a:rPr lang="en-US" altLang="ja-JP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※</a:t>
                      </a:r>
                    </a:p>
                  </a:txBody>
                  <a:tcPr marL="7063" marR="7063" marT="70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ja-JP" altLang="en-US" sz="1000" b="1" i="0" u="none" strike="noStrike" dirty="0">
                          <a:solidFill>
                            <a:srgbClr val="FF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基準受注額あたり</a:t>
                      </a:r>
                      <a:endParaRPr lang="en-US" altLang="ja-JP" sz="1000" b="1" i="0" u="none" strike="noStrike" dirty="0">
                        <a:solidFill>
                          <a:srgbClr val="FF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  <a:p>
                      <a:pPr algn="ctr" fontAlgn="ctr"/>
                      <a:r>
                        <a:rPr lang="ja-JP" altLang="en-US" sz="1000" b="1" i="0" u="none" strike="noStrike" dirty="0">
                          <a:solidFill>
                            <a:srgbClr val="FF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コスト比率⑩</a:t>
                      </a:r>
                      <a:endParaRPr lang="en-US" altLang="ja-JP" sz="1000" b="1" i="0" u="none" strike="noStrike" dirty="0">
                        <a:solidFill>
                          <a:srgbClr val="FF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7063" marR="7063" marT="70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51284831"/>
                  </a:ext>
                </a:extLst>
              </a:tr>
              <a:tr h="224494">
                <a:tc gridSpan="2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000" b="1" i="0" u="none" strike="noStrike" dirty="0">
                          <a:solidFill>
                            <a:srgbClr val="FF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合計⑥</a:t>
                      </a:r>
                    </a:p>
                  </a:txBody>
                  <a:tcPr marL="7063" marR="7063" marT="70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見積⑦</a:t>
                      </a:r>
                    </a:p>
                  </a:txBody>
                  <a:tcPr marL="7063" marR="7063" marT="70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実行フォロ</a:t>
                      </a:r>
                      <a:endParaRPr lang="en-US" altLang="ja-JP" sz="100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  <a:p>
                      <a:pPr algn="ctr" fontAlgn="ctr"/>
                      <a:r>
                        <a:rPr lang="ja-JP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（金額）⑧</a:t>
                      </a:r>
                    </a:p>
                  </a:txBody>
                  <a:tcPr marL="7063" marR="7063" marT="70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実行フォロ</a:t>
                      </a:r>
                      <a:endParaRPr lang="en-US" altLang="ja-JP" sz="100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  <a:p>
                      <a:pPr algn="ctr" fontAlgn="ctr"/>
                      <a:r>
                        <a:rPr lang="ja-JP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（工程）⑨</a:t>
                      </a:r>
                    </a:p>
                  </a:txBody>
                  <a:tcPr marL="7063" marR="7063" marT="70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7796370"/>
                  </a:ext>
                </a:extLst>
              </a:tr>
              <a:tr h="343491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ja-JP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大型改造</a:t>
                      </a:r>
                      <a:endParaRPr lang="en-US" altLang="ja-JP" sz="100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  <a:p>
                      <a:pPr algn="ctr" fontAlgn="ctr"/>
                      <a:r>
                        <a:rPr lang="en-US" altLang="ja-JP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2,000</a:t>
                      </a:r>
                      <a:r>
                        <a:rPr lang="ja-JP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百万円以上</a:t>
                      </a:r>
                    </a:p>
                  </a:txBody>
                  <a:tcPr marL="7063" marR="7063" marT="70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ja-JP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7063" marR="7063" marT="70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23,683 </a:t>
                      </a:r>
                    </a:p>
                  </a:txBody>
                  <a:tcPr marL="7063" marR="7063" marT="70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13</a:t>
                      </a:r>
                    </a:p>
                  </a:txBody>
                  <a:tcPr marL="7063" marR="7063" marT="70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9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0.4%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19</a:t>
                      </a:r>
                    </a:p>
                  </a:txBody>
                  <a:tcPr marL="7063" marR="7063" marT="70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17 </a:t>
                      </a:r>
                    </a:p>
                  </a:txBody>
                  <a:tcPr marL="7063" marR="7063" marT="70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4.6 </a:t>
                      </a:r>
                    </a:p>
                  </a:txBody>
                  <a:tcPr marL="7063" marR="7063" marT="70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9.7 </a:t>
                      </a:r>
                    </a:p>
                  </a:txBody>
                  <a:tcPr marL="7063" marR="7063" marT="70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2.8 </a:t>
                      </a:r>
                    </a:p>
                  </a:txBody>
                  <a:tcPr marL="7063" marR="7063" marT="70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0.85%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88786252"/>
                  </a:ext>
                </a:extLst>
              </a:tr>
              <a:tr h="343491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ja-JP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大口</a:t>
                      </a:r>
                      <a:endParaRPr lang="en-US" altLang="ja-JP" sz="100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  <a:p>
                      <a:pPr algn="ctr" fontAlgn="ctr"/>
                      <a:r>
                        <a:rPr lang="en-US" altLang="ja-JP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100</a:t>
                      </a:r>
                      <a:r>
                        <a:rPr lang="ja-JP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百万円以上</a:t>
                      </a:r>
                    </a:p>
                  </a:txBody>
                  <a:tcPr marL="7063" marR="7063" marT="70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ja-JP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7063" marR="7063" marT="70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42,169 </a:t>
                      </a:r>
                    </a:p>
                  </a:txBody>
                  <a:tcPr marL="7063" marR="7063" marT="70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259 </a:t>
                      </a:r>
                    </a:p>
                  </a:txBody>
                  <a:tcPr marL="7063" marR="7063" marT="70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9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7.2%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4</a:t>
                      </a:r>
                    </a:p>
                  </a:txBody>
                  <a:tcPr marL="7063" marR="7063" marT="70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0.19</a:t>
                      </a:r>
                    </a:p>
                  </a:txBody>
                  <a:tcPr marL="7063" marR="7063" marT="70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0.093 </a:t>
                      </a:r>
                    </a:p>
                  </a:txBody>
                  <a:tcPr marL="7063" marR="7063" marT="70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0.044</a:t>
                      </a:r>
                    </a:p>
                  </a:txBody>
                  <a:tcPr marL="7063" marR="7063" marT="70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0.058 </a:t>
                      </a:r>
                    </a:p>
                  </a:txBody>
                  <a:tcPr marL="7063" marR="7063" marT="70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0.19%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04857225"/>
                  </a:ext>
                </a:extLst>
              </a:tr>
              <a:tr h="286867">
                <a:tc rowSpan="6">
                  <a:txBody>
                    <a:bodyPr/>
                    <a:lstStyle/>
                    <a:p>
                      <a:pPr algn="ctr" fontAlgn="ctr"/>
                      <a:r>
                        <a:rPr lang="ja-JP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小口</a:t>
                      </a:r>
                      <a:endParaRPr lang="en-US" altLang="ja-JP" sz="100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  <a:p>
                      <a:pPr algn="ctr" fontAlgn="ctr"/>
                      <a:r>
                        <a:rPr lang="en-US" altLang="ja-JP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100</a:t>
                      </a:r>
                      <a:r>
                        <a:rPr lang="ja-JP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百万円未満</a:t>
                      </a:r>
                    </a:p>
                  </a:txBody>
                  <a:tcPr marL="7063" marR="7063" marT="70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全体</a:t>
                      </a:r>
                    </a:p>
                  </a:txBody>
                  <a:tcPr marL="7063" marR="7063" marT="70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19,715 </a:t>
                      </a:r>
                    </a:p>
                  </a:txBody>
                  <a:tcPr marL="7063" marR="7063" marT="70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3,308 </a:t>
                      </a:r>
                    </a:p>
                  </a:txBody>
                  <a:tcPr marL="7063" marR="7063" marT="70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9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92.4%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6">
                  <a:txBody>
                    <a:bodyPr/>
                    <a:lstStyle/>
                    <a:p>
                      <a:pPr algn="ctr" fontAlgn="ctr"/>
                      <a:r>
                        <a:rPr lang="en-US" altLang="ja-JP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24</a:t>
                      </a:r>
                    </a:p>
                  </a:txBody>
                  <a:tcPr marL="7063" marR="7063" marT="70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6">
                  <a:txBody>
                    <a:bodyPr/>
                    <a:lstStyle/>
                    <a:p>
                      <a:pPr algn="ctr" fontAlgn="ctr"/>
                      <a:r>
                        <a:rPr lang="en-US" altLang="ja-JP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0.088</a:t>
                      </a:r>
                    </a:p>
                  </a:txBody>
                  <a:tcPr marL="7063" marR="7063" marT="70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6">
                  <a:txBody>
                    <a:bodyPr/>
                    <a:lstStyle/>
                    <a:p>
                      <a:pPr algn="ctr" fontAlgn="ctr"/>
                      <a:r>
                        <a:rPr lang="en-US" altLang="ja-JP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0.033</a:t>
                      </a:r>
                    </a:p>
                  </a:txBody>
                  <a:tcPr marL="7063" marR="7063" marT="70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6">
                  <a:txBody>
                    <a:bodyPr/>
                    <a:lstStyle/>
                    <a:p>
                      <a:pPr algn="ctr" fontAlgn="ctr"/>
                      <a:r>
                        <a:rPr lang="en-US" altLang="ja-JP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0.031</a:t>
                      </a:r>
                    </a:p>
                  </a:txBody>
                  <a:tcPr marL="7063" marR="7063" marT="70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6">
                  <a:txBody>
                    <a:bodyPr/>
                    <a:lstStyle/>
                    <a:p>
                      <a:pPr algn="ctr" fontAlgn="ctr"/>
                      <a:r>
                        <a:rPr lang="en-US" altLang="ja-JP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0.024 </a:t>
                      </a:r>
                    </a:p>
                  </a:txBody>
                  <a:tcPr marL="7063" marR="7063" marT="70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0.09%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19516087"/>
                  </a:ext>
                </a:extLst>
              </a:tr>
              <a:tr h="286867">
                <a:tc vMerge="1">
                  <a:txBody>
                    <a:bodyPr/>
                    <a:lstStyle/>
                    <a:p>
                      <a:pPr algn="ctr" fontAlgn="ctr"/>
                      <a:endParaRPr lang="ja-JP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7063" marR="7063" marT="70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~100</a:t>
                      </a:r>
                      <a:r>
                        <a:rPr lang="ja-JP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百万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5,609 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178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9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5.0%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US" altLang="ja-JP" sz="100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US" altLang="ja-JP" sz="1000" b="1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7063" marR="7063" marT="70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US" altLang="ja-JP" sz="100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7063" marR="7063" marT="70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US" altLang="ja-JP" sz="100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7063" marR="7063" marT="70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US" altLang="ja-JP" sz="100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7063" marR="7063" marT="70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0.09%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90194208"/>
                  </a:ext>
                </a:extLst>
              </a:tr>
              <a:tr h="286867">
                <a:tc vMerge="1">
                  <a:txBody>
                    <a:bodyPr/>
                    <a:lstStyle/>
                    <a:p>
                      <a:pPr algn="ctr" fontAlgn="ctr"/>
                      <a:endParaRPr lang="ja-JP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7063" marR="7063" marT="70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~50</a:t>
                      </a:r>
                      <a:r>
                        <a:rPr lang="ja-JP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百万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9,471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779 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9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21.8%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US" altLang="ja-JP" sz="100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US" altLang="ja-JP" sz="1000" b="1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7063" marR="7063" marT="70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US" altLang="ja-JP" sz="100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7063" marR="7063" marT="70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US" altLang="ja-JP" sz="100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7063" marR="7063" marT="70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US" altLang="ja-JP" sz="100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7063" marR="7063" marT="70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100" b="0" i="0" u="none" strike="noStrike" dirty="0">
                          <a:solidFill>
                            <a:schemeClr val="tx1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0.18%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9759880"/>
                  </a:ext>
                </a:extLst>
              </a:tr>
              <a:tr h="286867">
                <a:tc vMerge="1">
                  <a:txBody>
                    <a:bodyPr/>
                    <a:lstStyle/>
                    <a:p>
                      <a:pPr algn="ctr" fontAlgn="ctr"/>
                      <a:endParaRPr lang="ja-JP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7063" marR="7063" marT="70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~10</a:t>
                      </a:r>
                      <a:r>
                        <a:rPr lang="ja-JP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百万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2,321 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536 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9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15.0%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US" altLang="ja-JP" sz="100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US" altLang="ja-JP" sz="1000" b="1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7063" marR="7063" marT="70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US" altLang="ja-JP" sz="100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7063" marR="7063" marT="70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US" altLang="ja-JP" sz="100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7063" marR="7063" marT="70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US" altLang="ja-JP" sz="100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7063" marR="7063" marT="70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100" b="0" i="0" u="none" strike="noStrike" dirty="0">
                          <a:solidFill>
                            <a:srgbClr val="FF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0.88%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28547842"/>
                  </a:ext>
                </a:extLst>
              </a:tr>
              <a:tr h="286867">
                <a:tc vMerge="1">
                  <a:txBody>
                    <a:bodyPr/>
                    <a:lstStyle/>
                    <a:p>
                      <a:pPr algn="ctr" fontAlgn="ctr"/>
                      <a:endParaRPr lang="ja-JP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7063" marR="7063" marT="70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~5</a:t>
                      </a:r>
                      <a:r>
                        <a:rPr lang="ja-JP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百万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2,048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1,111 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900" b="0" i="0" u="none" strike="noStrike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31.0%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US" altLang="ja-JP" sz="100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US" altLang="ja-JP" sz="1000" b="1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7063" marR="7063" marT="70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US" altLang="ja-JP" sz="100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7063" marR="7063" marT="70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US" altLang="ja-JP" sz="100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7063" marR="7063" marT="70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US" altLang="ja-JP" sz="100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7063" marR="7063" marT="70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100" b="0" i="0" u="none" strike="noStrike" dirty="0">
                          <a:solidFill>
                            <a:srgbClr val="FF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1.76%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26374773"/>
                  </a:ext>
                </a:extLst>
              </a:tr>
              <a:tr h="286867">
                <a:tc vMerge="1">
                  <a:txBody>
                    <a:bodyPr/>
                    <a:lstStyle/>
                    <a:p>
                      <a:pPr algn="ctr" fontAlgn="ctr"/>
                      <a:endParaRPr lang="ja-JP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7063" marR="7063" marT="70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~1</a:t>
                      </a:r>
                      <a:r>
                        <a:rPr lang="ja-JP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百万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266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704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19.7%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US" altLang="ja-JP" sz="100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US" altLang="ja-JP" sz="1000" b="1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7063" marR="7063" marT="70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US" altLang="ja-JP" sz="100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7063" marR="7063" marT="70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US" altLang="ja-JP" sz="100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7063" marR="7063" marT="70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n-US" altLang="ja-JP" sz="1000" b="0" i="0" u="none" strike="noStrike" dirty="0">
                        <a:solidFill>
                          <a:srgbClr val="000000"/>
                        </a:solidFill>
                        <a:effectLst/>
                        <a:latin typeface="Meiryo UI" panose="020B0604030504040204" pitchFamily="50" charset="-128"/>
                        <a:ea typeface="Meiryo UI" panose="020B0604030504040204" pitchFamily="50" charset="-128"/>
                      </a:endParaRPr>
                    </a:p>
                  </a:txBody>
                  <a:tcPr marL="7063" marR="7063" marT="70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100" b="0" i="0" u="none" strike="noStrike" dirty="0">
                          <a:solidFill>
                            <a:srgbClr val="FF0000"/>
                          </a:solidFill>
                          <a:effectLst/>
                          <a:latin typeface="Meiryo UI" panose="020B0604030504040204" pitchFamily="50" charset="-128"/>
                          <a:ea typeface="Meiryo UI" panose="020B0604030504040204" pitchFamily="50" charset="-128"/>
                        </a:rPr>
                        <a:t>8.81%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79262110"/>
                  </a:ext>
                </a:extLst>
              </a:tr>
            </a:tbl>
          </a:graphicData>
        </a:graphic>
      </p:graphicFrame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E3453CFA-6958-45F8-88FD-2831F9E4D2AA}"/>
              </a:ext>
            </a:extLst>
          </p:cNvPr>
          <p:cNvSpPr/>
          <p:nvPr/>
        </p:nvSpPr>
        <p:spPr>
          <a:xfrm>
            <a:off x="5371037" y="5199003"/>
            <a:ext cx="3664022" cy="507831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altLang="ja-JP" sz="900" b="1" dirty="0"/>
              <a:t>※</a:t>
            </a:r>
            <a:r>
              <a:rPr lang="ja-JP" altLang="en-US" sz="900" b="1" dirty="0"/>
              <a:t> 担当者数は業務範囲ごとに按分</a:t>
            </a:r>
            <a:endParaRPr lang="en-US" altLang="ja-JP" sz="900" b="1" dirty="0"/>
          </a:p>
          <a:p>
            <a:r>
              <a:rPr lang="ja-JP" altLang="en-US" sz="900" b="1" dirty="0"/>
              <a:t>（例：大口</a:t>
            </a:r>
            <a:r>
              <a:rPr lang="en-US" altLang="ja-JP" sz="900" b="1" dirty="0"/>
              <a:t>/</a:t>
            </a:r>
            <a:r>
              <a:rPr lang="ja-JP" altLang="en-US" sz="900" b="1" dirty="0"/>
              <a:t>小口両方の担当は両案件の件数比率に応じて</a:t>
            </a:r>
            <a:r>
              <a:rPr lang="en-US" altLang="ja-JP" sz="900" b="1" dirty="0"/>
              <a:t>0.1</a:t>
            </a:r>
            <a:r>
              <a:rPr lang="ja-JP" altLang="en-US" sz="900" b="1" dirty="0"/>
              <a:t>人</a:t>
            </a:r>
            <a:r>
              <a:rPr lang="en-US" altLang="ja-JP" sz="900" b="1" dirty="0"/>
              <a:t>/0.9</a:t>
            </a:r>
            <a:r>
              <a:rPr lang="ja-JP" altLang="en-US" sz="900" b="1" dirty="0"/>
              <a:t>人</a:t>
            </a:r>
            <a:br>
              <a:rPr lang="en-US" altLang="ja-JP" sz="900" b="1" dirty="0"/>
            </a:br>
            <a:r>
              <a:rPr lang="ja-JP" altLang="en-US" sz="900" b="1" dirty="0"/>
              <a:t>　として算出、国内</a:t>
            </a:r>
            <a:r>
              <a:rPr lang="en-US" altLang="ja-JP" sz="900" b="1" dirty="0"/>
              <a:t>/</a:t>
            </a:r>
            <a:r>
              <a:rPr lang="ja-JP" altLang="en-US" sz="900" b="1" dirty="0"/>
              <a:t>海外両方の担当は</a:t>
            </a:r>
            <a:r>
              <a:rPr lang="en-US" altLang="ja-JP" sz="900" b="1" dirty="0"/>
              <a:t>0.5</a:t>
            </a:r>
            <a:r>
              <a:rPr lang="ja-JP" altLang="en-US" sz="900" b="1" dirty="0"/>
              <a:t>人ずつとして算出）</a:t>
            </a: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F5722A07-23DC-4680-B7B6-42AEE8D7129D}"/>
              </a:ext>
            </a:extLst>
          </p:cNvPr>
          <p:cNvSpPr/>
          <p:nvPr/>
        </p:nvSpPr>
        <p:spPr>
          <a:xfrm>
            <a:off x="71465" y="4996333"/>
            <a:ext cx="5314477" cy="138499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ja-JP" altLang="en-US" sz="1200" dirty="0">
                <a:solidFill>
                  <a:srgbClr val="000000"/>
                </a:solidFill>
                <a:latin typeface="メイリオ"/>
              </a:rPr>
              <a:t>ヒアリング・分析を通じた各</a:t>
            </a:r>
            <a:r>
              <a:rPr lang="en-US" altLang="ja-JP" sz="1200" dirty="0">
                <a:solidFill>
                  <a:srgbClr val="000000"/>
                </a:solidFill>
                <a:latin typeface="メイリオ"/>
              </a:rPr>
              <a:t>G</a:t>
            </a:r>
            <a:r>
              <a:rPr lang="ja-JP" altLang="en-US" sz="1200" dirty="0">
                <a:solidFill>
                  <a:srgbClr val="000000"/>
                </a:solidFill>
                <a:latin typeface="メイリオ"/>
              </a:rPr>
              <a:t>の業務を更に効率化されるための事務局の見解は以下のとおり。</a:t>
            </a:r>
            <a:endParaRPr lang="en-US" altLang="ja-JP" sz="1200" dirty="0">
              <a:solidFill>
                <a:srgbClr val="000000"/>
              </a:solidFill>
              <a:latin typeface="メイリオ"/>
            </a:endParaRPr>
          </a:p>
          <a:p>
            <a:pPr marL="171450" lvl="0" indent="-171450">
              <a:buFont typeface="Wingdings" panose="05000000000000000000" pitchFamily="2" charset="2"/>
              <a:buChar char="l"/>
              <a:defRPr/>
            </a:pPr>
            <a:r>
              <a:rPr lang="ja-JP" altLang="en-US" sz="1200" dirty="0">
                <a:solidFill>
                  <a:srgbClr val="000000"/>
                </a:solidFill>
                <a:latin typeface="メイリオ"/>
              </a:rPr>
              <a:t>見積：見積業務を各部または見積</a:t>
            </a:r>
            <a:r>
              <a:rPr lang="en-US" altLang="ja-JP" sz="1200" dirty="0">
                <a:solidFill>
                  <a:srgbClr val="000000"/>
                </a:solidFill>
                <a:latin typeface="メイリオ"/>
              </a:rPr>
              <a:t>G</a:t>
            </a:r>
            <a:r>
              <a:rPr lang="ja-JP" altLang="en-US" sz="1200" dirty="0">
                <a:solidFill>
                  <a:srgbClr val="000000"/>
                </a:solidFill>
                <a:latin typeface="メイリオ"/>
              </a:rPr>
              <a:t>へ寄せる、または業務自体の削減</a:t>
            </a:r>
            <a:endParaRPr lang="en-US" altLang="ja-JP" sz="1200" dirty="0">
              <a:solidFill>
                <a:srgbClr val="000000"/>
              </a:solidFill>
              <a:latin typeface="メイリオ"/>
            </a:endParaRPr>
          </a:p>
          <a:p>
            <a:pPr marL="171450" lvl="0" indent="-171450">
              <a:buFont typeface="Wingdings" panose="05000000000000000000" pitchFamily="2" charset="2"/>
              <a:buChar char="l"/>
              <a:defRPr/>
            </a:pPr>
            <a:r>
              <a:rPr lang="ja-JP" altLang="en-US" sz="1200" dirty="0">
                <a:solidFill>
                  <a:srgbClr val="000000"/>
                </a:solidFill>
                <a:latin typeface="メイリオ"/>
              </a:rPr>
              <a:t>実行フォロ（金額）：案件規模に応じ、リスクヘッジを鑑み、</a:t>
            </a:r>
            <a:br>
              <a:rPr lang="en-US" altLang="ja-JP" sz="1200" dirty="0">
                <a:solidFill>
                  <a:srgbClr val="000000"/>
                </a:solidFill>
                <a:latin typeface="メイリオ"/>
              </a:rPr>
            </a:br>
            <a:r>
              <a:rPr lang="ja-JP" altLang="en-US" sz="1200" dirty="0">
                <a:solidFill>
                  <a:srgbClr val="000000"/>
                </a:solidFill>
                <a:latin typeface="メイリオ"/>
              </a:rPr>
              <a:t>　　　　　　　　　　</a:t>
            </a:r>
            <a:r>
              <a:rPr lang="en-US" altLang="ja-JP" sz="1200" dirty="0">
                <a:solidFill>
                  <a:srgbClr val="000000"/>
                </a:solidFill>
                <a:latin typeface="メイリオ"/>
              </a:rPr>
              <a:t>1</a:t>
            </a:r>
            <a:r>
              <a:rPr lang="ja-JP" altLang="en-US" sz="1200" dirty="0">
                <a:solidFill>
                  <a:srgbClr val="000000"/>
                </a:solidFill>
                <a:latin typeface="メイリオ"/>
              </a:rPr>
              <a:t>件当たりのフォロに係るコストの低減で</a:t>
            </a:r>
            <a:br>
              <a:rPr lang="en-US" altLang="ja-JP" sz="1200" dirty="0">
                <a:solidFill>
                  <a:srgbClr val="000000"/>
                </a:solidFill>
                <a:latin typeface="メイリオ"/>
              </a:rPr>
            </a:br>
            <a:r>
              <a:rPr lang="ja-JP" altLang="en-US" sz="1200" dirty="0">
                <a:solidFill>
                  <a:srgbClr val="000000"/>
                </a:solidFill>
                <a:latin typeface="メイリオ"/>
              </a:rPr>
              <a:t>　　　　　　　　　　効率化できるか検証</a:t>
            </a:r>
            <a:endParaRPr lang="en-US" altLang="ja-JP" sz="1200" dirty="0">
              <a:solidFill>
                <a:srgbClr val="000000"/>
              </a:solidFill>
              <a:latin typeface="メイリオ"/>
            </a:endParaRPr>
          </a:p>
          <a:p>
            <a:pPr marL="171450" lvl="0" indent="-171450">
              <a:buFont typeface="Wingdings" panose="05000000000000000000" pitchFamily="2" charset="2"/>
              <a:buChar char="l"/>
              <a:defRPr/>
            </a:pPr>
            <a:r>
              <a:rPr lang="ja-JP" altLang="en-US" sz="1200" dirty="0">
                <a:solidFill>
                  <a:srgbClr val="000000"/>
                </a:solidFill>
                <a:latin typeface="メイリオ"/>
              </a:rPr>
              <a:t>実行フォロ（工程）：小口案件のフォロにて他部との業務重複を把握</a:t>
            </a:r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E90D8407-6DF4-4F38-9091-014C81E08EF3}"/>
              </a:ext>
            </a:extLst>
          </p:cNvPr>
          <p:cNvSpPr/>
          <p:nvPr/>
        </p:nvSpPr>
        <p:spPr>
          <a:xfrm>
            <a:off x="-36512" y="1700808"/>
            <a:ext cx="5023555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ja-JP" sz="1200" dirty="0">
                <a:solidFill>
                  <a:srgbClr val="000000"/>
                </a:solidFill>
                <a:latin typeface="メイリオ"/>
              </a:rPr>
              <a:t>【</a:t>
            </a:r>
            <a:r>
              <a:rPr lang="ja-JP" altLang="en-US" sz="1200" dirty="0">
                <a:solidFill>
                  <a:srgbClr val="000000"/>
                </a:solidFill>
                <a:latin typeface="メイリオ"/>
              </a:rPr>
              <a:t>案件規模ごとの</a:t>
            </a:r>
            <a:r>
              <a:rPr lang="en-US" altLang="ja-JP" sz="1200" dirty="0">
                <a:solidFill>
                  <a:srgbClr val="000000"/>
                </a:solidFill>
                <a:latin typeface="メイリオ"/>
              </a:rPr>
              <a:t>AS</a:t>
            </a:r>
            <a:r>
              <a:rPr lang="ja-JP" altLang="en-US" sz="1200" dirty="0">
                <a:solidFill>
                  <a:srgbClr val="000000"/>
                </a:solidFill>
                <a:latin typeface="メイリオ"/>
              </a:rPr>
              <a:t>売上額、担当者数、コスト（</a:t>
            </a:r>
            <a:r>
              <a:rPr lang="en-US" altLang="ja-JP" sz="1200" dirty="0">
                <a:solidFill>
                  <a:srgbClr val="000000"/>
                </a:solidFill>
                <a:latin typeface="メイリオ"/>
              </a:rPr>
              <a:t>FY23_7</a:t>
            </a:r>
            <a:r>
              <a:rPr lang="ja-JP" altLang="en-US" sz="1200" dirty="0">
                <a:solidFill>
                  <a:srgbClr val="000000"/>
                </a:solidFill>
                <a:latin typeface="メイリオ"/>
              </a:rPr>
              <a:t>月</a:t>
            </a:r>
            <a:r>
              <a:rPr lang="en-US" altLang="ja-JP" sz="1200" dirty="0">
                <a:solidFill>
                  <a:srgbClr val="000000"/>
                </a:solidFill>
                <a:latin typeface="メイリオ"/>
              </a:rPr>
              <a:t>~3</a:t>
            </a:r>
            <a:r>
              <a:rPr lang="ja-JP" altLang="en-US" sz="1200" dirty="0">
                <a:solidFill>
                  <a:srgbClr val="000000"/>
                </a:solidFill>
                <a:latin typeface="メイリオ"/>
              </a:rPr>
              <a:t>月）</a:t>
            </a:r>
            <a:r>
              <a:rPr lang="en-US" altLang="ja-JP" sz="1200" dirty="0">
                <a:solidFill>
                  <a:srgbClr val="000000"/>
                </a:solidFill>
                <a:latin typeface="メイリオ"/>
              </a:rPr>
              <a:t>】</a:t>
            </a:r>
            <a:endParaRPr lang="ja-JP" altLang="en-US" sz="1200" dirty="0"/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D847F7DC-73F7-78C0-5C0D-A9C9315EA302}"/>
              </a:ext>
            </a:extLst>
          </p:cNvPr>
          <p:cNvSpPr txBox="1"/>
          <p:nvPr/>
        </p:nvSpPr>
        <p:spPr>
          <a:xfrm>
            <a:off x="7928656" y="3896850"/>
            <a:ext cx="1261884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400" dirty="0"/>
              <a:t>理論値の為、</a:t>
            </a:r>
            <a:endParaRPr kumimoji="1" lang="en-US" altLang="ja-JP" sz="1400" dirty="0"/>
          </a:p>
          <a:p>
            <a:r>
              <a:rPr kumimoji="1" lang="ja-JP" altLang="en-US" sz="1400" dirty="0"/>
              <a:t>実態との乖離</a:t>
            </a:r>
            <a:br>
              <a:rPr kumimoji="1" lang="en-US" altLang="ja-JP" sz="1400" dirty="0"/>
            </a:br>
            <a:r>
              <a:rPr kumimoji="1" lang="ja-JP" altLang="en-US" sz="1400" dirty="0"/>
              <a:t>の把握</a:t>
            </a:r>
            <a:r>
              <a:rPr lang="ja-JP" altLang="en-US" sz="1400" dirty="0"/>
              <a:t>・</a:t>
            </a:r>
            <a:br>
              <a:rPr lang="en-US" altLang="ja-JP" sz="1400" dirty="0"/>
            </a:br>
            <a:r>
              <a:rPr lang="ja-JP" altLang="en-US" sz="1400" dirty="0"/>
              <a:t>検証が必要</a:t>
            </a:r>
            <a:endParaRPr kumimoji="1" lang="ja-JP" altLang="en-US" sz="1400" dirty="0"/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900A4B42-AF96-DE7F-858E-C4F82430D967}"/>
              </a:ext>
            </a:extLst>
          </p:cNvPr>
          <p:cNvSpPr txBox="1"/>
          <p:nvPr/>
        </p:nvSpPr>
        <p:spPr>
          <a:xfrm>
            <a:off x="6732240" y="4886744"/>
            <a:ext cx="171072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100" dirty="0">
                <a:solidFill>
                  <a:srgbClr val="FF0000"/>
                </a:solidFill>
              </a:rPr>
              <a:t>⑩＝⑥ </a:t>
            </a:r>
            <a:r>
              <a:rPr lang="en-US" altLang="ja-JP" sz="1100" dirty="0">
                <a:solidFill>
                  <a:srgbClr val="FF0000"/>
                </a:solidFill>
              </a:rPr>
              <a:t>/ </a:t>
            </a:r>
            <a:r>
              <a:rPr lang="ja-JP" altLang="en-US" sz="1100" dirty="0">
                <a:solidFill>
                  <a:srgbClr val="FF0000"/>
                </a:solidFill>
              </a:rPr>
              <a:t>①として、計算</a:t>
            </a:r>
            <a:endParaRPr kumimoji="1" lang="ja-JP" altLang="en-US" sz="11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3711398"/>
      </p:ext>
    </p:extLst>
  </p:cSld>
  <p:clrMapOvr>
    <a:masterClrMapping/>
  </p:clrMapOvr>
</p:sld>
</file>

<file path=ppt/theme/theme1.xml><?xml version="1.0" encoding="utf-8"?>
<a:theme xmlns:a="http://schemas.openxmlformats.org/drawingml/2006/main" name="MHI PPT 4:3_単独会社用">
  <a:themeElements>
    <a:clrScheme name="MHI">
      <a:dk1>
        <a:srgbClr val="000000"/>
      </a:dk1>
      <a:lt1>
        <a:srgbClr val="FFFFFF"/>
      </a:lt1>
      <a:dk2>
        <a:srgbClr val="567783"/>
      </a:dk2>
      <a:lt2>
        <a:srgbClr val="82A0AA"/>
      </a:lt2>
      <a:accent1>
        <a:srgbClr val="223F4B"/>
      </a:accent1>
      <a:accent2>
        <a:srgbClr val="006487"/>
      </a:accent2>
      <a:accent3>
        <a:srgbClr val="DC6914"/>
      </a:accent3>
      <a:accent4>
        <a:srgbClr val="647D2D"/>
      </a:accent4>
      <a:accent5>
        <a:srgbClr val="E31F26"/>
      </a:accent5>
      <a:accent6>
        <a:srgbClr val="6E1E4B"/>
      </a:accent6>
      <a:hlink>
        <a:srgbClr val="000000"/>
      </a:hlink>
      <a:folHlink>
        <a:srgbClr val="000000"/>
      </a:folHlink>
    </a:clrScheme>
    <a:fontScheme name="ユーザー定義 1">
      <a:majorFont>
        <a:latin typeface="Arial"/>
        <a:ea typeface="メイリオ"/>
        <a:cs typeface=""/>
      </a:majorFont>
      <a:minorFont>
        <a:latin typeface="Arial"/>
        <a:ea typeface="メイリオ"/>
        <a:cs typeface="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>
            <a:lumMod val="20000"/>
            <a:lumOff val="80000"/>
          </a:schemeClr>
        </a:solidFill>
        <a:ln w="9525" cmpd="sng">
          <a:solidFill>
            <a:schemeClr val="accent1"/>
          </a:solidFill>
        </a:ln>
      </a:spPr>
      <a:bodyPr rtlCol="0" anchor="ctr"/>
      <a:lstStyle>
        <a:defPPr algn="l">
          <a:defRPr sz="1200" dirty="0" smtClean="0">
            <a:solidFill>
              <a:schemeClr val="tx1"/>
            </a:solidFill>
            <a:latin typeface="+mn-ea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MHI_ppt_color" id="{8714110F-2F40-4E20-B9EF-82653DE22CAC}" vid="{2E728569-002A-49DD-A6AB-1E30B9D445F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​​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f9940f77-d365-459b-bf39-a7ce20e2f4c1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9674434C8CD87942B621FE3F405220AB" ma:contentTypeVersion="18" ma:contentTypeDescription="新しいドキュメントを作成します。" ma:contentTypeScope="" ma:versionID="2579ad3b725bf88e1e7d97d794197cbd">
  <xsd:schema xmlns:xsd="http://www.w3.org/2001/XMLSchema" xmlns:xs="http://www.w3.org/2001/XMLSchema" xmlns:p="http://schemas.microsoft.com/office/2006/metadata/properties" xmlns:ns3="4be3366d-21a3-4603-8428-6e96dbf00bff" xmlns:ns4="f9940f77-d365-459b-bf39-a7ce20e2f4c1" targetNamespace="http://schemas.microsoft.com/office/2006/metadata/properties" ma:root="true" ma:fieldsID="36dfe823dcd705952f016c8dfdb38475" ns3:_="" ns4:_="">
    <xsd:import namespace="4be3366d-21a3-4603-8428-6e96dbf00bff"/>
    <xsd:import namespace="f9940f77-d365-459b-bf39-a7ce20e2f4c1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ingHintHash" minOccurs="0"/>
                <xsd:element ref="ns3:SharedWithDetails" minOccurs="0"/>
                <xsd:element ref="ns4:MediaServiceMetadata" minOccurs="0"/>
                <xsd:element ref="ns4:MediaServiceFastMetadata" minOccurs="0"/>
                <xsd:element ref="ns4:MediaServiceDateTaken" minOccurs="0"/>
                <xsd:element ref="ns4:MediaServiceAutoTags" minOccurs="0"/>
                <xsd:element ref="ns4:MediaServiceLocation" minOccurs="0"/>
                <xsd:element ref="ns4:MediaServiceOCR" minOccurs="0"/>
                <xsd:element ref="ns4:MediaServiceEventHashCode" minOccurs="0"/>
                <xsd:element ref="ns4:MediaServiceGenerationTime" minOccurs="0"/>
                <xsd:element ref="ns4:MediaServiceAutoKeyPoints" minOccurs="0"/>
                <xsd:element ref="ns4:MediaServiceKeyPoints" minOccurs="0"/>
                <xsd:element ref="ns4:MediaLengthInSeconds" minOccurs="0"/>
                <xsd:element ref="ns4:MediaServiceSearchProperties" minOccurs="0"/>
                <xsd:element ref="ns4:_activity" minOccurs="0"/>
                <xsd:element ref="ns4:MediaServiceObjectDetectorVersions" minOccurs="0"/>
                <xsd:element ref="ns4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be3366d-21a3-4603-8428-6e96dbf00bff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共有相手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ingHintHash" ma:index="9" nillable="true" ma:displayName="共有のヒントのハッシュ" ma:internalName="SharingHintHash" ma:readOnly="true">
      <xsd:simpleType>
        <xsd:restriction base="dms:Text"/>
      </xsd:simpleType>
    </xsd:element>
    <xsd:element name="SharedWithDetails" ma:index="10" nillable="true" ma:displayName="共有相手の詳細情報" ma:description="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9940f77-d365-459b-bf39-a7ce20e2f4c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DateTaken" ma:index="13" nillable="true" ma:displayName="MediaServiceDateTaken" ma:description="" ma:hidden="true" ma:internalName="MediaServiceDateTaken" ma:readOnly="true">
      <xsd:simpleType>
        <xsd:restriction base="dms:Text"/>
      </xsd:simpleType>
    </xsd:element>
    <xsd:element name="MediaServiceAutoTags" ma:index="14" nillable="true" ma:displayName="MediaServiceAutoTags" ma:description="" ma:internalName="MediaServiceAutoTags" ma:readOnly="true">
      <xsd:simpleType>
        <xsd:restriction base="dms:Text"/>
      </xsd:simpleType>
    </xsd:element>
    <xsd:element name="MediaServiceLocation" ma:index="15" nillable="true" ma:displayName="MediaServiceLocation" ma:description="" ma:internalName="MediaServiceLocation" ma:readOnly="true">
      <xsd:simpleType>
        <xsd:restriction base="dms:Text"/>
      </xsd:simpleType>
    </xsd:element>
    <xsd:element name="MediaServiceOCR" ma:index="16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23" nillable="true" ma:displayName="_activity" ma:hidden="true" ma:internalName="_activity">
      <xsd:simpleType>
        <xsd:restriction base="dms:Note"/>
      </xsd:simple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25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51A80E4-DCF6-4CD4-809A-29EF4C67AE54}">
  <ds:schemaRefs>
    <ds:schemaRef ds:uri="http://purl.org/dc/terms/"/>
    <ds:schemaRef ds:uri="http://www.w3.org/XML/1998/namespace"/>
    <ds:schemaRef ds:uri="http://purl.org/dc/elements/1.1/"/>
    <ds:schemaRef ds:uri="http://schemas.openxmlformats.org/package/2006/metadata/core-properties"/>
    <ds:schemaRef ds:uri="http://schemas.microsoft.com/office/infopath/2007/PartnerControls"/>
    <ds:schemaRef ds:uri="http://purl.org/dc/dcmitype/"/>
    <ds:schemaRef ds:uri="http://schemas.microsoft.com/office/2006/documentManagement/types"/>
    <ds:schemaRef ds:uri="f9940f77-d365-459b-bf39-a7ce20e2f4c1"/>
    <ds:schemaRef ds:uri="4be3366d-21a3-4603-8428-6e96dbf00bff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233AFEC4-F9FD-4611-B9EC-A58A56EE7FB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be3366d-21a3-4603-8428-6e96dbf00bff"/>
    <ds:schemaRef ds:uri="f9940f77-d365-459b-bf39-a7ce20e2f4c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95EEF13C-56DD-4EB2-8749-EF3B7450163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1888</Words>
  <Application>Microsoft Macintosh PowerPoint</Application>
  <PresentationFormat>On-screen Show (4:3)</PresentationFormat>
  <Paragraphs>348</Paragraphs>
  <Slides>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メイリオ</vt:lpstr>
      <vt:lpstr>Meiryo UI</vt:lpstr>
      <vt:lpstr>游ゴシック</vt:lpstr>
      <vt:lpstr>Arial</vt:lpstr>
      <vt:lpstr>Calibri</vt:lpstr>
      <vt:lpstr>Wingdings</vt:lpstr>
      <vt:lpstr>MHI PPT 4:3_単独会社用</vt:lpstr>
      <vt:lpstr>４－１．顧客ランクに応じた営業活動（案）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WPプロジェクト</dc:title>
  <dc:creator/>
  <cp:lastModifiedBy/>
  <cp:revision>28</cp:revision>
  <dcterms:created xsi:type="dcterms:W3CDTF">2023-12-19T23:18:23Z</dcterms:created>
  <dcterms:modified xsi:type="dcterms:W3CDTF">2025-07-30T06:17:07Z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0x0101009674434C8CD87942B621FE3F405220AB</vt:lpwstr>
  </property>
</Properties>
</file>