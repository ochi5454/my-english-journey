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810" r:id="rId5"/>
  </p:sldMasterIdLst>
  <p:notesMasterIdLst>
    <p:notesMasterId r:id="rId20"/>
  </p:notesMasterIdLst>
  <p:sldIdLst>
    <p:sldId id="2147481039" r:id="rId6"/>
    <p:sldId id="2147481040" r:id="rId7"/>
    <p:sldId id="2147481041" r:id="rId8"/>
    <p:sldId id="2147481049" r:id="rId9"/>
    <p:sldId id="2147481042" r:id="rId10"/>
    <p:sldId id="2147481050" r:id="rId11"/>
    <p:sldId id="2147481043" r:id="rId12"/>
    <p:sldId id="2147481045" r:id="rId13"/>
    <p:sldId id="2147481046" r:id="rId14"/>
    <p:sldId id="2147481047" r:id="rId15"/>
    <p:sldId id="2147481051" r:id="rId16"/>
    <p:sldId id="2147481048" r:id="rId17"/>
    <p:sldId id="2147481052" r:id="rId18"/>
    <p:sldId id="2147481053" r:id="rId19"/>
  </p:sldIdLst>
  <p:sldSz cx="12192000" cy="6858000"/>
  <p:notesSz cx="6858000" cy="9144000"/>
  <p:defaultTextStyle>
    <a:defPPr>
      <a:defRPr lang="ja-JP"/>
    </a:defPPr>
    <a:lvl1pPr algn="l" rtl="0" eaLnBrk="0" fontAlgn="base" hangingPunct="0">
      <a:spcBef>
        <a:spcPct val="0"/>
      </a:spcBef>
      <a:spcAft>
        <a:spcPct val="0"/>
      </a:spcAft>
      <a:defRPr kumimoji="1" kern="1200">
        <a:solidFill>
          <a:schemeClr val="tx1"/>
        </a:solidFill>
        <a:latin typeface="游ゴシック" panose="020B0400000000000000" pitchFamily="34" charset="-128"/>
        <a:ea typeface="游ゴシック" panose="020B0400000000000000" pitchFamily="34" charset="-128"/>
        <a:cs typeface="+mn-cs"/>
      </a:defRPr>
    </a:lvl1pPr>
    <a:lvl2pPr marL="457200" algn="l" rtl="0" eaLnBrk="0" fontAlgn="base" hangingPunct="0">
      <a:spcBef>
        <a:spcPct val="0"/>
      </a:spcBef>
      <a:spcAft>
        <a:spcPct val="0"/>
      </a:spcAft>
      <a:defRPr kumimoji="1" kern="1200">
        <a:solidFill>
          <a:schemeClr val="tx1"/>
        </a:solidFill>
        <a:latin typeface="游ゴシック" panose="020B0400000000000000" pitchFamily="34" charset="-128"/>
        <a:ea typeface="游ゴシック" panose="020B0400000000000000" pitchFamily="34" charset="-128"/>
        <a:cs typeface="+mn-cs"/>
      </a:defRPr>
    </a:lvl2pPr>
    <a:lvl3pPr marL="914400" algn="l" rtl="0" eaLnBrk="0" fontAlgn="base" hangingPunct="0">
      <a:spcBef>
        <a:spcPct val="0"/>
      </a:spcBef>
      <a:spcAft>
        <a:spcPct val="0"/>
      </a:spcAft>
      <a:defRPr kumimoji="1" kern="1200">
        <a:solidFill>
          <a:schemeClr val="tx1"/>
        </a:solidFill>
        <a:latin typeface="游ゴシック" panose="020B0400000000000000" pitchFamily="34" charset="-128"/>
        <a:ea typeface="游ゴシック" panose="020B0400000000000000" pitchFamily="34" charset="-128"/>
        <a:cs typeface="+mn-cs"/>
      </a:defRPr>
    </a:lvl3pPr>
    <a:lvl4pPr marL="1371600" algn="l" rtl="0" eaLnBrk="0" fontAlgn="base" hangingPunct="0">
      <a:spcBef>
        <a:spcPct val="0"/>
      </a:spcBef>
      <a:spcAft>
        <a:spcPct val="0"/>
      </a:spcAft>
      <a:defRPr kumimoji="1" kern="1200">
        <a:solidFill>
          <a:schemeClr val="tx1"/>
        </a:solidFill>
        <a:latin typeface="游ゴシック" panose="020B0400000000000000" pitchFamily="34" charset="-128"/>
        <a:ea typeface="游ゴシック" panose="020B0400000000000000" pitchFamily="34" charset="-128"/>
        <a:cs typeface="+mn-cs"/>
      </a:defRPr>
    </a:lvl4pPr>
    <a:lvl5pPr marL="1828800" algn="l" rtl="0" eaLnBrk="0" fontAlgn="base" hangingPunct="0">
      <a:spcBef>
        <a:spcPct val="0"/>
      </a:spcBef>
      <a:spcAft>
        <a:spcPct val="0"/>
      </a:spcAft>
      <a:defRPr kumimoji="1" kern="1200">
        <a:solidFill>
          <a:schemeClr val="tx1"/>
        </a:solidFill>
        <a:latin typeface="游ゴシック" panose="020B0400000000000000" pitchFamily="34" charset="-128"/>
        <a:ea typeface="游ゴシック" panose="020B0400000000000000" pitchFamily="34" charset="-128"/>
        <a:cs typeface="+mn-cs"/>
      </a:defRPr>
    </a:lvl5pPr>
    <a:lvl6pPr marL="2286000" algn="l" defTabSz="914400" rtl="0" eaLnBrk="1" latinLnBrk="0" hangingPunct="1">
      <a:defRPr kumimoji="1" kern="1200">
        <a:solidFill>
          <a:schemeClr val="tx1"/>
        </a:solidFill>
        <a:latin typeface="游ゴシック" panose="020B0400000000000000" pitchFamily="34" charset="-128"/>
        <a:ea typeface="游ゴシック" panose="020B0400000000000000" pitchFamily="34" charset="-128"/>
        <a:cs typeface="+mn-cs"/>
      </a:defRPr>
    </a:lvl6pPr>
    <a:lvl7pPr marL="2743200" algn="l" defTabSz="914400" rtl="0" eaLnBrk="1" latinLnBrk="0" hangingPunct="1">
      <a:defRPr kumimoji="1" kern="1200">
        <a:solidFill>
          <a:schemeClr val="tx1"/>
        </a:solidFill>
        <a:latin typeface="游ゴシック" panose="020B0400000000000000" pitchFamily="34" charset="-128"/>
        <a:ea typeface="游ゴシック" panose="020B0400000000000000" pitchFamily="34" charset="-128"/>
        <a:cs typeface="+mn-cs"/>
      </a:defRPr>
    </a:lvl7pPr>
    <a:lvl8pPr marL="3200400" algn="l" defTabSz="914400" rtl="0" eaLnBrk="1" latinLnBrk="0" hangingPunct="1">
      <a:defRPr kumimoji="1" kern="1200">
        <a:solidFill>
          <a:schemeClr val="tx1"/>
        </a:solidFill>
        <a:latin typeface="游ゴシック" panose="020B0400000000000000" pitchFamily="34" charset="-128"/>
        <a:ea typeface="游ゴシック" panose="020B0400000000000000" pitchFamily="34" charset="-128"/>
        <a:cs typeface="+mn-cs"/>
      </a:defRPr>
    </a:lvl8pPr>
    <a:lvl9pPr marL="3657600" algn="l" defTabSz="914400" rtl="0" eaLnBrk="1" latinLnBrk="0" hangingPunct="1">
      <a:defRPr kumimoji="1" kern="1200">
        <a:solidFill>
          <a:schemeClr val="tx1"/>
        </a:solidFill>
        <a:latin typeface="游ゴシック" panose="020B0400000000000000" pitchFamily="34" charset="-128"/>
        <a:ea typeface="游ゴシック" panose="020B0400000000000000"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3744" userDrawn="1">
          <p15:clr>
            <a:srgbClr val="A4A3A4"/>
          </p15:clr>
        </p15:guide>
        <p15:guide id="4" orient="horz" pos="456" userDrawn="1">
          <p15:clr>
            <a:srgbClr val="A4A3A4"/>
          </p15:clr>
        </p15:guide>
        <p15:guide id="5" orient="horz" pos="840" userDrawn="1">
          <p15:clr>
            <a:srgbClr val="A4A3A4"/>
          </p15:clr>
        </p15:guide>
        <p15:guide id="6" orient="horz" pos="936" userDrawn="1">
          <p15:clr>
            <a:srgbClr val="A4A3A4"/>
          </p15:clr>
        </p15:guide>
        <p15:guide id="7" pos="240" userDrawn="1">
          <p15:clr>
            <a:srgbClr val="A4A3A4"/>
          </p15:clr>
        </p15:guide>
        <p15:guide id="8" pos="74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00"/>
    <a:srgbClr val="DAEFC3"/>
    <a:srgbClr val="F2F2F2"/>
    <a:srgbClr val="009900"/>
    <a:srgbClr val="B9FFB9"/>
    <a:srgbClr val="4472C4"/>
    <a:srgbClr val="FFFFCC"/>
    <a:srgbClr val="FEC100"/>
    <a:srgbClr val="40AE49"/>
    <a:srgbClr val="8FCD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BD550C-06C6-41B6-8287-5DDE50B96FFF}" v="18" dt="2023-10-17T03:54:06.105"/>
  </p1510:revLst>
</p1510:revInfo>
</file>

<file path=ppt/tableStyles.xml><?xml version="1.0" encoding="utf-8"?>
<a:tblStyleLst xmlns:a="http://schemas.openxmlformats.org/drawingml/2006/main" def="{5C22544A-7EE6-4342-B048-85BDC9FD1C3A}">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22" autoAdjust="0"/>
    <p:restoredTop sz="96483" autoAdjust="0"/>
  </p:normalViewPr>
  <p:slideViewPr>
    <p:cSldViewPr snapToGrid="0">
      <p:cViewPr varScale="1">
        <p:scale>
          <a:sx n="108" d="100"/>
          <a:sy n="108" d="100"/>
        </p:scale>
        <p:origin x="906" y="102"/>
      </p:cViewPr>
      <p:guideLst>
        <p:guide orient="horz" pos="2160"/>
        <p:guide pos="3840"/>
        <p:guide orient="horz" pos="3744"/>
        <p:guide orient="horz" pos="456"/>
        <p:guide orient="horz" pos="840"/>
        <p:guide orient="horz" pos="936"/>
        <p:guide pos="240"/>
        <p:guide pos="74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nhyeok, Choi" userId="5a4c35fc-3dee-4395-9819-a12f2df5d28e" providerId="ADAL" clId="{5CBD550C-06C6-41B6-8287-5DDE50B96FFF}"/>
    <pc:docChg chg="custSel addSld modSld">
      <pc:chgData name="Junhyeok, Choi" userId="5a4c35fc-3dee-4395-9819-a12f2df5d28e" providerId="ADAL" clId="{5CBD550C-06C6-41B6-8287-5DDE50B96FFF}" dt="2023-10-17T03:54:06.104" v="78"/>
      <pc:docMkLst>
        <pc:docMk/>
      </pc:docMkLst>
      <pc:sldChg chg="delSp modSp mod">
        <pc:chgData name="Junhyeok, Choi" userId="5a4c35fc-3dee-4395-9819-a12f2df5d28e" providerId="ADAL" clId="{5CBD550C-06C6-41B6-8287-5DDE50B96FFF}" dt="2023-10-17T03:54:06.104" v="78"/>
        <pc:sldMkLst>
          <pc:docMk/>
          <pc:sldMk cId="4122014637" sldId="2147481040"/>
        </pc:sldMkLst>
        <pc:spChg chg="del">
          <ac:chgData name="Junhyeok, Choi" userId="5a4c35fc-3dee-4395-9819-a12f2df5d28e" providerId="ADAL" clId="{5CBD550C-06C6-41B6-8287-5DDE50B96FFF}" dt="2023-10-17T03:54:00.861" v="49" actId="478"/>
          <ac:spMkLst>
            <pc:docMk/>
            <pc:sldMk cId="4122014637" sldId="2147481040"/>
            <ac:spMk id="5" creationId="{62920A8F-D148-FE51-6835-FAE5DAC6671E}"/>
          </ac:spMkLst>
        </pc:spChg>
        <pc:spChg chg="mod">
          <ac:chgData name="Junhyeok, Choi" userId="5a4c35fc-3dee-4395-9819-a12f2df5d28e" providerId="ADAL" clId="{5CBD550C-06C6-41B6-8287-5DDE50B96FFF}" dt="2023-10-17T03:53:54.950" v="48"/>
          <ac:spMkLst>
            <pc:docMk/>
            <pc:sldMk cId="4122014637" sldId="2147481040"/>
            <ac:spMk id="6" creationId="{52697BD2-AC9F-E8C5-3B79-9210DB26ABCA}"/>
          </ac:spMkLst>
        </pc:spChg>
        <pc:spChg chg="mod">
          <ac:chgData name="Junhyeok, Choi" userId="5a4c35fc-3dee-4395-9819-a12f2df5d28e" providerId="ADAL" clId="{5CBD550C-06C6-41B6-8287-5DDE50B96FFF}" dt="2023-10-17T03:54:06.104" v="78"/>
          <ac:spMkLst>
            <pc:docMk/>
            <pc:sldMk cId="4122014637" sldId="2147481040"/>
            <ac:spMk id="7" creationId="{E727B223-7204-4CD2-5EAD-485EDE9B9334}"/>
          </ac:spMkLst>
        </pc:spChg>
      </pc:sldChg>
      <pc:sldChg chg="modSp mod">
        <pc:chgData name="Junhyeok, Choi" userId="5a4c35fc-3dee-4395-9819-a12f2df5d28e" providerId="ADAL" clId="{5CBD550C-06C6-41B6-8287-5DDE50B96FFF}" dt="2023-10-17T03:53:43.432" v="47"/>
        <pc:sldMkLst>
          <pc:docMk/>
          <pc:sldMk cId="1005998616" sldId="2147481041"/>
        </pc:sldMkLst>
        <pc:spChg chg="mod">
          <ac:chgData name="Junhyeok, Choi" userId="5a4c35fc-3dee-4395-9819-a12f2df5d28e" providerId="ADAL" clId="{5CBD550C-06C6-41B6-8287-5DDE50B96FFF}" dt="2023-10-17T03:53:43.432" v="47"/>
          <ac:spMkLst>
            <pc:docMk/>
            <pc:sldMk cId="1005998616" sldId="2147481041"/>
            <ac:spMk id="7" creationId="{97E662D0-287E-CBE4-2627-514D14ACD13A}"/>
          </ac:spMkLst>
        </pc:spChg>
      </pc:sldChg>
      <pc:sldChg chg="modSp add mod">
        <pc:chgData name="Junhyeok, Choi" userId="5a4c35fc-3dee-4395-9819-a12f2df5d28e" providerId="ADAL" clId="{5CBD550C-06C6-41B6-8287-5DDE50B96FFF}" dt="2023-10-17T03:53:04.279" v="1"/>
        <pc:sldMkLst>
          <pc:docMk/>
          <pc:sldMk cId="304376831" sldId="2147481052"/>
        </pc:sldMkLst>
        <pc:spChg chg="mod">
          <ac:chgData name="Junhyeok, Choi" userId="5a4c35fc-3dee-4395-9819-a12f2df5d28e" providerId="ADAL" clId="{5CBD550C-06C6-41B6-8287-5DDE50B96FFF}" dt="2023-10-17T03:53:04.279" v="1"/>
          <ac:spMkLst>
            <pc:docMk/>
            <pc:sldMk cId="304376831" sldId="2147481052"/>
            <ac:spMk id="9" creationId="{03109063-E405-2C2A-71E1-C2A451F4059E}"/>
          </ac:spMkLst>
        </pc:spChg>
      </pc:sldChg>
      <pc:sldChg chg="delSp modSp add mod">
        <pc:chgData name="Junhyeok, Choi" userId="5a4c35fc-3dee-4395-9819-a12f2df5d28e" providerId="ADAL" clId="{5CBD550C-06C6-41B6-8287-5DDE50B96FFF}" dt="2023-10-17T03:53:21.149" v="27"/>
        <pc:sldMkLst>
          <pc:docMk/>
          <pc:sldMk cId="1234903227" sldId="2147481053"/>
        </pc:sldMkLst>
        <pc:spChg chg="mod">
          <ac:chgData name="Junhyeok, Choi" userId="5a4c35fc-3dee-4395-9819-a12f2df5d28e" providerId="ADAL" clId="{5CBD550C-06C6-41B6-8287-5DDE50B96FFF}" dt="2023-10-17T03:53:14.450" v="4"/>
          <ac:spMkLst>
            <pc:docMk/>
            <pc:sldMk cId="1234903227" sldId="2147481053"/>
            <ac:spMk id="9" creationId="{EF02C525-1BCB-F602-73A6-370E9B93691D}"/>
          </ac:spMkLst>
        </pc:spChg>
        <pc:spChg chg="mod">
          <ac:chgData name="Junhyeok, Choi" userId="5a4c35fc-3dee-4395-9819-a12f2df5d28e" providerId="ADAL" clId="{5CBD550C-06C6-41B6-8287-5DDE50B96FFF}" dt="2023-10-17T03:53:21.149" v="27"/>
          <ac:spMkLst>
            <pc:docMk/>
            <pc:sldMk cId="1234903227" sldId="2147481053"/>
            <ac:spMk id="10" creationId="{ECE668E6-04C6-D35C-2CE4-2A4844EAE493}"/>
          </ac:spMkLst>
        </pc:spChg>
        <pc:spChg chg="del">
          <ac:chgData name="Junhyeok, Choi" userId="5a4c35fc-3dee-4395-9819-a12f2df5d28e" providerId="ADAL" clId="{5CBD550C-06C6-41B6-8287-5DDE50B96FFF}" dt="2023-10-17T03:53:10.231" v="3" actId="478"/>
          <ac:spMkLst>
            <pc:docMk/>
            <pc:sldMk cId="1234903227" sldId="2147481053"/>
            <ac:spMk id="11" creationId="{409DFB60-EB38-CE2F-BCDE-0B1D4C17317D}"/>
          </ac:spMkLst>
        </pc:spChg>
        <pc:spChg chg="del">
          <ac:chgData name="Junhyeok, Choi" userId="5a4c35fc-3dee-4395-9819-a12f2df5d28e" providerId="ADAL" clId="{5CBD550C-06C6-41B6-8287-5DDE50B96FFF}" dt="2023-10-17T03:53:10.231" v="3" actId="478"/>
          <ac:spMkLst>
            <pc:docMk/>
            <pc:sldMk cId="1234903227" sldId="2147481053"/>
            <ac:spMk id="12" creationId="{99E04916-DAFF-76B2-BD13-53EC9DF12555}"/>
          </ac:spMkLst>
        </pc:spChg>
        <pc:spChg chg="del">
          <ac:chgData name="Junhyeok, Choi" userId="5a4c35fc-3dee-4395-9819-a12f2df5d28e" providerId="ADAL" clId="{5CBD550C-06C6-41B6-8287-5DDE50B96FFF}" dt="2023-10-17T03:53:10.231" v="3" actId="478"/>
          <ac:spMkLst>
            <pc:docMk/>
            <pc:sldMk cId="1234903227" sldId="2147481053"/>
            <ac:spMk id="13" creationId="{5BC58BF7-1B72-B914-CB33-80C794F3F85A}"/>
          </ac:spMkLst>
        </pc:spChg>
        <pc:spChg chg="del">
          <ac:chgData name="Junhyeok, Choi" userId="5a4c35fc-3dee-4395-9819-a12f2df5d28e" providerId="ADAL" clId="{5CBD550C-06C6-41B6-8287-5DDE50B96FFF}" dt="2023-10-17T03:53:10.231" v="3" actId="478"/>
          <ac:spMkLst>
            <pc:docMk/>
            <pc:sldMk cId="1234903227" sldId="2147481053"/>
            <ac:spMk id="14" creationId="{4E38A42F-6272-174B-4705-E0A56D251B70}"/>
          </ac:spMkLst>
        </pc:spChg>
        <pc:spChg chg="del">
          <ac:chgData name="Junhyeok, Choi" userId="5a4c35fc-3dee-4395-9819-a12f2df5d28e" providerId="ADAL" clId="{5CBD550C-06C6-41B6-8287-5DDE50B96FFF}" dt="2023-10-17T03:53:10.231" v="3" actId="478"/>
          <ac:spMkLst>
            <pc:docMk/>
            <pc:sldMk cId="1234903227" sldId="2147481053"/>
            <ac:spMk id="15" creationId="{45D4DB9D-5C23-1B10-58C4-99C5FDE8F4E9}"/>
          </ac:spMkLst>
        </pc:spChg>
        <pc:spChg chg="del">
          <ac:chgData name="Junhyeok, Choi" userId="5a4c35fc-3dee-4395-9819-a12f2df5d28e" providerId="ADAL" clId="{5CBD550C-06C6-41B6-8287-5DDE50B96FFF}" dt="2023-10-17T03:53:10.231" v="3" actId="478"/>
          <ac:spMkLst>
            <pc:docMk/>
            <pc:sldMk cId="1234903227" sldId="2147481053"/>
            <ac:spMk id="16" creationId="{4E2A3116-1ABD-7F94-5EDB-39E66B23B0C3}"/>
          </ac:spMkLst>
        </pc:spChg>
        <pc:spChg chg="del">
          <ac:chgData name="Junhyeok, Choi" userId="5a4c35fc-3dee-4395-9819-a12f2df5d28e" providerId="ADAL" clId="{5CBD550C-06C6-41B6-8287-5DDE50B96FFF}" dt="2023-10-17T03:53:10.231" v="3" actId="478"/>
          <ac:spMkLst>
            <pc:docMk/>
            <pc:sldMk cId="1234903227" sldId="2147481053"/>
            <ac:spMk id="17" creationId="{CA62C3D6-28F4-EFCD-16CD-821822C7FDF0}"/>
          </ac:spMkLst>
        </pc:spChg>
        <pc:spChg chg="del">
          <ac:chgData name="Junhyeok, Choi" userId="5a4c35fc-3dee-4395-9819-a12f2df5d28e" providerId="ADAL" clId="{5CBD550C-06C6-41B6-8287-5DDE50B96FFF}" dt="2023-10-17T03:53:10.231" v="3" actId="478"/>
          <ac:spMkLst>
            <pc:docMk/>
            <pc:sldMk cId="1234903227" sldId="2147481053"/>
            <ac:spMk id="18" creationId="{2EEB25F2-1FD3-6AAA-E63D-E3C265A4381D}"/>
          </ac:spMkLst>
        </pc:spChg>
        <pc:spChg chg="del">
          <ac:chgData name="Junhyeok, Choi" userId="5a4c35fc-3dee-4395-9819-a12f2df5d28e" providerId="ADAL" clId="{5CBD550C-06C6-41B6-8287-5DDE50B96FFF}" dt="2023-10-17T03:53:10.231" v="3" actId="478"/>
          <ac:spMkLst>
            <pc:docMk/>
            <pc:sldMk cId="1234903227" sldId="2147481053"/>
            <ac:spMk id="19" creationId="{AE20B8ED-6B92-663D-B888-B066C029CD78}"/>
          </ac:spMkLst>
        </pc:spChg>
        <pc:spChg chg="del">
          <ac:chgData name="Junhyeok, Choi" userId="5a4c35fc-3dee-4395-9819-a12f2df5d28e" providerId="ADAL" clId="{5CBD550C-06C6-41B6-8287-5DDE50B96FFF}" dt="2023-10-17T03:53:10.231" v="3" actId="478"/>
          <ac:spMkLst>
            <pc:docMk/>
            <pc:sldMk cId="1234903227" sldId="2147481053"/>
            <ac:spMk id="20" creationId="{94B73033-5A78-71AA-B04D-6CF8278C4BC0}"/>
          </ac:spMkLst>
        </pc:spChg>
        <pc:spChg chg="del">
          <ac:chgData name="Junhyeok, Choi" userId="5a4c35fc-3dee-4395-9819-a12f2df5d28e" providerId="ADAL" clId="{5CBD550C-06C6-41B6-8287-5DDE50B96FFF}" dt="2023-10-17T03:53:10.231" v="3" actId="478"/>
          <ac:spMkLst>
            <pc:docMk/>
            <pc:sldMk cId="1234903227" sldId="2147481053"/>
            <ac:spMk id="21" creationId="{15F117A1-4497-263A-F048-962D118A2A1B}"/>
          </ac:spMkLst>
        </pc:spChg>
        <pc:spChg chg="del">
          <ac:chgData name="Junhyeok, Choi" userId="5a4c35fc-3dee-4395-9819-a12f2df5d28e" providerId="ADAL" clId="{5CBD550C-06C6-41B6-8287-5DDE50B96FFF}" dt="2023-10-17T03:53:10.231" v="3" actId="478"/>
          <ac:spMkLst>
            <pc:docMk/>
            <pc:sldMk cId="1234903227" sldId="2147481053"/>
            <ac:spMk id="22" creationId="{1B010ABF-DF99-B631-C932-535B8A02C833}"/>
          </ac:spMkLst>
        </pc:spChg>
        <pc:spChg chg="del">
          <ac:chgData name="Junhyeok, Choi" userId="5a4c35fc-3dee-4395-9819-a12f2df5d28e" providerId="ADAL" clId="{5CBD550C-06C6-41B6-8287-5DDE50B96FFF}" dt="2023-10-17T03:53:10.231" v="3" actId="478"/>
          <ac:spMkLst>
            <pc:docMk/>
            <pc:sldMk cId="1234903227" sldId="2147481053"/>
            <ac:spMk id="23" creationId="{3CEEAB16-759A-B407-87A6-E252E5F14404}"/>
          </ac:spMkLst>
        </pc:spChg>
        <pc:spChg chg="del">
          <ac:chgData name="Junhyeok, Choi" userId="5a4c35fc-3dee-4395-9819-a12f2df5d28e" providerId="ADAL" clId="{5CBD550C-06C6-41B6-8287-5DDE50B96FFF}" dt="2023-10-17T03:53:10.231" v="3" actId="478"/>
          <ac:spMkLst>
            <pc:docMk/>
            <pc:sldMk cId="1234903227" sldId="2147481053"/>
            <ac:spMk id="24" creationId="{460C0C17-209D-9F3E-9381-C5193AF5B598}"/>
          </ac:spMkLst>
        </pc:spChg>
        <pc:spChg chg="del">
          <ac:chgData name="Junhyeok, Choi" userId="5a4c35fc-3dee-4395-9819-a12f2df5d28e" providerId="ADAL" clId="{5CBD550C-06C6-41B6-8287-5DDE50B96FFF}" dt="2023-10-17T03:53:10.231" v="3" actId="478"/>
          <ac:spMkLst>
            <pc:docMk/>
            <pc:sldMk cId="1234903227" sldId="2147481053"/>
            <ac:spMk id="25" creationId="{195552A2-9A7E-585A-88A4-15530A10D189}"/>
          </ac:spMkLst>
        </pc:spChg>
        <pc:spChg chg="del">
          <ac:chgData name="Junhyeok, Choi" userId="5a4c35fc-3dee-4395-9819-a12f2df5d28e" providerId="ADAL" clId="{5CBD550C-06C6-41B6-8287-5DDE50B96FFF}" dt="2023-10-17T03:53:10.231" v="3" actId="478"/>
          <ac:spMkLst>
            <pc:docMk/>
            <pc:sldMk cId="1234903227" sldId="2147481053"/>
            <ac:spMk id="26" creationId="{ED2F400D-2948-59C6-9562-BF3C5EDF25F5}"/>
          </ac:spMkLst>
        </pc:spChg>
        <pc:spChg chg="del">
          <ac:chgData name="Junhyeok, Choi" userId="5a4c35fc-3dee-4395-9819-a12f2df5d28e" providerId="ADAL" clId="{5CBD550C-06C6-41B6-8287-5DDE50B96FFF}" dt="2023-10-17T03:53:10.231" v="3" actId="478"/>
          <ac:spMkLst>
            <pc:docMk/>
            <pc:sldMk cId="1234903227" sldId="2147481053"/>
            <ac:spMk id="27" creationId="{681CD14E-AEDD-E8B7-1D2A-0603B8710A85}"/>
          </ac:spMkLst>
        </pc:spChg>
        <pc:spChg chg="del">
          <ac:chgData name="Junhyeok, Choi" userId="5a4c35fc-3dee-4395-9819-a12f2df5d28e" providerId="ADAL" clId="{5CBD550C-06C6-41B6-8287-5DDE50B96FFF}" dt="2023-10-17T03:53:10.231" v="3" actId="478"/>
          <ac:spMkLst>
            <pc:docMk/>
            <pc:sldMk cId="1234903227" sldId="2147481053"/>
            <ac:spMk id="28" creationId="{A5AAFFE6-F62A-0B8A-D367-8E297C348F24}"/>
          </ac:spMkLst>
        </pc:spChg>
        <pc:spChg chg="del">
          <ac:chgData name="Junhyeok, Choi" userId="5a4c35fc-3dee-4395-9819-a12f2df5d28e" providerId="ADAL" clId="{5CBD550C-06C6-41B6-8287-5DDE50B96FFF}" dt="2023-10-17T03:53:10.231" v="3" actId="478"/>
          <ac:spMkLst>
            <pc:docMk/>
            <pc:sldMk cId="1234903227" sldId="2147481053"/>
            <ac:spMk id="29" creationId="{46D94428-F933-EC58-48A2-9A5D9DFAE628}"/>
          </ac:spMkLst>
        </pc:spChg>
        <pc:spChg chg="del">
          <ac:chgData name="Junhyeok, Choi" userId="5a4c35fc-3dee-4395-9819-a12f2df5d28e" providerId="ADAL" clId="{5CBD550C-06C6-41B6-8287-5DDE50B96FFF}" dt="2023-10-17T03:53:10.231" v="3" actId="478"/>
          <ac:spMkLst>
            <pc:docMk/>
            <pc:sldMk cId="1234903227" sldId="2147481053"/>
            <ac:spMk id="30" creationId="{3AE1279D-CE9A-A087-8B34-8D26B5BE32E2}"/>
          </ac:spMkLst>
        </pc:spChg>
        <pc:spChg chg="del">
          <ac:chgData name="Junhyeok, Choi" userId="5a4c35fc-3dee-4395-9819-a12f2df5d28e" providerId="ADAL" clId="{5CBD550C-06C6-41B6-8287-5DDE50B96FFF}" dt="2023-10-17T03:53:10.231" v="3" actId="478"/>
          <ac:spMkLst>
            <pc:docMk/>
            <pc:sldMk cId="1234903227" sldId="2147481053"/>
            <ac:spMk id="31" creationId="{EC1B6EE3-A762-4F95-1EAE-394844D780F5}"/>
          </ac:spMkLst>
        </pc:spChg>
        <pc:spChg chg="del">
          <ac:chgData name="Junhyeok, Choi" userId="5a4c35fc-3dee-4395-9819-a12f2df5d28e" providerId="ADAL" clId="{5CBD550C-06C6-41B6-8287-5DDE50B96FFF}" dt="2023-10-17T03:53:10.231" v="3" actId="478"/>
          <ac:spMkLst>
            <pc:docMk/>
            <pc:sldMk cId="1234903227" sldId="2147481053"/>
            <ac:spMk id="32" creationId="{FE4ED688-AD7F-956E-28F1-7EEFCB620321}"/>
          </ac:spMkLst>
        </pc:spChg>
        <pc:spChg chg="del">
          <ac:chgData name="Junhyeok, Choi" userId="5a4c35fc-3dee-4395-9819-a12f2df5d28e" providerId="ADAL" clId="{5CBD550C-06C6-41B6-8287-5DDE50B96FFF}" dt="2023-10-17T03:53:10.231" v="3" actId="478"/>
          <ac:spMkLst>
            <pc:docMk/>
            <pc:sldMk cId="1234903227" sldId="2147481053"/>
            <ac:spMk id="33" creationId="{175888C0-82A4-C995-F4A2-5DBF53FBD3D7}"/>
          </ac:spMkLst>
        </pc:spChg>
        <pc:spChg chg="del">
          <ac:chgData name="Junhyeok, Choi" userId="5a4c35fc-3dee-4395-9819-a12f2df5d28e" providerId="ADAL" clId="{5CBD550C-06C6-41B6-8287-5DDE50B96FFF}" dt="2023-10-17T03:53:10.231" v="3" actId="478"/>
          <ac:spMkLst>
            <pc:docMk/>
            <pc:sldMk cId="1234903227" sldId="2147481053"/>
            <ac:spMk id="34" creationId="{6D19E754-2D23-7D00-6E80-4BC8ADC96D9A}"/>
          </ac:spMkLst>
        </pc:spChg>
        <pc:spChg chg="del">
          <ac:chgData name="Junhyeok, Choi" userId="5a4c35fc-3dee-4395-9819-a12f2df5d28e" providerId="ADAL" clId="{5CBD550C-06C6-41B6-8287-5DDE50B96FFF}" dt="2023-10-17T03:53:10.231" v="3" actId="478"/>
          <ac:spMkLst>
            <pc:docMk/>
            <pc:sldMk cId="1234903227" sldId="2147481053"/>
            <ac:spMk id="35" creationId="{083850A6-4C01-DF71-06BD-23C97E158350}"/>
          </ac:spMkLst>
        </pc:spChg>
        <pc:spChg chg="del">
          <ac:chgData name="Junhyeok, Choi" userId="5a4c35fc-3dee-4395-9819-a12f2df5d28e" providerId="ADAL" clId="{5CBD550C-06C6-41B6-8287-5DDE50B96FFF}" dt="2023-10-17T03:53:10.231" v="3" actId="478"/>
          <ac:spMkLst>
            <pc:docMk/>
            <pc:sldMk cId="1234903227" sldId="2147481053"/>
            <ac:spMk id="36" creationId="{618580D8-46F3-D97C-DAD1-BFB73C26A0C7}"/>
          </ac:spMkLst>
        </pc:spChg>
        <pc:spChg chg="del">
          <ac:chgData name="Junhyeok, Choi" userId="5a4c35fc-3dee-4395-9819-a12f2df5d28e" providerId="ADAL" clId="{5CBD550C-06C6-41B6-8287-5DDE50B96FFF}" dt="2023-10-17T03:53:10.231" v="3" actId="478"/>
          <ac:spMkLst>
            <pc:docMk/>
            <pc:sldMk cId="1234903227" sldId="2147481053"/>
            <ac:spMk id="37" creationId="{8E809D0F-5030-B17E-803A-14B82D4AFA1D}"/>
          </ac:spMkLst>
        </pc:spChg>
        <pc:spChg chg="del">
          <ac:chgData name="Junhyeok, Choi" userId="5a4c35fc-3dee-4395-9819-a12f2df5d28e" providerId="ADAL" clId="{5CBD550C-06C6-41B6-8287-5DDE50B96FFF}" dt="2023-10-17T03:53:10.231" v="3" actId="478"/>
          <ac:spMkLst>
            <pc:docMk/>
            <pc:sldMk cId="1234903227" sldId="2147481053"/>
            <ac:spMk id="38" creationId="{0BDC54C1-7098-977D-1E4D-7A60AE7B0551}"/>
          </ac:spMkLst>
        </pc:spChg>
        <pc:spChg chg="del">
          <ac:chgData name="Junhyeok, Choi" userId="5a4c35fc-3dee-4395-9819-a12f2df5d28e" providerId="ADAL" clId="{5CBD550C-06C6-41B6-8287-5DDE50B96FFF}" dt="2023-10-17T03:53:10.231" v="3" actId="478"/>
          <ac:spMkLst>
            <pc:docMk/>
            <pc:sldMk cId="1234903227" sldId="2147481053"/>
            <ac:spMk id="39" creationId="{A77C86C1-0E58-C0A5-56FA-C10C36FDD543}"/>
          </ac:spMkLst>
        </pc:spChg>
        <pc:spChg chg="del">
          <ac:chgData name="Junhyeok, Choi" userId="5a4c35fc-3dee-4395-9819-a12f2df5d28e" providerId="ADAL" clId="{5CBD550C-06C6-41B6-8287-5DDE50B96FFF}" dt="2023-10-17T03:53:10.231" v="3" actId="478"/>
          <ac:spMkLst>
            <pc:docMk/>
            <pc:sldMk cId="1234903227" sldId="2147481053"/>
            <ac:spMk id="40" creationId="{A6CDDAD0-FA3B-DB24-14C3-F1DB9FBDEA7A}"/>
          </ac:spMkLst>
        </pc:spChg>
        <pc:spChg chg="del">
          <ac:chgData name="Junhyeok, Choi" userId="5a4c35fc-3dee-4395-9819-a12f2df5d28e" providerId="ADAL" clId="{5CBD550C-06C6-41B6-8287-5DDE50B96FFF}" dt="2023-10-17T03:53:10.231" v="3" actId="478"/>
          <ac:spMkLst>
            <pc:docMk/>
            <pc:sldMk cId="1234903227" sldId="2147481053"/>
            <ac:spMk id="41" creationId="{52461E1D-2963-9BD0-3C7E-D6B186DB8800}"/>
          </ac:spMkLst>
        </pc:spChg>
        <pc:spChg chg="del">
          <ac:chgData name="Junhyeok, Choi" userId="5a4c35fc-3dee-4395-9819-a12f2df5d28e" providerId="ADAL" clId="{5CBD550C-06C6-41B6-8287-5DDE50B96FFF}" dt="2023-10-17T03:53:10.231" v="3" actId="478"/>
          <ac:spMkLst>
            <pc:docMk/>
            <pc:sldMk cId="1234903227" sldId="2147481053"/>
            <ac:spMk id="42" creationId="{D5DE093F-A441-4AD9-1BD4-06C60227DCCB}"/>
          </ac:spMkLst>
        </pc:spChg>
        <pc:spChg chg="del">
          <ac:chgData name="Junhyeok, Choi" userId="5a4c35fc-3dee-4395-9819-a12f2df5d28e" providerId="ADAL" clId="{5CBD550C-06C6-41B6-8287-5DDE50B96FFF}" dt="2023-10-17T03:53:10.231" v="3" actId="478"/>
          <ac:spMkLst>
            <pc:docMk/>
            <pc:sldMk cId="1234903227" sldId="2147481053"/>
            <ac:spMk id="43" creationId="{89979F2B-678C-39BA-EF63-DA50C05211D6}"/>
          </ac:spMkLst>
        </pc:spChg>
        <pc:spChg chg="del">
          <ac:chgData name="Junhyeok, Choi" userId="5a4c35fc-3dee-4395-9819-a12f2df5d28e" providerId="ADAL" clId="{5CBD550C-06C6-41B6-8287-5DDE50B96FFF}" dt="2023-10-17T03:53:10.231" v="3" actId="478"/>
          <ac:spMkLst>
            <pc:docMk/>
            <pc:sldMk cId="1234903227" sldId="2147481053"/>
            <ac:spMk id="44" creationId="{FE271B28-65C1-855F-9D40-AD79F6D40B6B}"/>
          </ac:spMkLst>
        </pc:spChg>
        <pc:spChg chg="del">
          <ac:chgData name="Junhyeok, Choi" userId="5a4c35fc-3dee-4395-9819-a12f2df5d28e" providerId="ADAL" clId="{5CBD550C-06C6-41B6-8287-5DDE50B96FFF}" dt="2023-10-17T03:53:10.231" v="3" actId="478"/>
          <ac:spMkLst>
            <pc:docMk/>
            <pc:sldMk cId="1234903227" sldId="2147481053"/>
            <ac:spMk id="45" creationId="{C48BB131-26FE-09F4-0479-7461F3A72CA8}"/>
          </ac:spMkLst>
        </pc:spChg>
        <pc:spChg chg="del">
          <ac:chgData name="Junhyeok, Choi" userId="5a4c35fc-3dee-4395-9819-a12f2df5d28e" providerId="ADAL" clId="{5CBD550C-06C6-41B6-8287-5DDE50B96FFF}" dt="2023-10-17T03:53:10.231" v="3" actId="478"/>
          <ac:spMkLst>
            <pc:docMk/>
            <pc:sldMk cId="1234903227" sldId="2147481053"/>
            <ac:spMk id="46" creationId="{783AEA2E-A47F-70FD-8BEA-86399E07E69E}"/>
          </ac:spMkLst>
        </pc:spChg>
        <pc:spChg chg="del">
          <ac:chgData name="Junhyeok, Choi" userId="5a4c35fc-3dee-4395-9819-a12f2df5d28e" providerId="ADAL" clId="{5CBD550C-06C6-41B6-8287-5DDE50B96FFF}" dt="2023-10-17T03:53:10.231" v="3" actId="478"/>
          <ac:spMkLst>
            <pc:docMk/>
            <pc:sldMk cId="1234903227" sldId="2147481053"/>
            <ac:spMk id="47" creationId="{59C916E7-A2C6-F18C-4CE4-A814EEF3A64F}"/>
          </ac:spMkLst>
        </pc:spChg>
        <pc:spChg chg="del">
          <ac:chgData name="Junhyeok, Choi" userId="5a4c35fc-3dee-4395-9819-a12f2df5d28e" providerId="ADAL" clId="{5CBD550C-06C6-41B6-8287-5DDE50B96FFF}" dt="2023-10-17T03:53:10.231" v="3" actId="478"/>
          <ac:spMkLst>
            <pc:docMk/>
            <pc:sldMk cId="1234903227" sldId="2147481053"/>
            <ac:spMk id="48" creationId="{9DAFAB3E-4B3F-D3F4-DEAF-6631389BBDFC}"/>
          </ac:spMkLst>
        </pc:spChg>
        <pc:spChg chg="del">
          <ac:chgData name="Junhyeok, Choi" userId="5a4c35fc-3dee-4395-9819-a12f2df5d28e" providerId="ADAL" clId="{5CBD550C-06C6-41B6-8287-5DDE50B96FFF}" dt="2023-10-17T03:53:10.231" v="3" actId="478"/>
          <ac:spMkLst>
            <pc:docMk/>
            <pc:sldMk cId="1234903227" sldId="2147481053"/>
            <ac:spMk id="49" creationId="{892F5B6C-6E11-2E99-72D6-96AE482D83DB}"/>
          </ac:spMkLst>
        </pc:spChg>
        <pc:spChg chg="del">
          <ac:chgData name="Junhyeok, Choi" userId="5a4c35fc-3dee-4395-9819-a12f2df5d28e" providerId="ADAL" clId="{5CBD550C-06C6-41B6-8287-5DDE50B96FFF}" dt="2023-10-17T03:53:10.231" v="3" actId="478"/>
          <ac:spMkLst>
            <pc:docMk/>
            <pc:sldMk cId="1234903227" sldId="2147481053"/>
            <ac:spMk id="50" creationId="{B24CA904-4123-DE8C-744A-F039506782D8}"/>
          </ac:spMkLst>
        </pc:spChg>
        <pc:spChg chg="del">
          <ac:chgData name="Junhyeok, Choi" userId="5a4c35fc-3dee-4395-9819-a12f2df5d28e" providerId="ADAL" clId="{5CBD550C-06C6-41B6-8287-5DDE50B96FFF}" dt="2023-10-17T03:53:10.231" v="3" actId="478"/>
          <ac:spMkLst>
            <pc:docMk/>
            <pc:sldMk cId="1234903227" sldId="2147481053"/>
            <ac:spMk id="51" creationId="{BD011D4C-854C-AC42-24AC-20FCFA2717D9}"/>
          </ac:spMkLst>
        </pc:spChg>
        <pc:spChg chg="del">
          <ac:chgData name="Junhyeok, Choi" userId="5a4c35fc-3dee-4395-9819-a12f2df5d28e" providerId="ADAL" clId="{5CBD550C-06C6-41B6-8287-5DDE50B96FFF}" dt="2023-10-17T03:53:10.231" v="3" actId="478"/>
          <ac:spMkLst>
            <pc:docMk/>
            <pc:sldMk cId="1234903227" sldId="2147481053"/>
            <ac:spMk id="52" creationId="{72C67FFD-C334-E486-E6E5-AB994881BCA5}"/>
          </ac:spMkLst>
        </pc:spChg>
        <pc:spChg chg="del">
          <ac:chgData name="Junhyeok, Choi" userId="5a4c35fc-3dee-4395-9819-a12f2df5d28e" providerId="ADAL" clId="{5CBD550C-06C6-41B6-8287-5DDE50B96FFF}" dt="2023-10-17T03:53:10.231" v="3" actId="478"/>
          <ac:spMkLst>
            <pc:docMk/>
            <pc:sldMk cId="1234903227" sldId="2147481053"/>
            <ac:spMk id="53" creationId="{1033E26D-7908-B4DB-A48A-182A3AAD4C5B}"/>
          </ac:spMkLst>
        </pc:spChg>
        <pc:spChg chg="del">
          <ac:chgData name="Junhyeok, Choi" userId="5a4c35fc-3dee-4395-9819-a12f2df5d28e" providerId="ADAL" clId="{5CBD550C-06C6-41B6-8287-5DDE50B96FFF}" dt="2023-10-17T03:53:10.231" v="3" actId="478"/>
          <ac:spMkLst>
            <pc:docMk/>
            <pc:sldMk cId="1234903227" sldId="2147481053"/>
            <ac:spMk id="54" creationId="{43B4F985-A801-3223-34C2-BB6031DD0C25}"/>
          </ac:spMkLst>
        </pc:spChg>
        <pc:spChg chg="del">
          <ac:chgData name="Junhyeok, Choi" userId="5a4c35fc-3dee-4395-9819-a12f2df5d28e" providerId="ADAL" clId="{5CBD550C-06C6-41B6-8287-5DDE50B96FFF}" dt="2023-10-17T03:53:10.231" v="3" actId="478"/>
          <ac:spMkLst>
            <pc:docMk/>
            <pc:sldMk cId="1234903227" sldId="2147481053"/>
            <ac:spMk id="57" creationId="{255D0405-A973-337C-3A2F-25861330FC78}"/>
          </ac:spMkLst>
        </pc:spChg>
        <pc:spChg chg="del">
          <ac:chgData name="Junhyeok, Choi" userId="5a4c35fc-3dee-4395-9819-a12f2df5d28e" providerId="ADAL" clId="{5CBD550C-06C6-41B6-8287-5DDE50B96FFF}" dt="2023-10-17T03:53:10.231" v="3" actId="478"/>
          <ac:spMkLst>
            <pc:docMk/>
            <pc:sldMk cId="1234903227" sldId="2147481053"/>
            <ac:spMk id="58" creationId="{BF0443EF-D16E-0CF0-98F4-CF0857C36A1F}"/>
          </ac:spMkLst>
        </pc:spChg>
        <pc:spChg chg="del">
          <ac:chgData name="Junhyeok, Choi" userId="5a4c35fc-3dee-4395-9819-a12f2df5d28e" providerId="ADAL" clId="{5CBD550C-06C6-41B6-8287-5DDE50B96FFF}" dt="2023-10-17T03:53:10.231" v="3" actId="478"/>
          <ac:spMkLst>
            <pc:docMk/>
            <pc:sldMk cId="1234903227" sldId="2147481053"/>
            <ac:spMk id="59" creationId="{ED34D8FA-79B9-55FB-0ED4-C4C11721BE14}"/>
          </ac:spMkLst>
        </pc:spChg>
        <pc:spChg chg="del">
          <ac:chgData name="Junhyeok, Choi" userId="5a4c35fc-3dee-4395-9819-a12f2df5d28e" providerId="ADAL" clId="{5CBD550C-06C6-41B6-8287-5DDE50B96FFF}" dt="2023-10-17T03:53:10.231" v="3" actId="478"/>
          <ac:spMkLst>
            <pc:docMk/>
            <pc:sldMk cId="1234903227" sldId="2147481053"/>
            <ac:spMk id="60" creationId="{BA518DCB-F34D-649D-EE79-FC2B6BA6312E}"/>
          </ac:spMkLst>
        </pc:spChg>
        <pc:spChg chg="del">
          <ac:chgData name="Junhyeok, Choi" userId="5a4c35fc-3dee-4395-9819-a12f2df5d28e" providerId="ADAL" clId="{5CBD550C-06C6-41B6-8287-5DDE50B96FFF}" dt="2023-10-17T03:53:10.231" v="3" actId="478"/>
          <ac:spMkLst>
            <pc:docMk/>
            <pc:sldMk cId="1234903227" sldId="2147481053"/>
            <ac:spMk id="61" creationId="{0B60EC0A-A8D6-78CE-E540-D96217F8F29B}"/>
          </ac:spMkLst>
        </pc:spChg>
        <pc:spChg chg="del">
          <ac:chgData name="Junhyeok, Choi" userId="5a4c35fc-3dee-4395-9819-a12f2df5d28e" providerId="ADAL" clId="{5CBD550C-06C6-41B6-8287-5DDE50B96FFF}" dt="2023-10-17T03:53:10.231" v="3" actId="478"/>
          <ac:spMkLst>
            <pc:docMk/>
            <pc:sldMk cId="1234903227" sldId="2147481053"/>
            <ac:spMk id="62" creationId="{CA7EC408-7D59-1869-2C04-129F2E2EBFC0}"/>
          </ac:spMkLst>
        </pc:spChg>
        <pc:spChg chg="del">
          <ac:chgData name="Junhyeok, Choi" userId="5a4c35fc-3dee-4395-9819-a12f2df5d28e" providerId="ADAL" clId="{5CBD550C-06C6-41B6-8287-5DDE50B96FFF}" dt="2023-10-17T03:53:10.231" v="3" actId="478"/>
          <ac:spMkLst>
            <pc:docMk/>
            <pc:sldMk cId="1234903227" sldId="2147481053"/>
            <ac:spMk id="63" creationId="{525F740A-8EAD-F254-7FB6-305D50060F47}"/>
          </ac:spMkLst>
        </pc:spChg>
        <pc:spChg chg="del">
          <ac:chgData name="Junhyeok, Choi" userId="5a4c35fc-3dee-4395-9819-a12f2df5d28e" providerId="ADAL" clId="{5CBD550C-06C6-41B6-8287-5DDE50B96FFF}" dt="2023-10-17T03:53:10.231" v="3" actId="478"/>
          <ac:spMkLst>
            <pc:docMk/>
            <pc:sldMk cId="1234903227" sldId="2147481053"/>
            <ac:spMk id="64" creationId="{7D23D949-7274-5A10-E6B9-89504881FA2C}"/>
          </ac:spMkLst>
        </pc:spChg>
        <pc:spChg chg="del">
          <ac:chgData name="Junhyeok, Choi" userId="5a4c35fc-3dee-4395-9819-a12f2df5d28e" providerId="ADAL" clId="{5CBD550C-06C6-41B6-8287-5DDE50B96FFF}" dt="2023-10-17T03:53:10.231" v="3" actId="478"/>
          <ac:spMkLst>
            <pc:docMk/>
            <pc:sldMk cId="1234903227" sldId="2147481053"/>
            <ac:spMk id="65" creationId="{9F5A40B3-4652-869A-DDC8-2E928E8C2FCF}"/>
          </ac:spMkLst>
        </pc:spChg>
        <pc:spChg chg="del">
          <ac:chgData name="Junhyeok, Choi" userId="5a4c35fc-3dee-4395-9819-a12f2df5d28e" providerId="ADAL" clId="{5CBD550C-06C6-41B6-8287-5DDE50B96FFF}" dt="2023-10-17T03:53:10.231" v="3" actId="478"/>
          <ac:spMkLst>
            <pc:docMk/>
            <pc:sldMk cId="1234903227" sldId="2147481053"/>
            <ac:spMk id="66" creationId="{A62B197F-007A-20F7-816A-5EB061ED46D6}"/>
          </ac:spMkLst>
        </pc:spChg>
        <pc:spChg chg="del">
          <ac:chgData name="Junhyeok, Choi" userId="5a4c35fc-3dee-4395-9819-a12f2df5d28e" providerId="ADAL" clId="{5CBD550C-06C6-41B6-8287-5DDE50B96FFF}" dt="2023-10-17T03:53:10.231" v="3" actId="478"/>
          <ac:spMkLst>
            <pc:docMk/>
            <pc:sldMk cId="1234903227" sldId="2147481053"/>
            <ac:spMk id="67" creationId="{3D972912-37A2-2041-8A35-A014E7092900}"/>
          </ac:spMkLst>
        </pc:spChg>
        <pc:spChg chg="del">
          <ac:chgData name="Junhyeok, Choi" userId="5a4c35fc-3dee-4395-9819-a12f2df5d28e" providerId="ADAL" clId="{5CBD550C-06C6-41B6-8287-5DDE50B96FFF}" dt="2023-10-17T03:53:10.231" v="3" actId="478"/>
          <ac:spMkLst>
            <pc:docMk/>
            <pc:sldMk cId="1234903227" sldId="2147481053"/>
            <ac:spMk id="68" creationId="{9DE2B522-AB62-CAD6-51FE-21B91F06D606}"/>
          </ac:spMkLst>
        </pc:spChg>
        <pc:spChg chg="del">
          <ac:chgData name="Junhyeok, Choi" userId="5a4c35fc-3dee-4395-9819-a12f2df5d28e" providerId="ADAL" clId="{5CBD550C-06C6-41B6-8287-5DDE50B96FFF}" dt="2023-10-17T03:53:10.231" v="3" actId="478"/>
          <ac:spMkLst>
            <pc:docMk/>
            <pc:sldMk cId="1234903227" sldId="2147481053"/>
            <ac:spMk id="69" creationId="{AB679581-E79B-F939-307A-DBE64858DBC5}"/>
          </ac:spMkLst>
        </pc:spChg>
        <pc:spChg chg="del">
          <ac:chgData name="Junhyeok, Choi" userId="5a4c35fc-3dee-4395-9819-a12f2df5d28e" providerId="ADAL" clId="{5CBD550C-06C6-41B6-8287-5DDE50B96FFF}" dt="2023-10-17T03:53:10.231" v="3" actId="478"/>
          <ac:spMkLst>
            <pc:docMk/>
            <pc:sldMk cId="1234903227" sldId="2147481053"/>
            <ac:spMk id="70" creationId="{81E702DD-1383-7B3F-014A-B18261C491B7}"/>
          </ac:spMkLst>
        </pc:spChg>
        <pc:spChg chg="del">
          <ac:chgData name="Junhyeok, Choi" userId="5a4c35fc-3dee-4395-9819-a12f2df5d28e" providerId="ADAL" clId="{5CBD550C-06C6-41B6-8287-5DDE50B96FFF}" dt="2023-10-17T03:53:10.231" v="3" actId="478"/>
          <ac:spMkLst>
            <pc:docMk/>
            <pc:sldMk cId="1234903227" sldId="2147481053"/>
            <ac:spMk id="71" creationId="{D8508979-E84B-92BE-D3C1-74D32CCF12F2}"/>
          </ac:spMkLst>
        </pc:spChg>
        <pc:spChg chg="del">
          <ac:chgData name="Junhyeok, Choi" userId="5a4c35fc-3dee-4395-9819-a12f2df5d28e" providerId="ADAL" clId="{5CBD550C-06C6-41B6-8287-5DDE50B96FFF}" dt="2023-10-17T03:53:10.231" v="3" actId="478"/>
          <ac:spMkLst>
            <pc:docMk/>
            <pc:sldMk cId="1234903227" sldId="2147481053"/>
            <ac:spMk id="72" creationId="{4EBD8B7E-B1C6-01B2-76F0-F1E62B787C4E}"/>
          </ac:spMkLst>
        </pc:spChg>
        <pc:spChg chg="del">
          <ac:chgData name="Junhyeok, Choi" userId="5a4c35fc-3dee-4395-9819-a12f2df5d28e" providerId="ADAL" clId="{5CBD550C-06C6-41B6-8287-5DDE50B96FFF}" dt="2023-10-17T03:53:10.231" v="3" actId="478"/>
          <ac:spMkLst>
            <pc:docMk/>
            <pc:sldMk cId="1234903227" sldId="2147481053"/>
            <ac:spMk id="73" creationId="{EBE6D2FB-6E39-2A23-09A5-78DAAC04F0F7}"/>
          </ac:spMkLst>
        </pc:spChg>
        <pc:spChg chg="del">
          <ac:chgData name="Junhyeok, Choi" userId="5a4c35fc-3dee-4395-9819-a12f2df5d28e" providerId="ADAL" clId="{5CBD550C-06C6-41B6-8287-5DDE50B96FFF}" dt="2023-10-17T03:53:10.231" v="3" actId="478"/>
          <ac:spMkLst>
            <pc:docMk/>
            <pc:sldMk cId="1234903227" sldId="2147481053"/>
            <ac:spMk id="74" creationId="{D2D57B2E-C2F2-2627-6FE4-0A30A7146EF1}"/>
          </ac:spMkLst>
        </pc:spChg>
        <pc:spChg chg="del">
          <ac:chgData name="Junhyeok, Choi" userId="5a4c35fc-3dee-4395-9819-a12f2df5d28e" providerId="ADAL" clId="{5CBD550C-06C6-41B6-8287-5DDE50B96FFF}" dt="2023-10-17T03:53:10.231" v="3" actId="478"/>
          <ac:spMkLst>
            <pc:docMk/>
            <pc:sldMk cId="1234903227" sldId="2147481053"/>
            <ac:spMk id="75" creationId="{71976ABA-B482-AD71-D38F-D6D702C21D13}"/>
          </ac:spMkLst>
        </pc:spChg>
        <pc:spChg chg="del">
          <ac:chgData name="Junhyeok, Choi" userId="5a4c35fc-3dee-4395-9819-a12f2df5d28e" providerId="ADAL" clId="{5CBD550C-06C6-41B6-8287-5DDE50B96FFF}" dt="2023-10-17T03:53:10.231" v="3" actId="478"/>
          <ac:spMkLst>
            <pc:docMk/>
            <pc:sldMk cId="1234903227" sldId="2147481053"/>
            <ac:spMk id="76" creationId="{1EDA28B4-A104-2272-67E3-7838D56ECF80}"/>
          </ac:spMkLst>
        </pc:spChg>
        <pc:spChg chg="del">
          <ac:chgData name="Junhyeok, Choi" userId="5a4c35fc-3dee-4395-9819-a12f2df5d28e" providerId="ADAL" clId="{5CBD550C-06C6-41B6-8287-5DDE50B96FFF}" dt="2023-10-17T03:53:10.231" v="3" actId="478"/>
          <ac:spMkLst>
            <pc:docMk/>
            <pc:sldMk cId="1234903227" sldId="2147481053"/>
            <ac:spMk id="77" creationId="{6073CE5B-AC5C-D50C-8EA6-7311B1EB4E05}"/>
          </ac:spMkLst>
        </pc:spChg>
        <pc:spChg chg="del">
          <ac:chgData name="Junhyeok, Choi" userId="5a4c35fc-3dee-4395-9819-a12f2df5d28e" providerId="ADAL" clId="{5CBD550C-06C6-41B6-8287-5DDE50B96FFF}" dt="2023-10-17T03:53:10.231" v="3" actId="478"/>
          <ac:spMkLst>
            <pc:docMk/>
            <pc:sldMk cId="1234903227" sldId="2147481053"/>
            <ac:spMk id="79" creationId="{6BB60D50-121A-20BF-7C48-6AB707EBAE82}"/>
          </ac:spMkLst>
        </pc:spChg>
        <pc:spChg chg="del">
          <ac:chgData name="Junhyeok, Choi" userId="5a4c35fc-3dee-4395-9819-a12f2df5d28e" providerId="ADAL" clId="{5CBD550C-06C6-41B6-8287-5DDE50B96FFF}" dt="2023-10-17T03:53:10.231" v="3" actId="478"/>
          <ac:spMkLst>
            <pc:docMk/>
            <pc:sldMk cId="1234903227" sldId="2147481053"/>
            <ac:spMk id="80" creationId="{B59D14F0-A979-108B-9559-F19B4FD91316}"/>
          </ac:spMkLst>
        </pc:spChg>
        <pc:cxnChg chg="del">
          <ac:chgData name="Junhyeok, Choi" userId="5a4c35fc-3dee-4395-9819-a12f2df5d28e" providerId="ADAL" clId="{5CBD550C-06C6-41B6-8287-5DDE50B96FFF}" dt="2023-10-17T03:53:10.231" v="3" actId="478"/>
          <ac:cxnSpMkLst>
            <pc:docMk/>
            <pc:sldMk cId="1234903227" sldId="2147481053"/>
            <ac:cxnSpMk id="55" creationId="{6E4D13E4-9869-EEAC-0185-B05E7A504B03}"/>
          </ac:cxnSpMkLst>
        </pc:cxnChg>
        <pc:cxnChg chg="del">
          <ac:chgData name="Junhyeok, Choi" userId="5a4c35fc-3dee-4395-9819-a12f2df5d28e" providerId="ADAL" clId="{5CBD550C-06C6-41B6-8287-5DDE50B96FFF}" dt="2023-10-17T03:53:10.231" v="3" actId="478"/>
          <ac:cxnSpMkLst>
            <pc:docMk/>
            <pc:sldMk cId="1234903227" sldId="2147481053"/>
            <ac:cxnSpMk id="56" creationId="{64866E8F-2C7F-214D-06C2-BA449A3C9091}"/>
          </ac:cxnSpMkLst>
        </pc:cxn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796D30-D74B-490D-8EF6-AD5868622D1D}" type="doc">
      <dgm:prSet loTypeId="urn:microsoft.com/office/officeart/2011/layout/RadialPictureList" loCatId="officeonline" qsTypeId="urn:microsoft.com/office/officeart/2005/8/quickstyle/simple1" qsCatId="simple" csTypeId="urn:microsoft.com/office/officeart/2005/8/colors/accent1_2" csCatId="accent1" phldr="1"/>
      <dgm:spPr/>
      <dgm:t>
        <a:bodyPr/>
        <a:lstStyle/>
        <a:p>
          <a:endParaRPr lang="en-US"/>
        </a:p>
      </dgm:t>
    </dgm:pt>
    <dgm:pt modelId="{AF8AE8EB-0553-4236-8D4D-979457DCC8CC}">
      <dgm:prSet phldrT="[Text]" custT="1"/>
      <dgm:spPr>
        <a:solidFill>
          <a:schemeClr val="accent4">
            <a:lumMod val="50000"/>
          </a:schemeClr>
        </a:solidFill>
        <a:ln>
          <a:noFill/>
        </a:ln>
      </dgm:spPr>
      <dgm:t>
        <a:bodyPr/>
        <a:lstStyle/>
        <a:p>
          <a:r>
            <a:rPr lang="ja-JP" altLang="en-US" sz="1400" b="1" dirty="0">
              <a:solidFill>
                <a:schemeClr val="bg1"/>
              </a:solidFill>
              <a:latin typeface="+mn-lt"/>
            </a:rPr>
            <a:t>キー</a:t>
          </a:r>
          <a:br>
            <a:rPr lang="en-US" altLang="ja-JP" sz="1400" b="1" dirty="0">
              <a:solidFill>
                <a:schemeClr val="bg1"/>
              </a:solidFill>
              <a:latin typeface="+mn-lt"/>
            </a:rPr>
          </a:br>
          <a:r>
            <a:rPr lang="ja-JP" altLang="en-US" sz="1400" b="1" dirty="0">
              <a:solidFill>
                <a:schemeClr val="bg1"/>
              </a:solidFill>
              <a:latin typeface="+mn-lt"/>
            </a:rPr>
            <a:t>ポイント</a:t>
          </a:r>
          <a:endParaRPr lang="en-US" sz="1400" b="1" dirty="0">
            <a:solidFill>
              <a:schemeClr val="bg1"/>
            </a:solidFill>
            <a:latin typeface="+mn-lt"/>
          </a:endParaRPr>
        </a:p>
      </dgm:t>
    </dgm:pt>
    <dgm:pt modelId="{0454A45D-3DBD-4C94-A48C-0FACE5C34EEE}" type="parTrans" cxnId="{34778A75-12EE-4002-9AFD-29A6ECB518DE}">
      <dgm:prSet/>
      <dgm:spPr/>
      <dgm:t>
        <a:bodyPr/>
        <a:lstStyle/>
        <a:p>
          <a:endParaRPr lang="en-US"/>
        </a:p>
      </dgm:t>
    </dgm:pt>
    <dgm:pt modelId="{5023715F-0E66-45EB-8E9D-DBA240EC6D55}" type="sibTrans" cxnId="{34778A75-12EE-4002-9AFD-29A6ECB518DE}">
      <dgm:prSet/>
      <dgm:spPr/>
      <dgm:t>
        <a:bodyPr/>
        <a:lstStyle/>
        <a:p>
          <a:endParaRPr lang="en-US"/>
        </a:p>
      </dgm:t>
    </dgm:pt>
    <dgm:pt modelId="{BA1980B7-C60C-434F-A1CC-D09C0060DD09}">
      <dgm:prSet phldrT="[Text]" custT="1"/>
      <dgm:spPr/>
      <dgm:t>
        <a:bodyPr/>
        <a:lstStyle/>
        <a:p>
          <a:r>
            <a:rPr lang="ja-JP" altLang="en-US" sz="1200" b="1" dirty="0"/>
            <a:t>置かれた状況に適した</a:t>
          </a:r>
          <a:br>
            <a:rPr lang="en-US" altLang="ja-JP" sz="1200" b="1" dirty="0"/>
          </a:br>
          <a:r>
            <a:rPr lang="ja-JP" altLang="en-US" sz="1200" b="1" dirty="0"/>
            <a:t>意思決定パターンの選択</a:t>
          </a:r>
          <a:endParaRPr lang="en-US" sz="1200" b="1" dirty="0"/>
        </a:p>
      </dgm:t>
    </dgm:pt>
    <dgm:pt modelId="{C5DE4750-684D-466F-9026-794CEB23EFE0}" type="parTrans" cxnId="{32D703AF-5BDC-41A1-B27D-B39822F09C15}">
      <dgm:prSet/>
      <dgm:spPr/>
      <dgm:t>
        <a:bodyPr/>
        <a:lstStyle/>
        <a:p>
          <a:endParaRPr lang="en-US"/>
        </a:p>
      </dgm:t>
    </dgm:pt>
    <dgm:pt modelId="{615F76D8-4CF6-4CC9-AB74-220E3F4C6939}" type="sibTrans" cxnId="{32D703AF-5BDC-41A1-B27D-B39822F09C15}">
      <dgm:prSet/>
      <dgm:spPr/>
      <dgm:t>
        <a:bodyPr/>
        <a:lstStyle/>
        <a:p>
          <a:endParaRPr lang="en-US"/>
        </a:p>
      </dgm:t>
    </dgm:pt>
    <dgm:pt modelId="{DFB2112D-494F-451D-8A20-7AFCE9FAA697}">
      <dgm:prSet phldrT="[Text]" custT="1"/>
      <dgm:spPr/>
      <dgm:t>
        <a:bodyPr/>
        <a:lstStyle/>
        <a:p>
          <a:r>
            <a:rPr lang="en-US" altLang="ja-JP" sz="1200" b="1" dirty="0"/>
            <a:t>AI</a:t>
          </a:r>
          <a:r>
            <a:rPr lang="ja-JP" altLang="en-US" sz="1200" b="1" dirty="0"/>
            <a:t>等新技術活用による</a:t>
          </a:r>
          <a:br>
            <a:rPr lang="en-US" altLang="ja-JP" sz="1200" b="1" dirty="0"/>
          </a:br>
          <a:r>
            <a:rPr lang="ja-JP" altLang="en-US" sz="1200" b="1" dirty="0"/>
            <a:t>データ精度向上</a:t>
          </a:r>
          <a:endParaRPr lang="en-US" sz="1200" dirty="0"/>
        </a:p>
      </dgm:t>
    </dgm:pt>
    <dgm:pt modelId="{9A1C6EB3-3916-4836-B7FF-B2E46E0E9590}" type="parTrans" cxnId="{9BDCF839-FFB0-43E2-864D-DED0C66335D6}">
      <dgm:prSet/>
      <dgm:spPr/>
      <dgm:t>
        <a:bodyPr/>
        <a:lstStyle/>
        <a:p>
          <a:endParaRPr lang="en-US"/>
        </a:p>
      </dgm:t>
    </dgm:pt>
    <dgm:pt modelId="{D99EF676-2354-44E4-B71D-42FE94DA9027}" type="sibTrans" cxnId="{9BDCF839-FFB0-43E2-864D-DED0C66335D6}">
      <dgm:prSet/>
      <dgm:spPr/>
      <dgm:t>
        <a:bodyPr/>
        <a:lstStyle/>
        <a:p>
          <a:endParaRPr lang="en-US"/>
        </a:p>
      </dgm:t>
    </dgm:pt>
    <dgm:pt modelId="{BA756DA9-29CA-45F7-B4EE-BDE583ED486A}">
      <dgm:prSet phldrT="[Text]" custT="1"/>
      <dgm:spPr/>
      <dgm:t>
        <a:bodyPr/>
        <a:lstStyle/>
        <a:p>
          <a:r>
            <a:rPr lang="ja-JP" altLang="en-US" sz="1200" b="1" dirty="0"/>
            <a:t>データ民主化による</a:t>
          </a:r>
          <a:br>
            <a:rPr lang="en-US" altLang="ja-JP" sz="1200" b="1" dirty="0"/>
          </a:br>
          <a:r>
            <a:rPr lang="ja-JP" altLang="en-US" sz="1200" b="1" dirty="0"/>
            <a:t>良質なデータの大量蓄積</a:t>
          </a:r>
          <a:endParaRPr lang="en-US" sz="1200" dirty="0"/>
        </a:p>
      </dgm:t>
    </dgm:pt>
    <dgm:pt modelId="{30474EC5-13DC-4328-94F4-40CD127CDBC1}" type="parTrans" cxnId="{CAD90F50-009B-4960-A8FD-32A310FDE53D}">
      <dgm:prSet/>
      <dgm:spPr/>
      <dgm:t>
        <a:bodyPr/>
        <a:lstStyle/>
        <a:p>
          <a:endParaRPr lang="en-US"/>
        </a:p>
      </dgm:t>
    </dgm:pt>
    <dgm:pt modelId="{A7B31DD4-16B0-47E2-BDB7-8C6D373EA966}" type="sibTrans" cxnId="{CAD90F50-009B-4960-A8FD-32A310FDE53D}">
      <dgm:prSet/>
      <dgm:spPr/>
      <dgm:t>
        <a:bodyPr/>
        <a:lstStyle/>
        <a:p>
          <a:endParaRPr lang="en-US"/>
        </a:p>
      </dgm:t>
    </dgm:pt>
    <dgm:pt modelId="{6583A9C5-C3E2-4B7A-9631-B24BB4058BC6}" type="pres">
      <dgm:prSet presAssocID="{0F796D30-D74B-490D-8EF6-AD5868622D1D}" presName="Name0" presStyleCnt="0">
        <dgm:presLayoutVars>
          <dgm:chMax val="1"/>
          <dgm:chPref val="1"/>
          <dgm:dir/>
          <dgm:resizeHandles/>
        </dgm:presLayoutVars>
      </dgm:prSet>
      <dgm:spPr/>
    </dgm:pt>
    <dgm:pt modelId="{4DD0B944-D4F2-4052-A035-42261586CE3A}" type="pres">
      <dgm:prSet presAssocID="{AF8AE8EB-0553-4236-8D4D-979457DCC8CC}" presName="Parent" presStyleLbl="node1" presStyleIdx="0" presStyleCnt="2" custLinFactNeighborX="-71460">
        <dgm:presLayoutVars>
          <dgm:chMax val="4"/>
          <dgm:chPref val="3"/>
        </dgm:presLayoutVars>
      </dgm:prSet>
      <dgm:spPr/>
    </dgm:pt>
    <dgm:pt modelId="{B3518099-065C-441E-9167-7345A9050BCE}" type="pres">
      <dgm:prSet presAssocID="{BA1980B7-C60C-434F-A1CC-D09C0060DD09}" presName="Accent" presStyleLbl="node1" presStyleIdx="1" presStyleCnt="2" custScaleX="75594" custScaleY="68725" custLinFactNeighborX="-15974"/>
      <dgm:spPr>
        <a:solidFill>
          <a:schemeClr val="accent4">
            <a:lumMod val="40000"/>
            <a:lumOff val="60000"/>
          </a:schemeClr>
        </a:solidFill>
        <a:ln>
          <a:noFill/>
        </a:ln>
      </dgm:spPr>
    </dgm:pt>
    <dgm:pt modelId="{4DB00A66-9A1E-41A6-9598-411673A7E6ED}" type="pres">
      <dgm:prSet presAssocID="{BA1980B7-C60C-434F-A1CC-D09C0060DD09}" presName="Image1" presStyleLbl="fgImgPlace1" presStyleIdx="0" presStyleCnt="3" custScaleX="74908" custScaleY="74908" custLinFactX="-11047" custLinFactNeighborX="-10000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Fork In Road with solid fill"/>
        </a:ext>
      </dgm:extLst>
    </dgm:pt>
    <dgm:pt modelId="{C11267C5-3878-4D71-8F02-EA5B5EC17B7D}" type="pres">
      <dgm:prSet presAssocID="{BA1980B7-C60C-434F-A1CC-D09C0060DD09}" presName="Child1" presStyleLbl="revTx" presStyleIdx="0" presStyleCnt="3" custScaleX="313778" custLinFactNeighborX="16221">
        <dgm:presLayoutVars>
          <dgm:chMax val="0"/>
          <dgm:chPref val="0"/>
          <dgm:bulletEnabled val="1"/>
        </dgm:presLayoutVars>
      </dgm:prSet>
      <dgm:spPr/>
    </dgm:pt>
    <dgm:pt modelId="{697CE573-E1EC-4210-AF8D-BFE1EE547148}" type="pres">
      <dgm:prSet presAssocID="{DFB2112D-494F-451D-8A20-7AFCE9FAA697}" presName="Image2" presStyleCnt="0"/>
      <dgm:spPr/>
    </dgm:pt>
    <dgm:pt modelId="{CA3F586E-9BBC-4F51-91E7-55C83FDD8C09}" type="pres">
      <dgm:prSet presAssocID="{DFB2112D-494F-451D-8A20-7AFCE9FAA697}" presName="Image" presStyleLbl="fgImgPlace1" presStyleIdx="1" presStyleCnt="3" custScaleX="74908" custScaleY="74908" custLinFactX="-11047" custLinFactNeighborX="-10000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Artificial Intelligence with solid fill"/>
        </a:ext>
      </dgm:extLst>
    </dgm:pt>
    <dgm:pt modelId="{F2D66539-EDAB-4885-BBF1-D42443D5DAC6}" type="pres">
      <dgm:prSet presAssocID="{DFB2112D-494F-451D-8A20-7AFCE9FAA697}" presName="Child2" presStyleLbl="revTx" presStyleIdx="1" presStyleCnt="3" custScaleX="261816" custLinFactNeighborX="-4565">
        <dgm:presLayoutVars>
          <dgm:chMax val="0"/>
          <dgm:chPref val="0"/>
          <dgm:bulletEnabled val="1"/>
        </dgm:presLayoutVars>
      </dgm:prSet>
      <dgm:spPr/>
    </dgm:pt>
    <dgm:pt modelId="{07436BC9-E50C-4634-8920-BAF12995F8F8}" type="pres">
      <dgm:prSet presAssocID="{BA756DA9-29CA-45F7-B4EE-BDE583ED486A}" presName="Image3" presStyleCnt="0"/>
      <dgm:spPr/>
    </dgm:pt>
    <dgm:pt modelId="{DC4D59A5-E3A0-4738-BBF2-4EB8040FFFDF}" type="pres">
      <dgm:prSet presAssocID="{BA756DA9-29CA-45F7-B4EE-BDE583ED486A}" presName="Image" presStyleLbl="fgImgPlace1" presStyleIdx="2" presStyleCnt="3" custScaleX="74908" custScaleY="74908" custLinFactX="-11047" custLinFactNeighborX="-100000"/>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Group success with solid fill"/>
        </a:ext>
      </dgm:extLst>
    </dgm:pt>
    <dgm:pt modelId="{8FECF95D-BCF2-4FC1-B334-ACFCE1CD0ADE}" type="pres">
      <dgm:prSet presAssocID="{BA756DA9-29CA-45F7-B4EE-BDE583ED486A}" presName="Child3" presStyleLbl="revTx" presStyleIdx="2" presStyleCnt="3" custScaleX="261816" custLinFactNeighborX="-4565">
        <dgm:presLayoutVars>
          <dgm:chMax val="0"/>
          <dgm:chPref val="0"/>
          <dgm:bulletEnabled val="1"/>
        </dgm:presLayoutVars>
      </dgm:prSet>
      <dgm:spPr/>
    </dgm:pt>
  </dgm:ptLst>
  <dgm:cxnLst>
    <dgm:cxn modelId="{DB854201-6878-4999-ACAC-13E76CAB67C5}" type="presOf" srcId="{AF8AE8EB-0553-4236-8D4D-979457DCC8CC}" destId="{4DD0B944-D4F2-4052-A035-42261586CE3A}" srcOrd="0" destOrd="0" presId="urn:microsoft.com/office/officeart/2011/layout/RadialPictureList"/>
    <dgm:cxn modelId="{7D012814-5E72-435E-98B9-90A954FAAA36}" type="presOf" srcId="{0F796D30-D74B-490D-8EF6-AD5868622D1D}" destId="{6583A9C5-C3E2-4B7A-9631-B24BB4058BC6}" srcOrd="0" destOrd="0" presId="urn:microsoft.com/office/officeart/2011/layout/RadialPictureList"/>
    <dgm:cxn modelId="{8B9ED72E-9B3B-4FA5-ACDB-2E9FBAF3CB78}" type="presOf" srcId="{DFB2112D-494F-451D-8A20-7AFCE9FAA697}" destId="{F2D66539-EDAB-4885-BBF1-D42443D5DAC6}" srcOrd="0" destOrd="0" presId="urn:microsoft.com/office/officeart/2011/layout/RadialPictureList"/>
    <dgm:cxn modelId="{9BDCF839-FFB0-43E2-864D-DED0C66335D6}" srcId="{AF8AE8EB-0553-4236-8D4D-979457DCC8CC}" destId="{DFB2112D-494F-451D-8A20-7AFCE9FAA697}" srcOrd="1" destOrd="0" parTransId="{9A1C6EB3-3916-4836-B7FF-B2E46E0E9590}" sibTransId="{D99EF676-2354-44E4-B71D-42FE94DA9027}"/>
    <dgm:cxn modelId="{CAD90F50-009B-4960-A8FD-32A310FDE53D}" srcId="{AF8AE8EB-0553-4236-8D4D-979457DCC8CC}" destId="{BA756DA9-29CA-45F7-B4EE-BDE583ED486A}" srcOrd="2" destOrd="0" parTransId="{30474EC5-13DC-4328-94F4-40CD127CDBC1}" sibTransId="{A7B31DD4-16B0-47E2-BDB7-8C6D373EA966}"/>
    <dgm:cxn modelId="{34778A75-12EE-4002-9AFD-29A6ECB518DE}" srcId="{0F796D30-D74B-490D-8EF6-AD5868622D1D}" destId="{AF8AE8EB-0553-4236-8D4D-979457DCC8CC}" srcOrd="0" destOrd="0" parTransId="{0454A45D-3DBD-4C94-A48C-0FACE5C34EEE}" sibTransId="{5023715F-0E66-45EB-8E9D-DBA240EC6D55}"/>
    <dgm:cxn modelId="{C9037C94-330E-4D92-8DBA-EB36444A9697}" type="presOf" srcId="{BA1980B7-C60C-434F-A1CC-D09C0060DD09}" destId="{C11267C5-3878-4D71-8F02-EA5B5EC17B7D}" srcOrd="0" destOrd="0" presId="urn:microsoft.com/office/officeart/2011/layout/RadialPictureList"/>
    <dgm:cxn modelId="{32D703AF-5BDC-41A1-B27D-B39822F09C15}" srcId="{AF8AE8EB-0553-4236-8D4D-979457DCC8CC}" destId="{BA1980B7-C60C-434F-A1CC-D09C0060DD09}" srcOrd="0" destOrd="0" parTransId="{C5DE4750-684D-466F-9026-794CEB23EFE0}" sibTransId="{615F76D8-4CF6-4CC9-AB74-220E3F4C6939}"/>
    <dgm:cxn modelId="{D1F73EE9-1E9E-4B31-B8BA-1900AB21A490}" type="presOf" srcId="{BA756DA9-29CA-45F7-B4EE-BDE583ED486A}" destId="{8FECF95D-BCF2-4FC1-B334-ACFCE1CD0ADE}" srcOrd="0" destOrd="0" presId="urn:microsoft.com/office/officeart/2011/layout/RadialPictureList"/>
    <dgm:cxn modelId="{E28A8F5C-38B3-4C21-8959-BE2A2079F7D0}" type="presParOf" srcId="{6583A9C5-C3E2-4B7A-9631-B24BB4058BC6}" destId="{4DD0B944-D4F2-4052-A035-42261586CE3A}" srcOrd="0" destOrd="0" presId="urn:microsoft.com/office/officeart/2011/layout/RadialPictureList"/>
    <dgm:cxn modelId="{90BBDEE2-CF60-4B01-A7BA-92E4C543586A}" type="presParOf" srcId="{6583A9C5-C3E2-4B7A-9631-B24BB4058BC6}" destId="{B3518099-065C-441E-9167-7345A9050BCE}" srcOrd="1" destOrd="0" presId="urn:microsoft.com/office/officeart/2011/layout/RadialPictureList"/>
    <dgm:cxn modelId="{CE9E7D5A-65FE-4593-A41B-55281567C2E8}" type="presParOf" srcId="{6583A9C5-C3E2-4B7A-9631-B24BB4058BC6}" destId="{4DB00A66-9A1E-41A6-9598-411673A7E6ED}" srcOrd="2" destOrd="0" presId="urn:microsoft.com/office/officeart/2011/layout/RadialPictureList"/>
    <dgm:cxn modelId="{E25ECD8C-2FB1-4934-BAD4-39263EA4E5D2}" type="presParOf" srcId="{6583A9C5-C3E2-4B7A-9631-B24BB4058BC6}" destId="{C11267C5-3878-4D71-8F02-EA5B5EC17B7D}" srcOrd="3" destOrd="0" presId="urn:microsoft.com/office/officeart/2011/layout/RadialPictureList"/>
    <dgm:cxn modelId="{6CA7476E-4420-4128-8421-03D53E4E99F8}" type="presParOf" srcId="{6583A9C5-C3E2-4B7A-9631-B24BB4058BC6}" destId="{697CE573-E1EC-4210-AF8D-BFE1EE547148}" srcOrd="4" destOrd="0" presId="urn:microsoft.com/office/officeart/2011/layout/RadialPictureList"/>
    <dgm:cxn modelId="{D4771CFC-EB55-4445-B529-490DACA067C4}" type="presParOf" srcId="{697CE573-E1EC-4210-AF8D-BFE1EE547148}" destId="{CA3F586E-9BBC-4F51-91E7-55C83FDD8C09}" srcOrd="0" destOrd="0" presId="urn:microsoft.com/office/officeart/2011/layout/RadialPictureList"/>
    <dgm:cxn modelId="{04A2DE0A-A0B7-4794-832E-A3C68CD3CDD7}" type="presParOf" srcId="{6583A9C5-C3E2-4B7A-9631-B24BB4058BC6}" destId="{F2D66539-EDAB-4885-BBF1-D42443D5DAC6}" srcOrd="5" destOrd="0" presId="urn:microsoft.com/office/officeart/2011/layout/RadialPictureList"/>
    <dgm:cxn modelId="{D3D911D2-16E8-475A-9BCE-093F801A2687}" type="presParOf" srcId="{6583A9C5-C3E2-4B7A-9631-B24BB4058BC6}" destId="{07436BC9-E50C-4634-8920-BAF12995F8F8}" srcOrd="6" destOrd="0" presId="urn:microsoft.com/office/officeart/2011/layout/RadialPictureList"/>
    <dgm:cxn modelId="{3DDF9556-1627-48CA-BE7D-87ED1C034868}" type="presParOf" srcId="{07436BC9-E50C-4634-8920-BAF12995F8F8}" destId="{DC4D59A5-E3A0-4738-BBF2-4EB8040FFFDF}" srcOrd="0" destOrd="0" presId="urn:microsoft.com/office/officeart/2011/layout/RadialPictureList"/>
    <dgm:cxn modelId="{79FFC2C5-1319-40FD-95D0-AA97330F8DDB}" type="presParOf" srcId="{6583A9C5-C3E2-4B7A-9631-B24BB4058BC6}" destId="{8FECF95D-BCF2-4FC1-B334-ACFCE1CD0ADE}" srcOrd="7" destOrd="0" presId="urn:microsoft.com/office/officeart/2011/layout/RadialPictur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0B944-D4F2-4052-A035-42261586CE3A}">
      <dsp:nvSpPr>
        <dsp:cNvPr id="0" name=""/>
        <dsp:cNvSpPr/>
      </dsp:nvSpPr>
      <dsp:spPr>
        <a:xfrm>
          <a:off x="0" y="577310"/>
          <a:ext cx="1056241" cy="1056293"/>
        </a:xfrm>
        <a:prstGeom prst="ellipse">
          <a:avLst/>
        </a:prstGeom>
        <a:solidFill>
          <a:schemeClr val="accent4">
            <a:lumMod val="5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ja-JP" altLang="en-US" sz="1400" b="1" kern="1200" dirty="0">
              <a:solidFill>
                <a:schemeClr val="bg1"/>
              </a:solidFill>
              <a:latin typeface="+mn-lt"/>
            </a:rPr>
            <a:t>キー</a:t>
          </a:r>
          <a:br>
            <a:rPr lang="en-US" altLang="ja-JP" sz="1400" b="1" kern="1200" dirty="0">
              <a:solidFill>
                <a:schemeClr val="bg1"/>
              </a:solidFill>
              <a:latin typeface="+mn-lt"/>
            </a:rPr>
          </a:br>
          <a:r>
            <a:rPr lang="ja-JP" altLang="en-US" sz="1400" b="1" kern="1200" dirty="0">
              <a:solidFill>
                <a:schemeClr val="bg1"/>
              </a:solidFill>
              <a:latin typeface="+mn-lt"/>
            </a:rPr>
            <a:t>ポイント</a:t>
          </a:r>
          <a:endParaRPr lang="en-US" sz="1400" b="1" kern="1200" dirty="0">
            <a:solidFill>
              <a:schemeClr val="bg1"/>
            </a:solidFill>
            <a:latin typeface="+mn-lt"/>
          </a:endParaRPr>
        </a:p>
      </dsp:txBody>
      <dsp:txXfrm>
        <a:off x="154683" y="732001"/>
        <a:ext cx="746875" cy="746911"/>
      </dsp:txXfrm>
    </dsp:sp>
    <dsp:sp modelId="{B3518099-065C-441E-9167-7345A9050BCE}">
      <dsp:nvSpPr>
        <dsp:cNvPr id="0" name=""/>
        <dsp:cNvSpPr/>
      </dsp:nvSpPr>
      <dsp:spPr>
        <a:xfrm>
          <a:off x="-54700" y="337097"/>
          <a:ext cx="1609553" cy="1525399"/>
        </a:xfrm>
        <a:prstGeom prst="blockArc">
          <a:avLst>
            <a:gd name="adj1" fmla="val 17527788"/>
            <a:gd name="adj2" fmla="val 4119114"/>
            <a:gd name="adj3" fmla="val 5750"/>
          </a:avLst>
        </a:prstGeom>
        <a:solidFill>
          <a:schemeClr val="accent4">
            <a:lumMod val="40000"/>
            <a:lumOff val="6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B00A66-9A1E-41A6-9598-411673A7E6ED}">
      <dsp:nvSpPr>
        <dsp:cNvPr id="0" name=""/>
        <dsp:cNvSpPr/>
      </dsp:nvSpPr>
      <dsp:spPr>
        <a:xfrm>
          <a:off x="1036035" y="248130"/>
          <a:ext cx="423853" cy="423972"/>
        </a:xfrm>
        <a:prstGeom prst="ellipse">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C11267C5-3878-4D71-8F02-EA5B5EC17B7D}">
      <dsp:nvSpPr>
        <dsp:cNvPr id="0" name=""/>
        <dsp:cNvSpPr/>
      </dsp:nvSpPr>
      <dsp:spPr>
        <a:xfrm>
          <a:off x="1515428" y="186221"/>
          <a:ext cx="2376517" cy="547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l" defTabSz="533400">
            <a:lnSpc>
              <a:spcPct val="90000"/>
            </a:lnSpc>
            <a:spcBef>
              <a:spcPct val="0"/>
            </a:spcBef>
            <a:spcAft>
              <a:spcPct val="10000"/>
            </a:spcAft>
            <a:buNone/>
          </a:pPr>
          <a:r>
            <a:rPr lang="ja-JP" altLang="en-US" sz="1200" b="1" kern="1200" dirty="0"/>
            <a:t>置かれた状況に適した</a:t>
          </a:r>
          <a:br>
            <a:rPr lang="en-US" altLang="ja-JP" sz="1200" b="1" kern="1200" dirty="0"/>
          </a:br>
          <a:r>
            <a:rPr lang="ja-JP" altLang="en-US" sz="1200" b="1" kern="1200" dirty="0"/>
            <a:t>意思決定パターンの選択</a:t>
          </a:r>
          <a:endParaRPr lang="en-US" sz="1200" b="1" kern="1200" dirty="0"/>
        </a:p>
      </dsp:txBody>
      <dsp:txXfrm>
        <a:off x="1515428" y="186221"/>
        <a:ext cx="2376517" cy="547789"/>
      </dsp:txXfrm>
    </dsp:sp>
    <dsp:sp modelId="{CA3F586E-9BBC-4F51-91E7-55C83FDD8C09}">
      <dsp:nvSpPr>
        <dsp:cNvPr id="0" name=""/>
        <dsp:cNvSpPr/>
      </dsp:nvSpPr>
      <dsp:spPr>
        <a:xfrm>
          <a:off x="1254731" y="892028"/>
          <a:ext cx="423853" cy="423972"/>
        </a:xfrm>
        <a:prstGeom prst="ellipse">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F2D66539-EDAB-4885-BBF1-D42443D5DAC6}">
      <dsp:nvSpPr>
        <dsp:cNvPr id="0" name=""/>
        <dsp:cNvSpPr/>
      </dsp:nvSpPr>
      <dsp:spPr>
        <a:xfrm>
          <a:off x="1776626" y="829009"/>
          <a:ext cx="1982963" cy="547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l" defTabSz="533400">
            <a:lnSpc>
              <a:spcPct val="90000"/>
            </a:lnSpc>
            <a:spcBef>
              <a:spcPct val="0"/>
            </a:spcBef>
            <a:spcAft>
              <a:spcPct val="10000"/>
            </a:spcAft>
            <a:buNone/>
          </a:pPr>
          <a:r>
            <a:rPr lang="en-US" altLang="ja-JP" sz="1200" b="1" kern="1200" dirty="0"/>
            <a:t>AI</a:t>
          </a:r>
          <a:r>
            <a:rPr lang="ja-JP" altLang="en-US" sz="1200" b="1" kern="1200" dirty="0"/>
            <a:t>等新技術活用による</a:t>
          </a:r>
          <a:br>
            <a:rPr lang="en-US" altLang="ja-JP" sz="1200" b="1" kern="1200" dirty="0"/>
          </a:br>
          <a:r>
            <a:rPr lang="ja-JP" altLang="en-US" sz="1200" b="1" kern="1200" dirty="0"/>
            <a:t>データ精度向上</a:t>
          </a:r>
          <a:endParaRPr lang="en-US" sz="1200" kern="1200" dirty="0"/>
        </a:p>
      </dsp:txBody>
      <dsp:txXfrm>
        <a:off x="1776626" y="829009"/>
        <a:ext cx="1982963" cy="547789"/>
      </dsp:txXfrm>
    </dsp:sp>
    <dsp:sp modelId="{DC4D59A5-E3A0-4738-BBF2-4EB8040FFFDF}">
      <dsp:nvSpPr>
        <dsp:cNvPr id="0" name=""/>
        <dsp:cNvSpPr/>
      </dsp:nvSpPr>
      <dsp:spPr>
        <a:xfrm>
          <a:off x="1036035" y="1545025"/>
          <a:ext cx="423853" cy="423972"/>
        </a:xfrm>
        <a:prstGeom prst="ellipse">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8FECF95D-BCF2-4FC1-B334-ACFCE1CD0ADE}">
      <dsp:nvSpPr>
        <dsp:cNvPr id="0" name=""/>
        <dsp:cNvSpPr/>
      </dsp:nvSpPr>
      <dsp:spPr>
        <a:xfrm>
          <a:off x="1554774" y="1485558"/>
          <a:ext cx="1982963" cy="547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l" defTabSz="533400">
            <a:lnSpc>
              <a:spcPct val="90000"/>
            </a:lnSpc>
            <a:spcBef>
              <a:spcPct val="0"/>
            </a:spcBef>
            <a:spcAft>
              <a:spcPct val="10000"/>
            </a:spcAft>
            <a:buNone/>
          </a:pPr>
          <a:r>
            <a:rPr lang="ja-JP" altLang="en-US" sz="1200" b="1" kern="1200" dirty="0"/>
            <a:t>データ民主化による</a:t>
          </a:r>
          <a:br>
            <a:rPr lang="en-US" altLang="ja-JP" sz="1200" b="1" kern="1200" dirty="0"/>
          </a:br>
          <a:r>
            <a:rPr lang="ja-JP" altLang="en-US" sz="1200" b="1" kern="1200" dirty="0"/>
            <a:t>良質なデータの大量蓄積</a:t>
          </a:r>
          <a:endParaRPr lang="en-US" sz="1200" kern="1200" dirty="0"/>
        </a:p>
      </dsp:txBody>
      <dsp:txXfrm>
        <a:off x="1554774" y="1485558"/>
        <a:ext cx="1982963" cy="547789"/>
      </dsp:txXfrm>
    </dsp:sp>
  </dsp:spTree>
</dsp:drawing>
</file>

<file path=ppt/diagrams/layout1.xml><?xml version="1.0" encoding="utf-8"?>
<dgm:layoutDef xmlns:dgm="http://schemas.openxmlformats.org/drawingml/2006/diagram" xmlns:a="http://schemas.openxmlformats.org/drawingml/2006/main" uniqueId="urn:microsoft.com/office/officeart/2011/layout/RadialPictureList">
  <dgm:title val="Radial Picture List"/>
  <dgm:desc val="Use to show relationships to a central idea. The Level 1 shape contains text and all Level 2 shapes contain a picture with corresponding text. Limited to four Level 2 pictures.  Unused pictures do not appear, but remain available if you switch layouts. Works best with a small amount of Level 2 text."/>
  <dgm:catLst>
    <dgm:cat type="picture" pri="2500"/>
    <dgm:cat type="officeonline" pri="25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Lst>
      <dgm:cxnLst>
        <dgm:cxn modelId="1" srcId="0" destId="10" srcOrd="0" destOrd="0"/>
        <dgm:cxn modelId="2" srcId="10" destId="11" srcOrd="0" destOrd="0"/>
        <dgm:cxn modelId="3" srcId="10" destId="12" srcOrd="1"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Lst>
      <dgm:cxnLst>
        <dgm:cxn modelId="1" srcId="0" destId="10" srcOrd="0" destOrd="0"/>
        <dgm:cxn modelId="2" srcId="10" destId="11" srcOrd="0" destOrd="0"/>
        <dgm:cxn modelId="3" srcId="10" destId="12" srcOrd="1" destOrd="0"/>
        <dgm:cxn modelId="4" srcId="10" destId="13" srcOrd="2" destOrd="0"/>
        <dgm:cxn modelId="5" srcId="10" destId="14" srcOrd="3" destOrd="0"/>
      </dgm:cxnLst>
      <dgm:bg/>
      <dgm:whole/>
    </dgm:dataModel>
  </dgm:clrData>
  <dgm:layoutNode name="Name0">
    <dgm:varLst>
      <dgm:chMax val="1"/>
      <dgm:chPref val="1"/>
      <dgm:dir/>
      <dgm:resizeHandles/>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l" for="ch" forName="Accent" refType="w" fact="0"/>
              <dgm:constr type="t" for="ch" forName="Accent" refType="h" fact="0"/>
              <dgm:constr type="w" for="ch" forName="Accent" refType="w" fact="0.6747"/>
              <dgm:constr type="h" for="ch" forName="Accent" refType="h"/>
              <dgm:constr type="l" for="ch" forName="Child1" refType="w" fact="0.76"/>
              <dgm:constr type="t" for="ch" forName="Child1" refType="h" fact="0.3739"/>
              <dgm:constr type="w" for="ch" forName="Child1" refType="w" fact="0.24"/>
              <dgm:constr type="h" for="ch" forName="Child1" refType="h" fact="0.255"/>
              <dgm:constr type="l" for="ch" forName="Parent" refType="w" fact="0.1726"/>
              <dgm:constr type="t" for="ch" forName="Parent" refType="h" fact="0.2646"/>
              <dgm:constr type="w" for="ch" forName="Parent" refType="w" fact="0.3347"/>
              <dgm:constr type="h" for="ch" forName="Parent" refType="h" fact="0.4759"/>
              <dgm:constr type="l" for="ch" forName="Image1" refType="w" fact="0.5661"/>
              <dgm:constr type="t" for="ch" forName="Image1" refType="h" fact="0.3744"/>
              <dgm:constr type="w" for="ch" forName="Image1" refType="w" fact="0.1793"/>
              <dgm:constr type="h" for="ch" forName="Image1" refType="h" fact="0.255"/>
            </dgm:constrLst>
          </dgm:if>
          <dgm:if name="Name6"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 refType="w" fact="0"/>
              <dgm:constr type="t" for="ch" forName="Accent" refType="h" fact="0"/>
              <dgm:constr type="w" for="ch" forName="Accent" refType="w" fact="0.6946"/>
              <dgm:constr type="h" for="ch" forName="Accent" refType="h"/>
              <dgm:constr type="l" for="ch" forName="Parent" refType="w" fact="0.1777"/>
              <dgm:constr type="t" for="ch" forName="Parent" refType="h" fact="0.2646"/>
              <dgm:constr type="w" for="ch" forName="Parent" refType="w" fact="0.3446"/>
              <dgm:constr type="h" for="ch" forName="Parent" refType="h" fact="0.4759"/>
              <dgm:constr type="l" for="ch" forName="Image1" refType="w" fact="0.5531"/>
              <dgm:constr type="t" for="ch" forName="Image1" refType="h" fact="0.1585"/>
              <dgm:constr type="w" for="ch" forName="Image1" refType="w" fact="0.1846"/>
              <dgm:constr type="h" for="ch" forName="Image1" refType="h" fact="0.255"/>
              <dgm:constr type="l" for="ch" forName="Image2" refType="w" fact="0.5531"/>
              <dgm:constr type="t" for="ch" forName="Image2" refType="h" fact="0.5624"/>
              <dgm:constr type="w" for="ch" forName="Image2" refType="w" fact="0.1846"/>
              <dgm:constr type="h" for="ch" forName="Image2" refType="h" fact="0.255"/>
              <dgm:constr type="l" for="ch" forName="Child1" refType="w" fact="0.7529"/>
              <dgm:constr type="t" for="ch" forName="Child1" refType="h" fact="0.1618"/>
              <dgm:constr type="w" for="ch" forName="Child1" refType="w" fact="0.2471"/>
              <dgm:constr type="h" for="ch" forName="Child1" refType="h" fact="0.2468"/>
              <dgm:constr type="l" for="ch" forName="Child2" refType="w" fact="0.7529"/>
              <dgm:constr type="t" for="ch" forName="Child2" refType="h" fact="0.5657"/>
              <dgm:constr type="w" for="ch" forName="Child2" refType="w" fact="0.2471"/>
              <dgm:constr type="h" for="ch" forName="Child2" refType="h" fact="0.2468"/>
            </dgm:constrLst>
          </dgm:if>
          <dgm:if name="Name7"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 refType="w" fact="0"/>
              <dgm:constr type="t" for="ch" forName="Accent" refType="h" fact="0"/>
              <dgm:constr type="w" for="ch" forName="Accent" refType="w" fact="0.6747"/>
              <dgm:constr type="h" for="ch" forName="Accent" refType="h"/>
              <dgm:constr type="l" for="ch" forName="Parent" refType="w" fact="0.1726"/>
              <dgm:constr type="t" for="ch" forName="Parent" refType="h" fact="0.2646"/>
              <dgm:constr type="w" for="ch" forName="Parent" refType="w" fact="0.3347"/>
              <dgm:constr type="h" for="ch" forName="Parent" refType="h" fact="0.4759"/>
              <dgm:constr type="l" for="ch" forName="Image1" refType="w" fact="0.4968"/>
              <dgm:constr type="t" for="ch" forName="Image1" refType="h" fact="0.0843"/>
              <dgm:constr type="w" for="ch" forName="Image1" refType="w" fact="0.1793"/>
              <dgm:constr type="h" for="ch" forName="Image1" refType="h" fact="0.255"/>
              <dgm:constr type="l" for="ch" forName="Image2" refType="w" fact="0.5661"/>
              <dgm:constr type="t" for="ch" forName="Image2" refType="h" fact="0.3744"/>
              <dgm:constr type="w" for="ch" forName="Image2" refType="w" fact="0.1793"/>
              <dgm:constr type="h" for="ch" forName="Image2" refType="h" fact="0.255"/>
              <dgm:constr type="l" for="ch" forName="Image3" refType="w" fact="0.4968"/>
              <dgm:constr type="t" for="ch" forName="Image3" refType="h" fact="0.6686"/>
              <dgm:constr type="w" for="ch" forName="Image3" refType="w" fact="0.1793"/>
              <dgm:constr type="h" for="ch" forName="Image3" refType="h" fact="0.255"/>
              <dgm:constr type="l" for="ch" forName="Child1" refType="w" fact="0.6897"/>
              <dgm:constr type="t" for="ch" forName="Child1" refType="h" fact="0.0884"/>
              <dgm:constr type="w" for="ch" forName="Child1" refType="w" fact="0.24"/>
              <dgm:constr type="h" for="ch" forName="Child1" refType="h" fact="0.2468"/>
              <dgm:constr type="l" for="ch" forName="Child2" refType="w" fact="0.76"/>
              <dgm:constr type="t" for="ch" forName="Child2" refType="h" fact="0.378"/>
              <dgm:constr type="w" for="ch" forName="Child2" refType="w" fact="0.24"/>
              <dgm:constr type="h" for="ch" forName="Child2" refType="h" fact="0.2468"/>
              <dgm:constr type="l" for="ch" forName="Child3" refType="w" fact="0.6897"/>
              <dgm:constr type="t" for="ch" forName="Child3" refType="h" fact="0.6738"/>
              <dgm:constr type="w" for="ch" forName="Child3" refType="w" fact="0.24"/>
              <dgm:constr type="h" for="ch" forName="Child3" refType="h" fact="0.2468"/>
            </dgm:constrLst>
          </dgm:if>
          <dgm:else name="Name8">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 refType="w" fact="0"/>
              <dgm:constr type="t" for="ch" forName="Accent" refType="h" fact="0.0361"/>
              <dgm:constr type="w" for="ch" forName="Accent" refType="w" fact="0.6865"/>
              <dgm:constr type="h" for="ch" forName="Accent" refType="h" fact="0.9197"/>
              <dgm:constr type="l" for="ch" forName="Parent" refType="w" fact="0.1756"/>
              <dgm:constr type="t" for="ch" forName="Parent" refType="h" fact="0.2795"/>
              <dgm:constr type="w" for="ch" forName="Parent" refType="w" fact="0.3406"/>
              <dgm:constr type="h" for="ch" forName="Parent" refType="h" fact="0.4377"/>
              <dgm:constr type="l" for="ch" forName="Image1" refType="w" fact="0.425"/>
              <dgm:constr type="t" for="ch" forName="Image1" refType="h" fact="0"/>
              <dgm:constr type="w" for="ch" forName="Image1" refType="w" fact="0.1825"/>
              <dgm:constr type="h" for="ch" forName="Image1" refType="h" fact="0.2345"/>
              <dgm:constr type="l" for="ch" forName="Image2" refType="w" fact="0.5598"/>
              <dgm:constr type="t" for="ch" forName="Image2" refType="h" fact="0.2184"/>
              <dgm:constr type="w" for="ch" forName="Image2" refType="w" fact="0.1825"/>
              <dgm:constr type="h" for="ch" forName="Image2" refType="h" fact="0.2345"/>
              <dgm:constr type="l" for="ch" forName="Image3" refType="w" fact="0.5591"/>
              <dgm:constr type="t" for="ch" forName="Image3" refType="h" fact="0.5395"/>
              <dgm:constr type="w" for="ch" forName="Image3" refType="w" fact="0.1825"/>
              <dgm:constr type="h" for="ch" forName="Image3" refType="h" fact="0.2345"/>
              <dgm:constr type="l" for="ch" forName="Image4" refType="w" fact="0.425"/>
              <dgm:constr type="t" for="ch" forName="Image4" refType="h" fact="0.7655"/>
              <dgm:constr type="w" for="ch" forName="Image4" refType="w" fact="0.1825"/>
              <dgm:constr type="h" for="ch" forName="Image4" refType="h" fact="0.2345"/>
              <dgm:constr type="l" for="ch" forName="Child1" refType="w" fact="0.6214"/>
              <dgm:constr type="t" for="ch" forName="Child1" refType="h" fact="0.003"/>
              <dgm:constr type="w" for="ch" forName="Child1" refType="w" fact="0.2443"/>
              <dgm:constr type="h" for="ch" forName="Child1" refType="h" fact="0.227"/>
              <dgm:constr type="l" for="ch" forName="Child2" refType="w" fact="0.7557"/>
              <dgm:constr type="t" for="ch" forName="Child2" refType="h" fact="0.2225"/>
              <dgm:constr type="w" for="ch" forName="Child2" refType="w" fact="0.2443"/>
              <dgm:constr type="h" for="ch" forName="Child2" refType="h" fact="0.227"/>
              <dgm:constr type="l" for="ch" forName="Child3" refType="w" fact="0.7557"/>
              <dgm:constr type="t" for="ch" forName="Child3" refType="h" fact="0.5433"/>
              <dgm:constr type="w" for="ch" forName="Child3" refType="w" fact="0.2443"/>
              <dgm:constr type="h" for="ch" forName="Child3" refType="h" fact="0.227"/>
              <dgm:constr type="l" for="ch" forName="Child4" refType="w" fact="0.6214"/>
              <dgm:constr type="t" for="ch" forName="Child4" refType="h" fact="0.7703"/>
              <dgm:constr type="w" for="ch" forName="Child4" refType="w" fact="0.2443"/>
              <dgm:constr type="h" for="ch" forName="Child4" refType="h" fact="0.227"/>
            </dgm:constrLst>
          </dgm:else>
        </dgm:choose>
      </dgm:if>
      <dgm:else name="Name9">
        <dgm:choose name="Name10">
          <dgm:if name="Name11"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2"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r" for="ch" forName="Accent" refType="w"/>
              <dgm:constr type="t" for="ch" forName="Accent" refType="h" fact="0"/>
              <dgm:constr type="w" for="ch" forName="Accent" refType="w" fact="0.6747"/>
              <dgm:constr type="h" for="ch" forName="Accent" refType="h"/>
              <dgm:constr type="r" for="ch" forName="Child1" refType="w" fact="0.24"/>
              <dgm:constr type="t" for="ch" forName="Child1" refType="h" fact="0.3739"/>
              <dgm:constr type="w" for="ch" forName="Child1" refType="w" fact="0.24"/>
              <dgm:constr type="h" for="ch" forName="Child1" refType="h" fact="0.255"/>
              <dgm:constr type="r" for="ch" forName="Parent" refType="w" fact="0.8274"/>
              <dgm:constr type="t" for="ch" forName="Parent" refType="h" fact="0.2646"/>
              <dgm:constr type="w" for="ch" forName="Parent" refType="w" fact="0.3347"/>
              <dgm:constr type="h" for="ch" forName="Parent" refType="h" fact="0.4759"/>
              <dgm:constr type="r" for="ch" forName="Image1" refType="w" fact="0.4339"/>
              <dgm:constr type="t" for="ch" forName="Image1" refType="h" fact="0.3744"/>
              <dgm:constr type="w" for="ch" forName="Image1" refType="w" fact="0.1793"/>
              <dgm:constr type="h" for="ch" forName="Image1" refType="h" fact="0.255"/>
            </dgm:constrLst>
          </dgm:if>
          <dgm:if name="Name13"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 refType="w"/>
              <dgm:constr type="t" for="ch" forName="Accent" refType="h" fact="0"/>
              <dgm:constr type="w" for="ch" forName="Accent" refType="w" fact="0.6946"/>
              <dgm:constr type="h" for="ch" forName="Accent" refType="h"/>
              <dgm:constr type="r" for="ch" forName="Parent" refType="w" fact="0.8223"/>
              <dgm:constr type="t" for="ch" forName="Parent" refType="h" fact="0.2646"/>
              <dgm:constr type="w" for="ch" forName="Parent" refType="w" fact="0.3446"/>
              <dgm:constr type="h" for="ch" forName="Parent" refType="h" fact="0.4759"/>
              <dgm:constr type="r" for="ch" forName="Image1" refType="w" fact="0.4469"/>
              <dgm:constr type="t" for="ch" forName="Image1" refType="h" fact="0.1585"/>
              <dgm:constr type="w" for="ch" forName="Image1" refType="w" fact="0.1846"/>
              <dgm:constr type="h" for="ch" forName="Image1" refType="h" fact="0.255"/>
              <dgm:constr type="r" for="ch" forName="Image2" refType="w" fact="0.4469"/>
              <dgm:constr type="t" for="ch" forName="Image2" refType="h" fact="0.5624"/>
              <dgm:constr type="w" for="ch" forName="Image2" refType="w" fact="0.1846"/>
              <dgm:constr type="h" for="ch" forName="Image2" refType="h" fact="0.255"/>
              <dgm:constr type="r" for="ch" forName="Child1" refType="w" fact="0.2471"/>
              <dgm:constr type="t" for="ch" forName="Child1" refType="h" fact="0.1618"/>
              <dgm:constr type="w" for="ch" forName="Child1" refType="w" fact="0.2471"/>
              <dgm:constr type="h" for="ch" forName="Child1" refType="h" fact="0.2468"/>
              <dgm:constr type="r" for="ch" forName="Child2" refType="w" fact="0.2471"/>
              <dgm:constr type="t" for="ch" forName="Child2" refType="h" fact="0.5657"/>
              <dgm:constr type="w" for="ch" forName="Child2" refType="w" fact="0.2471"/>
              <dgm:constr type="h" for="ch" forName="Child2" refType="h" fact="0.2468"/>
            </dgm:constrLst>
          </dgm:if>
          <dgm:if name="Name14"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 refType="w"/>
              <dgm:constr type="t" for="ch" forName="Accent" refType="h" fact="0"/>
              <dgm:constr type="w" for="ch" forName="Accent" refType="w" fact="0.6747"/>
              <dgm:constr type="h" for="ch" forName="Accent" refType="h"/>
              <dgm:constr type="r" for="ch" forName="Parent" refType="w" fact="0.8274"/>
              <dgm:constr type="t" for="ch" forName="Parent" refType="h" fact="0.2646"/>
              <dgm:constr type="w" for="ch" forName="Parent" refType="w" fact="0.3347"/>
              <dgm:constr type="h" for="ch" forName="Parent" refType="h" fact="0.4759"/>
              <dgm:constr type="r" for="ch" forName="Image1" refType="w" fact="0.5032"/>
              <dgm:constr type="t" for="ch" forName="Image1" refType="h" fact="0.0843"/>
              <dgm:constr type="w" for="ch" forName="Image1" refType="w" fact="0.1793"/>
              <dgm:constr type="h" for="ch" forName="Image1" refType="h" fact="0.255"/>
              <dgm:constr type="r" for="ch" forName="Image2" refType="w" fact="0.4339"/>
              <dgm:constr type="t" for="ch" forName="Image2" refType="h" fact="0.3744"/>
              <dgm:constr type="w" for="ch" forName="Image2" refType="w" fact="0.1793"/>
              <dgm:constr type="h" for="ch" forName="Image2" refType="h" fact="0.255"/>
              <dgm:constr type="r" for="ch" forName="Image3" refType="w" fact="0.5032"/>
              <dgm:constr type="t" for="ch" forName="Image3" refType="h" fact="0.6686"/>
              <dgm:constr type="w" for="ch" forName="Image3" refType="w" fact="0.1793"/>
              <dgm:constr type="h" for="ch" forName="Image3" refType="h" fact="0.255"/>
              <dgm:constr type="r" for="ch" forName="Child1" refType="w" fact="0.3103"/>
              <dgm:constr type="t" for="ch" forName="Child1" refType="h" fact="0.0884"/>
              <dgm:constr type="w" for="ch" forName="Child1" refType="w" fact="0.24"/>
              <dgm:constr type="h" for="ch" forName="Child1" refType="h" fact="0.2468"/>
              <dgm:constr type="r" for="ch" forName="Child2" refType="w" fact="0.24"/>
              <dgm:constr type="t" for="ch" forName="Child2" refType="h" fact="0.378"/>
              <dgm:constr type="w" for="ch" forName="Child2" refType="w" fact="0.24"/>
              <dgm:constr type="h" for="ch" forName="Child2" refType="h" fact="0.2468"/>
              <dgm:constr type="r" for="ch" forName="Child3" refType="w" fact="0.3103"/>
              <dgm:constr type="t" for="ch" forName="Child3" refType="h" fact="0.6738"/>
              <dgm:constr type="w" for="ch" forName="Child3" refType="w" fact="0.24"/>
              <dgm:constr type="h" for="ch" forName="Child3" refType="h" fact="0.2468"/>
            </dgm:constrLst>
          </dgm:if>
          <dgm:else name="Name15">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 refType="w"/>
              <dgm:constr type="t" for="ch" forName="Accent" refType="h" fact="0.0361"/>
              <dgm:constr type="w" for="ch" forName="Accent" refType="w" fact="0.6865"/>
              <dgm:constr type="h" for="ch" forName="Accent" refType="h" fact="0.9197"/>
              <dgm:constr type="r" for="ch" forName="Parent" refType="w" fact="0.8244"/>
              <dgm:constr type="t" for="ch" forName="Parent" refType="h" fact="0.2795"/>
              <dgm:constr type="w" for="ch" forName="Parent" refType="w" fact="0.3406"/>
              <dgm:constr type="h" for="ch" forName="Parent" refType="h" fact="0.4377"/>
              <dgm:constr type="r" for="ch" forName="Image1" refType="w" fact="0.575"/>
              <dgm:constr type="t" for="ch" forName="Image1" refType="h" fact="0"/>
              <dgm:constr type="w" for="ch" forName="Image1" refType="w" fact="0.1825"/>
              <dgm:constr type="h" for="ch" forName="Image1" refType="h" fact="0.2345"/>
              <dgm:constr type="r" for="ch" forName="Image2" refType="w" fact="0.4402"/>
              <dgm:constr type="t" for="ch" forName="Image2" refType="h" fact="0.2184"/>
              <dgm:constr type="w" for="ch" forName="Image2" refType="w" fact="0.1825"/>
              <dgm:constr type="h" for="ch" forName="Image2" refType="h" fact="0.2345"/>
              <dgm:constr type="r" for="ch" forName="Image3" refType="w" fact="0.4409"/>
              <dgm:constr type="t" for="ch" forName="Image3" refType="h" fact="0.5395"/>
              <dgm:constr type="w" for="ch" forName="Image3" refType="w" fact="0.1825"/>
              <dgm:constr type="h" for="ch" forName="Image3" refType="h" fact="0.2345"/>
              <dgm:constr type="r" for="ch" forName="Image4" refType="w" fact="0.575"/>
              <dgm:constr type="t" for="ch" forName="Image4" refType="h" fact="0.7655"/>
              <dgm:constr type="w" for="ch" forName="Image4" refType="w" fact="0.1825"/>
              <dgm:constr type="h" for="ch" forName="Image4" refType="h" fact="0.2345"/>
              <dgm:constr type="r" for="ch" forName="Child1" refType="w" fact="0.3786"/>
              <dgm:constr type="t" for="ch" forName="Child1" refType="h" fact="0.003"/>
              <dgm:constr type="w" for="ch" forName="Child1" refType="w" fact="0.2443"/>
              <dgm:constr type="h" for="ch" forName="Child1" refType="h" fact="0.227"/>
              <dgm:constr type="r" for="ch" forName="Child2" refType="w" fact="0.2443"/>
              <dgm:constr type="t" for="ch" forName="Child2" refType="h" fact="0.2225"/>
              <dgm:constr type="w" for="ch" forName="Child2" refType="w" fact="0.2443"/>
              <dgm:constr type="h" for="ch" forName="Child2" refType="h" fact="0.227"/>
              <dgm:constr type="r" for="ch" forName="Child3" refType="w" fact="0.2443"/>
              <dgm:constr type="t" for="ch" forName="Child3" refType="h" fact="0.5433"/>
              <dgm:constr type="w" for="ch" forName="Child3" refType="w" fact="0.2443"/>
              <dgm:constr type="h" for="ch" forName="Child3" refType="h" fact="0.227"/>
              <dgm:constr type="r" for="ch" forName="Child4" refType="w" fact="0.3786"/>
              <dgm:constr type="t" for="ch" forName="Child4" refType="h" fact="0.7703"/>
              <dgm:constr type="w" for="ch" forName="Child4" refType="w" fact="0.2443"/>
              <dgm:constr type="h" for="ch" forName="Child4" refType="h" fact="0.227"/>
            </dgm:constrLst>
          </dgm:else>
        </dgm:choose>
      </dgm:else>
    </dgm:choose>
    <dgm:forEach name="wrapper" axis="self" ptType="parTrans">
      <dgm:forEach name="ImageRepeat" axis="self">
        <dgm:layoutNode name="Image" styleLbl="fgImgPlace1">
          <dgm:alg type="sp"/>
          <dgm:shape xmlns:r="http://schemas.openxmlformats.org/officeDocument/2006/relationships" type="ellipse" r:blip="" blipPhldr="1">
            <dgm:adjLst/>
          </dgm:shape>
          <dgm:presOf/>
        </dgm:layoutNode>
      </dgm:forEach>
    </dgm:forEach>
    <dgm:forEach name="Name16" axis="ch" ptType="node" cnt="1">
      <dgm:layoutNode name="Parent" styleLbl="node1">
        <dgm:varLst>
          <dgm:chMax val="4"/>
          <dgm:chPref val="3"/>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7" axis="ch ch" ptType="node node" st="1 1" cnt="1 1">
      <dgm:layoutNode name="Accent" styleLbl="node1">
        <dgm:alg type="sp"/>
        <dgm:choose name="Name18">
          <dgm:if name="Name19" func="var" arg="dir" op="equ" val="norm">
            <dgm:choose name="Name20">
              <dgm:if name="Name21" axis="followSib" ptType="node" func="cnt" op="equ" val="0">
                <dgm:shape xmlns:r="http://schemas.openxmlformats.org/officeDocument/2006/relationships" type="blockArc" r:blip="">
                  <dgm:adjLst>
                    <dgm:adj idx="1" val="-49.0368"/>
                    <dgm:adj idx="2" val="49.4265"/>
                    <dgm:adj idx="3" val="0.0564"/>
                  </dgm:adjLst>
                </dgm:shape>
              </dgm:if>
              <dgm:if name="Name22" axis="followSib" ptType="node" func="cnt" op="equ" val="1">
                <dgm:shape xmlns:r="http://schemas.openxmlformats.org/officeDocument/2006/relationships" type="blockArc" r:blip="">
                  <dgm:adjLst>
                    <dgm:adj idx="1" val="-64.2028"/>
                    <dgm:adj idx="2" val="64.5456"/>
                    <dgm:adj idx="3" val="0.0558"/>
                  </dgm:adjLst>
                </dgm:shape>
              </dgm:if>
              <dgm:if name="Name23" axis="followSib" ptType="node" func="cnt" op="equ" val="2">
                <dgm:shape xmlns:r="http://schemas.openxmlformats.org/officeDocument/2006/relationships" type="blockArc" r:blip="">
                  <dgm:adjLst>
                    <dgm:adj idx="1" val="-67.8702"/>
                    <dgm:adj idx="2" val="68.6519"/>
                    <dgm:adj idx="3" val="0.0575"/>
                  </dgm:adjLst>
                </dgm:shape>
              </dgm:if>
              <dgm:else name="Name24">
                <dgm:shape xmlns:r="http://schemas.openxmlformats.org/officeDocument/2006/relationships" type="blockArc" r:blip="">
                  <dgm:adjLst>
                    <dgm:adj idx="1" val="-84.8426"/>
                    <dgm:adj idx="2" val="84.8009"/>
                    <dgm:adj idx="3" val="0.0524"/>
                  </dgm:adjLst>
                </dgm:shape>
              </dgm:else>
            </dgm:choose>
          </dgm:if>
          <dgm:else name="Name25">
            <dgm:choose name="Name26">
              <dgm:if name="Name27" axis="followSib" ptType="node" func="cnt" op="equ" val="0">
                <dgm:shape xmlns:r="http://schemas.openxmlformats.org/officeDocument/2006/relationships" rot="180" type="blockArc" r:blip="">
                  <dgm:adjLst>
                    <dgm:adj idx="1" val="-49.0368"/>
                    <dgm:adj idx="2" val="49.4265"/>
                    <dgm:adj idx="3" val="0.0564"/>
                  </dgm:adjLst>
                </dgm:shape>
              </dgm:if>
              <dgm:if name="Name28" axis="followSib" ptType="node" func="cnt" op="equ" val="1">
                <dgm:shape xmlns:r="http://schemas.openxmlformats.org/officeDocument/2006/relationships" rot="180" type="blockArc" r:blip="">
                  <dgm:adjLst>
                    <dgm:adj idx="1" val="-64.2028"/>
                    <dgm:adj idx="2" val="64.5456"/>
                    <dgm:adj idx="3" val="0.0558"/>
                  </dgm:adjLst>
                </dgm:shape>
              </dgm:if>
              <dgm:if name="Name29" axis="followSib" ptType="node" func="cnt" op="equ" val="2">
                <dgm:shape xmlns:r="http://schemas.openxmlformats.org/officeDocument/2006/relationships" rot="180" type="blockArc" r:blip="">
                  <dgm:adjLst>
                    <dgm:adj idx="1" val="-67.8702"/>
                    <dgm:adj idx="2" val="68.6519"/>
                    <dgm:adj idx="3" val="0.0575"/>
                  </dgm:adjLst>
                </dgm:shape>
              </dgm:if>
              <dgm:else name="Name30">
                <dgm:shape xmlns:r="http://schemas.openxmlformats.org/officeDocument/2006/relationships" rot="180" type="blockArc" r:blip="">
                  <dgm:adjLst>
                    <dgm:adj idx="1" val="-84.8426"/>
                    <dgm:adj idx="2" val="84.8009"/>
                    <dgm:adj idx="3" val="0.0524"/>
                  </dgm:adjLst>
                </dgm:shape>
              </dgm:else>
            </dgm:choose>
          </dgm:else>
        </dgm:choose>
        <dgm:presOf/>
      </dgm:layoutNode>
      <dgm:layoutNode name="Image1" styleLbl="fgImgPlace1">
        <dgm:alg type="sp"/>
        <dgm:shape xmlns:r="http://schemas.openxmlformats.org/officeDocument/2006/relationships" type="ellipse" r:blip="" blipPhldr="1">
          <dgm:adjLst/>
        </dgm:shape>
        <dgm:presOf/>
      </dgm:layoutNode>
      <dgm:layoutNode name="Child1" styleLbl="revTx">
        <dgm:varLst>
          <dgm:chMax val="0"/>
          <dgm:chPref val="0"/>
          <dgm:bulletEnabled val="1"/>
        </dgm:varLst>
        <dgm:choose name="Name31">
          <dgm:if name="Name32" func="var" arg="dir" op="equ" val="norm">
            <dgm:alg type="tx">
              <dgm:param type="parTxLTRAlign" val="l"/>
              <dgm:param type="shpTxLTRAlignCh" val="l"/>
              <dgm:param type="parTxRTLAlign" val="l"/>
              <dgm:param type="shpTxRTLAlignCh" val="l"/>
              <dgm:param type="lnSpAfParP" val="10"/>
            </dgm:alg>
          </dgm:if>
          <dgm:else name="Name3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4" axis="ch ch" ptType="node node" st="1 2" cnt="1 1">
      <dgm:layoutNode name="Image2">
        <dgm:alg type="sp"/>
        <dgm:shape xmlns:r="http://schemas.openxmlformats.org/officeDocument/2006/relationships" r:blip="">
          <dgm:adjLst/>
        </dgm:shape>
        <dgm:presOf/>
        <dgm:constrLst/>
        <dgm:forEach name="Name35" ref="ImageRepeat"/>
      </dgm:layoutNode>
      <dgm:layoutNode name="Child2" styleLbl="revTx">
        <dgm:varLst>
          <dgm:chMax val="0"/>
          <dgm:chPref val="0"/>
          <dgm:bulletEnabled val="1"/>
        </dgm:varLst>
        <dgm:choose name="Name36">
          <dgm:if name="Name37" func="var" arg="dir" op="equ" val="norm">
            <dgm:alg type="tx">
              <dgm:param type="parTxLTRAlign" val="l"/>
              <dgm:param type="shpTxLTRAlignCh" val="l"/>
              <dgm:param type="parTxRTLAlign" val="l"/>
              <dgm:param type="shpTxRTLAlignCh" val="l"/>
              <dgm:param type="lnSpAfParP" val="10"/>
            </dgm:alg>
          </dgm:if>
          <dgm:else name="Name3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9" axis="ch ch" ptType="node node" st="1 3" cnt="1 1">
      <dgm:layoutNode name="Image3">
        <dgm:alg type="sp"/>
        <dgm:shape xmlns:r="http://schemas.openxmlformats.org/officeDocument/2006/relationships" r:blip="">
          <dgm:adjLst/>
        </dgm:shape>
        <dgm:presOf/>
        <dgm:constrLst/>
        <dgm:forEach name="Name40" ref="ImageRepeat"/>
      </dgm:layoutNode>
      <dgm:layoutNode name="Child3" styleLbl="revTx">
        <dgm:varLst>
          <dgm:chMax val="0"/>
          <dgm:chPref val="0"/>
          <dgm:bulletEnabled val="1"/>
        </dgm:varLst>
        <dgm:choose name="Name41">
          <dgm:if name="Name42" func="var" arg="dir" op="equ" val="norm">
            <dgm:alg type="tx">
              <dgm:param type="parTxLTRAlign" val="l"/>
              <dgm:param type="shpTxLTRAlignCh" val="l"/>
              <dgm:param type="parTxRTLAlign" val="l"/>
              <dgm:param type="shpTxRTLAlignCh" val="l"/>
              <dgm:param type="lnSpAfParP" val="10"/>
            </dgm:alg>
          </dgm:if>
          <dgm:else name="Name4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4" axis="ch ch" ptType="node node" st="1 4" cnt="1 1">
      <dgm:layoutNode name="Image4">
        <dgm:alg type="sp"/>
        <dgm:shape xmlns:r="http://schemas.openxmlformats.org/officeDocument/2006/relationships" r:blip="">
          <dgm:adjLst/>
        </dgm:shape>
        <dgm:presOf/>
        <dgm:constrLst/>
        <dgm:forEach name="Name45" ref="ImageRepeat"/>
      </dgm:layoutNode>
      <dgm:layoutNode name="Child4" styleLbl="revTx">
        <dgm:varLst>
          <dgm:chMax val="0"/>
          <dgm:chPref val="0"/>
          <dgm:bulletEnabled val="1"/>
        </dgm:varLst>
        <dgm:choose name="Name46">
          <dgm:if name="Name47" func="var" arg="dir" op="equ" val="norm">
            <dgm:alg type="tx">
              <dgm:param type="parTxLTRAlign" val="l"/>
              <dgm:param type="shpTxLTRAlignCh" val="l"/>
              <dgm:param type="parTxRTLAlign" val="l"/>
              <dgm:param type="shpTxRTLAlignCh" val="l"/>
              <dgm:param type="lnSpAfParP" val="10"/>
            </dgm:alg>
          </dgm:if>
          <dgm:else name="Name4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5537BF5B-CD24-4C44-AE27-040B1863BEC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ja-JP" altLang="en-US"/>
          </a:p>
        </p:txBody>
      </p:sp>
      <p:sp>
        <p:nvSpPr>
          <p:cNvPr id="3" name="日付プレースホルダー 2">
            <a:extLst>
              <a:ext uri="{FF2B5EF4-FFF2-40B4-BE49-F238E27FC236}">
                <a16:creationId xmlns:a16="http://schemas.microsoft.com/office/drawing/2014/main" id="{D3463FC3-F34E-B34B-8C70-4D3F322215A2}"/>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8CE327B5-2297-2945-88F5-0C8595E2797E}" type="datetimeFigureOut">
              <a:rPr lang="ja-JP" altLang="en-US"/>
              <a:pPr>
                <a:defRPr/>
              </a:pPr>
              <a:t>2023/10/17</a:t>
            </a:fld>
            <a:endParaRPr lang="ja-JP" altLang="en-US"/>
          </a:p>
        </p:txBody>
      </p:sp>
      <p:sp>
        <p:nvSpPr>
          <p:cNvPr id="4" name="スライド イメージ プレースホルダー 3">
            <a:extLst>
              <a:ext uri="{FF2B5EF4-FFF2-40B4-BE49-F238E27FC236}">
                <a16:creationId xmlns:a16="http://schemas.microsoft.com/office/drawing/2014/main" id="{63F606ED-67D3-5842-9455-E7BE4DDC35ED}"/>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ja-JP" altLang="en-US" noProof="0"/>
          </a:p>
        </p:txBody>
      </p:sp>
      <p:sp>
        <p:nvSpPr>
          <p:cNvPr id="5" name="ノート プレースホルダー 4">
            <a:extLst>
              <a:ext uri="{FF2B5EF4-FFF2-40B4-BE49-F238E27FC236}">
                <a16:creationId xmlns:a16="http://schemas.microsoft.com/office/drawing/2014/main" id="{768BD296-179E-D941-91E2-85652A70C06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ー 5">
            <a:extLst>
              <a:ext uri="{FF2B5EF4-FFF2-40B4-BE49-F238E27FC236}">
                <a16:creationId xmlns:a16="http://schemas.microsoft.com/office/drawing/2014/main" id="{8656882C-4654-AB45-9E77-4D7225EAA011}"/>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ja-JP" altLang="en-US"/>
          </a:p>
        </p:txBody>
      </p:sp>
      <p:sp>
        <p:nvSpPr>
          <p:cNvPr id="7" name="スライド番号プレースホルダー 6">
            <a:extLst>
              <a:ext uri="{FF2B5EF4-FFF2-40B4-BE49-F238E27FC236}">
                <a16:creationId xmlns:a16="http://schemas.microsoft.com/office/drawing/2014/main" id="{33E688C5-55E1-1D49-A488-21E0A34E345A}"/>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8FE2C5C8-8207-E24A-901F-4DFD97202330}" type="slidenum">
              <a:rPr lang="ja-JP" altLang="en-US"/>
              <a:pPr>
                <a:defRPr/>
              </a:pPr>
              <a:t>‹#›</a:t>
            </a:fld>
            <a:endParaRPr lang="ja-JP"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n-lt"/>
        <a:ea typeface="+mn-ea"/>
        <a:cs typeface="+mn-cs"/>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slideMaster" Target="../slideMasters/slideMaster1.xml"/><Relationship Id="rId1" Type="http://schemas.openxmlformats.org/officeDocument/2006/relationships/themeOverride" Target="../theme/themeOverride3.xml"/><Relationship Id="rId4" Type="http://schemas.openxmlformats.org/officeDocument/2006/relationships/image" Target="../media/image7.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slideMaster" Target="../slideMasters/slideMaster1.xml"/><Relationship Id="rId1" Type="http://schemas.openxmlformats.org/officeDocument/2006/relationships/themeOverride" Target="../theme/themeOverride5.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slideMaster" Target="../slideMasters/slideMaster1.xml"/><Relationship Id="rId1" Type="http://schemas.openxmlformats.org/officeDocument/2006/relationships/themeOverride" Target="../theme/themeOverride6.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slideMaster" Target="../slideMasters/slideMaster1.xml"/><Relationship Id="rId1" Type="http://schemas.openxmlformats.org/officeDocument/2006/relationships/themeOverride" Target="../theme/themeOverride7.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slideMaster" Target="../slideMasters/slideMaster1.xml"/><Relationship Id="rId1" Type="http://schemas.openxmlformats.org/officeDocument/2006/relationships/themeOverride" Target="../theme/themeOverride8.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_DARK">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553F11B9-2F4E-B844-96FD-9C4855A21512}"/>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7" name="タイトル プレースホルダー 1"/>
          <p:cNvSpPr>
            <a:spLocks noGrp="1"/>
          </p:cNvSpPr>
          <p:nvPr>
            <p:ph type="title"/>
          </p:nvPr>
        </p:nvSpPr>
        <p:spPr>
          <a:xfrm>
            <a:off x="3813024" y="2279134"/>
            <a:ext cx="4565951" cy="1955718"/>
          </a:xfrm>
          <a:prstGeom prst="rect">
            <a:avLst/>
          </a:prstGeom>
        </p:spPr>
        <p:txBody>
          <a:bodyPr vert="horz" wrap="none" lIns="72000" tIns="72000" rIns="72000" bIns="72000" rtlCol="0" anchor="ctr">
            <a:normAutofit/>
          </a:bodyPr>
          <a:lstStyle>
            <a:lvl1pPr algn="ctr">
              <a:lnSpc>
                <a:spcPct val="100000"/>
              </a:lnSpc>
              <a:defRPr sz="5000" b="1" i="0" spc="200" baseline="0">
                <a:latin typeface="Century Gothic" panose="020B0502020202020204" pitchFamily="34" charset="0"/>
              </a:defRPr>
            </a:lvl1pPr>
          </a:lstStyle>
          <a:p>
            <a:r>
              <a:rPr lang="ja-JP" altLang="en-US"/>
              <a:t>マスター タイトルの書式設定</a:t>
            </a:r>
          </a:p>
        </p:txBody>
      </p:sp>
      <p:sp>
        <p:nvSpPr>
          <p:cNvPr id="8" name="テキスト プレースホルダー 17"/>
          <p:cNvSpPr>
            <a:spLocks noGrp="1"/>
          </p:cNvSpPr>
          <p:nvPr>
            <p:ph type="body" sz="quarter" idx="13"/>
          </p:nvPr>
        </p:nvSpPr>
        <p:spPr>
          <a:xfrm>
            <a:off x="3712567" y="5266627"/>
            <a:ext cx="1828800" cy="274637"/>
          </a:xfrm>
          <a:prstGeom prst="rect">
            <a:avLst/>
          </a:prstGeom>
        </p:spPr>
        <p:txBody>
          <a:bodyPr wrap="none"/>
          <a:lstStyle>
            <a:lvl1pPr marL="0" indent="0" algn="r">
              <a:buFontTx/>
              <a:buNone/>
              <a:defRPr sz="1600" b="0" i="0">
                <a:latin typeface="Century Gothic" panose="020B0502020202020204" pitchFamily="34" charset="0"/>
                <a:cs typeface="Arial" panose="020B0604020202020204" pitchFamily="34" charset="0"/>
              </a:defRPr>
            </a:lvl1pPr>
            <a:lvl2pPr marL="457200" indent="0">
              <a:buFontTx/>
              <a:buNone/>
              <a:defRPr sz="1600">
                <a:latin typeface="Arial" panose="020B0604020202020204" pitchFamily="34" charset="0"/>
                <a:cs typeface="Arial" panose="020B0604020202020204" pitchFamily="34" charset="0"/>
              </a:defRPr>
            </a:lvl2pPr>
            <a:lvl3pPr marL="914400" indent="0">
              <a:buFontTx/>
              <a:buNone/>
              <a:defRPr sz="1600">
                <a:latin typeface="Arial" panose="020B0604020202020204" pitchFamily="34" charset="0"/>
                <a:cs typeface="Arial" panose="020B0604020202020204" pitchFamily="34" charset="0"/>
              </a:defRPr>
            </a:lvl3pPr>
            <a:lvl4pPr marL="1371600" indent="0">
              <a:buFontTx/>
              <a:buNone/>
              <a:defRPr sz="1600">
                <a:latin typeface="Arial" panose="020B0604020202020204" pitchFamily="34" charset="0"/>
                <a:cs typeface="Arial" panose="020B0604020202020204" pitchFamily="34" charset="0"/>
              </a:defRPr>
            </a:lvl4pPr>
            <a:lvl5pPr marL="1828800" indent="0">
              <a:buFontTx/>
              <a:buNone/>
              <a:defRPr sz="1600">
                <a:latin typeface="Arial" panose="020B0604020202020204" pitchFamily="34" charset="0"/>
                <a:cs typeface="Arial" panose="020B0604020202020204" pitchFamily="34" charset="0"/>
              </a:defRPr>
            </a:lvl5pPr>
          </a:lstStyle>
          <a:p>
            <a:pPr lvl="0"/>
            <a:r>
              <a:rPr lang="ja-JP" altLang="en-US"/>
              <a:t>マスター テキストの書式設定</a:t>
            </a:r>
          </a:p>
        </p:txBody>
      </p:sp>
      <p:sp>
        <p:nvSpPr>
          <p:cNvPr id="6" name="スライド番号プレースホルダー 31">
            <a:extLst>
              <a:ext uri="{FF2B5EF4-FFF2-40B4-BE49-F238E27FC236}">
                <a16:creationId xmlns:a16="http://schemas.microsoft.com/office/drawing/2014/main" id="{74B7326B-A6F9-8044-9BD4-BBA116C205E3}"/>
              </a:ext>
            </a:extLst>
          </p:cNvPr>
          <p:cNvSpPr>
            <a:spLocks noGrp="1"/>
          </p:cNvSpPr>
          <p:nvPr>
            <p:ph type="sldNum" sz="quarter" idx="14"/>
          </p:nvPr>
        </p:nvSpPr>
        <p:spPr/>
        <p:txBody>
          <a:bodyPr/>
          <a:lstStyle>
            <a:lvl1pPr>
              <a:defRPr b="0" i="0">
                <a:latin typeface="Century Gothic" panose="020B0502020202020204" pitchFamily="34" charset="0"/>
              </a:defRPr>
            </a:lvl1pPr>
          </a:lstStyle>
          <a:p>
            <a:pPr>
              <a:defRPr/>
            </a:pPr>
            <a:fld id="{1C5817C2-46D0-4F4E-BE6E-9D55020431A4}" type="slidenum">
              <a:rPr lang="ja-JP" altLang="en-US"/>
              <a:pPr>
                <a:defRPr/>
              </a:pPr>
              <a:t>‹#›</a:t>
            </a:fld>
            <a:endParaRPr lang="ja-JP" altLang="en-US"/>
          </a:p>
        </p:txBody>
      </p:sp>
      <p:sp>
        <p:nvSpPr>
          <p:cNvPr id="9" name="日付プレースホルダー 3">
            <a:extLst>
              <a:ext uri="{FF2B5EF4-FFF2-40B4-BE49-F238E27FC236}">
                <a16:creationId xmlns:a16="http://schemas.microsoft.com/office/drawing/2014/main" id="{ADAE20F7-4D38-254A-9E79-BEDE69968927}"/>
              </a:ext>
            </a:extLst>
          </p:cNvPr>
          <p:cNvSpPr>
            <a:spLocks noGrp="1"/>
          </p:cNvSpPr>
          <p:nvPr>
            <p:ph type="dt" sz="half" idx="15"/>
          </p:nvPr>
        </p:nvSpPr>
        <p:spPr>
          <a:xfrm>
            <a:off x="373063" y="6375400"/>
            <a:ext cx="1049337" cy="365125"/>
          </a:xfrm>
        </p:spPr>
        <p:txBody>
          <a:bodyPr/>
          <a:lstStyle>
            <a:lvl1pPr algn="l">
              <a:defRPr sz="1000" b="0" i="0" spc="100" baseline="0">
                <a:solidFill>
                  <a:schemeClr val="tx1"/>
                </a:solidFill>
                <a:latin typeface="Century Gothic" panose="020B0502020202020204" pitchFamily="34" charset="0"/>
                <a:cs typeface="Arial" panose="020B0604020202020204" pitchFamily="34" charset="0"/>
              </a:defRPr>
            </a:lvl1pPr>
          </a:lstStyle>
          <a:p>
            <a:pPr>
              <a:defRPr/>
            </a:pPr>
            <a:fld id="{DDA3FE86-4A74-7546-AF8F-86E8501792FB}" type="datetime1">
              <a:rPr lang="ja-JP" altLang="en-US"/>
              <a:pPr>
                <a:defRPr/>
              </a:pPr>
              <a:t>2023/10/17</a:t>
            </a:fld>
            <a:endParaRPr lang="ja-JP" altLang="en-US"/>
          </a:p>
        </p:txBody>
      </p:sp>
    </p:spTree>
    <p:extLst>
      <p:ext uri="{BB962C8B-B14F-4D97-AF65-F5344CB8AC3E}">
        <p14:creationId xmlns:p14="http://schemas.microsoft.com/office/powerpoint/2010/main" val="34762276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_LIGHT">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B5DCF37-3487-414D-8767-4DCBA9D980DA}"/>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5" name="図 4">
            <a:extLst>
              <a:ext uri="{FF2B5EF4-FFF2-40B4-BE49-F238E27FC236}">
                <a16:creationId xmlns:a16="http://schemas.microsoft.com/office/drawing/2014/main" id="{FB609870-5C0C-4446-ACA9-4AFB3FB0D1BC}"/>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019800" y="5111750"/>
            <a:ext cx="2528888"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タイトル プレースホルダー 1"/>
          <p:cNvSpPr>
            <a:spLocks noGrp="1"/>
          </p:cNvSpPr>
          <p:nvPr>
            <p:ph type="title"/>
          </p:nvPr>
        </p:nvSpPr>
        <p:spPr>
          <a:xfrm>
            <a:off x="3813024" y="2279134"/>
            <a:ext cx="4565951" cy="1955718"/>
          </a:xfrm>
          <a:prstGeom prst="rect">
            <a:avLst/>
          </a:prstGeom>
        </p:spPr>
        <p:txBody>
          <a:bodyPr vert="horz" wrap="none" lIns="72000" tIns="72000" rIns="72000" bIns="72000" rtlCol="0" anchor="ctr">
            <a:normAutofit/>
          </a:bodyPr>
          <a:lstStyle>
            <a:lvl1pPr algn="ctr">
              <a:lnSpc>
                <a:spcPct val="100000"/>
              </a:lnSpc>
              <a:defRPr sz="5000" b="1" i="0" spc="200" baseline="0">
                <a:solidFill>
                  <a:schemeClr val="tx1"/>
                </a:solidFill>
                <a:latin typeface="Century Gothic" panose="020B0502020202020204" pitchFamily="34" charset="0"/>
              </a:defRPr>
            </a:lvl1pPr>
          </a:lstStyle>
          <a:p>
            <a:r>
              <a:rPr lang="ja-JP" altLang="en-US"/>
              <a:t>マスター タイトルの書式設定</a:t>
            </a:r>
          </a:p>
        </p:txBody>
      </p:sp>
      <p:sp>
        <p:nvSpPr>
          <p:cNvPr id="8" name="テキスト プレースホルダー 17"/>
          <p:cNvSpPr>
            <a:spLocks noGrp="1"/>
          </p:cNvSpPr>
          <p:nvPr>
            <p:ph type="body" sz="quarter" idx="12"/>
          </p:nvPr>
        </p:nvSpPr>
        <p:spPr>
          <a:xfrm>
            <a:off x="3712567" y="5266627"/>
            <a:ext cx="1828800" cy="274637"/>
          </a:xfrm>
          <a:prstGeom prst="rect">
            <a:avLst/>
          </a:prstGeom>
        </p:spPr>
        <p:txBody>
          <a:bodyPr wrap="none"/>
          <a:lstStyle>
            <a:lvl1pPr marL="0" indent="0" algn="r">
              <a:buFontTx/>
              <a:buNone/>
              <a:defRPr sz="1600" b="0" i="0">
                <a:latin typeface="Century Gothic" panose="020B0502020202020204" pitchFamily="34" charset="0"/>
                <a:cs typeface="Arial" panose="020B0604020202020204" pitchFamily="34" charset="0"/>
              </a:defRPr>
            </a:lvl1pPr>
            <a:lvl2pPr marL="457200" indent="0">
              <a:buFontTx/>
              <a:buNone/>
              <a:defRPr sz="1600">
                <a:latin typeface="Arial" panose="020B0604020202020204" pitchFamily="34" charset="0"/>
                <a:cs typeface="Arial" panose="020B0604020202020204" pitchFamily="34" charset="0"/>
              </a:defRPr>
            </a:lvl2pPr>
            <a:lvl3pPr marL="914400" indent="0">
              <a:buFontTx/>
              <a:buNone/>
              <a:defRPr sz="1600">
                <a:latin typeface="Arial" panose="020B0604020202020204" pitchFamily="34" charset="0"/>
                <a:cs typeface="Arial" panose="020B0604020202020204" pitchFamily="34" charset="0"/>
              </a:defRPr>
            </a:lvl3pPr>
            <a:lvl4pPr marL="1371600" indent="0">
              <a:buFontTx/>
              <a:buNone/>
              <a:defRPr sz="1600">
                <a:latin typeface="Arial" panose="020B0604020202020204" pitchFamily="34" charset="0"/>
                <a:cs typeface="Arial" panose="020B0604020202020204" pitchFamily="34" charset="0"/>
              </a:defRPr>
            </a:lvl4pPr>
            <a:lvl5pPr marL="1828800" indent="0">
              <a:buFontTx/>
              <a:buNone/>
              <a:defRPr sz="1600">
                <a:latin typeface="Arial" panose="020B0604020202020204" pitchFamily="34" charset="0"/>
                <a:cs typeface="Arial" panose="020B0604020202020204" pitchFamily="34" charset="0"/>
              </a:defRPr>
            </a:lvl5pPr>
          </a:lstStyle>
          <a:p>
            <a:pPr lvl="0"/>
            <a:r>
              <a:rPr lang="ja-JP" altLang="en-US"/>
              <a:t>マスター テキストの書式設定</a:t>
            </a:r>
          </a:p>
        </p:txBody>
      </p:sp>
      <p:sp>
        <p:nvSpPr>
          <p:cNvPr id="6" name="スライド番号プレースホルダー 31">
            <a:extLst>
              <a:ext uri="{FF2B5EF4-FFF2-40B4-BE49-F238E27FC236}">
                <a16:creationId xmlns:a16="http://schemas.microsoft.com/office/drawing/2014/main" id="{39A97545-0588-1A4A-B774-33B49C326297}"/>
              </a:ext>
            </a:extLst>
          </p:cNvPr>
          <p:cNvSpPr>
            <a:spLocks noGrp="1"/>
          </p:cNvSpPr>
          <p:nvPr>
            <p:ph type="sldNum" sz="quarter" idx="13"/>
          </p:nvPr>
        </p:nvSpPr>
        <p:spPr/>
        <p:txBody>
          <a:bodyPr/>
          <a:lstStyle>
            <a:lvl1pPr>
              <a:defRPr b="0" i="0">
                <a:latin typeface="Century Gothic" panose="020B0502020202020204" pitchFamily="34" charset="0"/>
              </a:defRPr>
            </a:lvl1pPr>
          </a:lstStyle>
          <a:p>
            <a:pPr>
              <a:defRPr/>
            </a:pPr>
            <a:fld id="{C4E8A190-B4F7-5E43-8E35-1F0B34BE6BE1}" type="slidenum">
              <a:rPr lang="ja-JP" altLang="en-US"/>
              <a:pPr>
                <a:defRPr/>
              </a:pPr>
              <a:t>‹#›</a:t>
            </a:fld>
            <a:endParaRPr lang="ja-JP" altLang="en-US"/>
          </a:p>
        </p:txBody>
      </p:sp>
      <p:sp>
        <p:nvSpPr>
          <p:cNvPr id="7" name="日付プレースホルダー 3">
            <a:extLst>
              <a:ext uri="{FF2B5EF4-FFF2-40B4-BE49-F238E27FC236}">
                <a16:creationId xmlns:a16="http://schemas.microsoft.com/office/drawing/2014/main" id="{664D81B8-43B1-DC45-8457-117863A39378}"/>
              </a:ext>
            </a:extLst>
          </p:cNvPr>
          <p:cNvSpPr>
            <a:spLocks noGrp="1"/>
          </p:cNvSpPr>
          <p:nvPr>
            <p:ph type="dt" sz="half" idx="14"/>
          </p:nvPr>
        </p:nvSpPr>
        <p:spPr>
          <a:xfrm>
            <a:off x="373063" y="6375400"/>
            <a:ext cx="1049337" cy="365125"/>
          </a:xfrm>
        </p:spPr>
        <p:txBody>
          <a:bodyPr/>
          <a:lstStyle>
            <a:lvl1pPr algn="l">
              <a:defRPr sz="1000" b="0" i="0" spc="100" baseline="0">
                <a:solidFill>
                  <a:schemeClr val="tx1"/>
                </a:solidFill>
                <a:latin typeface="Century Gothic" panose="020B0502020202020204" pitchFamily="34" charset="0"/>
                <a:cs typeface="Arial" panose="020B0604020202020204" pitchFamily="34" charset="0"/>
              </a:defRPr>
            </a:lvl1pPr>
          </a:lstStyle>
          <a:p>
            <a:pPr>
              <a:defRPr/>
            </a:pPr>
            <a:fld id="{6E157380-B8BF-004C-8A68-97A50FC22056}" type="datetime1">
              <a:rPr lang="ja-JP" altLang="en-US"/>
              <a:pPr>
                <a:defRPr/>
              </a:pPr>
              <a:t>2023/10/17</a:t>
            </a:fld>
            <a:endParaRPr lang="ja-JP" altLang="en-US"/>
          </a:p>
        </p:txBody>
      </p:sp>
    </p:spTree>
    <p:extLst>
      <p:ext uri="{BB962C8B-B14F-4D97-AF65-F5344CB8AC3E}">
        <p14:creationId xmlns:p14="http://schemas.microsoft.com/office/powerpoint/2010/main" val="326713864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_DARK">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3149871C-9FBF-4A41-A93D-F94AB9A9036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63623" t="31638" r="-1904" b="-2982"/>
          <a:stretch>
            <a:fillRect/>
          </a:stretch>
        </p:blipFill>
        <p:spPr bwMode="auto">
          <a:xfrm>
            <a:off x="0" y="0"/>
            <a:ext cx="364648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タイトル 1"/>
          <p:cNvSpPr>
            <a:spLocks noGrp="1"/>
          </p:cNvSpPr>
          <p:nvPr>
            <p:ph type="ctrTitle"/>
          </p:nvPr>
        </p:nvSpPr>
        <p:spPr>
          <a:xfrm>
            <a:off x="4289304" y="469856"/>
            <a:ext cx="3427453" cy="605853"/>
          </a:xfrm>
          <a:prstGeom prst="rect">
            <a:avLst/>
          </a:prstGeom>
        </p:spPr>
        <p:txBody>
          <a:bodyPr wrap="none" lIns="72000" tIns="108000" rIns="72000" bIns="72000" anchor="ctr" anchorCtr="0"/>
          <a:lstStyle>
            <a:lvl1pPr algn="l">
              <a:defRPr sz="2800" b="1" i="0" spc="600">
                <a:latin typeface="Century Gothic" panose="020B0502020202020204" pitchFamily="34" charset="0"/>
              </a:defRPr>
            </a:lvl1pPr>
          </a:lstStyle>
          <a:p>
            <a:r>
              <a:rPr lang="ja-JP" altLang="en-US"/>
              <a:t>マスター タイトルの書式設定</a:t>
            </a:r>
          </a:p>
        </p:txBody>
      </p:sp>
      <p:sp>
        <p:nvSpPr>
          <p:cNvPr id="30" name="テキスト プレースホルダー 29"/>
          <p:cNvSpPr>
            <a:spLocks noGrp="1"/>
          </p:cNvSpPr>
          <p:nvPr>
            <p:ph type="body" sz="quarter" idx="10"/>
          </p:nvPr>
        </p:nvSpPr>
        <p:spPr>
          <a:xfrm>
            <a:off x="4289304" y="1508377"/>
            <a:ext cx="6938139" cy="4423070"/>
          </a:xfrm>
          <a:prstGeom prst="rect">
            <a:avLst/>
          </a:prstGeom>
        </p:spPr>
        <p:txBody>
          <a:bodyPr lIns="72000" tIns="72000" rIns="72000" bIns="72000" anchor="ctr" anchorCtr="0"/>
          <a:lstStyle>
            <a:lvl1pPr marL="0" indent="0">
              <a:lnSpc>
                <a:spcPct val="100000"/>
              </a:lnSpc>
              <a:buFontTx/>
              <a:buNone/>
              <a:defRPr sz="2000" b="1" i="0" spc="100" baseline="0">
                <a:latin typeface="Century Gothic" panose="020B0502020202020204" pitchFamily="34" charset="0"/>
                <a:ea typeface="Yu Gothic" panose="020B0400000000000000" pitchFamily="34" charset="-128"/>
                <a:cs typeface="Arial" panose="020B0604020202020204" pitchFamily="34" charset="0"/>
              </a:defRPr>
            </a:lvl1pPr>
            <a:lvl2pPr marL="457200" indent="0">
              <a:lnSpc>
                <a:spcPct val="100000"/>
              </a:lnSpc>
              <a:buFontTx/>
              <a:buNone/>
              <a:defRPr b="1" i="0" spc="100" baseline="0">
                <a:latin typeface="Arial" panose="020B0604020202020204" pitchFamily="34" charset="0"/>
                <a:ea typeface="Yu Gothic" panose="020B0400000000000000" pitchFamily="34" charset="-128"/>
                <a:cs typeface="Arial" panose="020B0604020202020204" pitchFamily="34" charset="0"/>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ja-JP" altLang="en-US"/>
              <a:t>マスター テキストの書式設定</a:t>
            </a:r>
          </a:p>
        </p:txBody>
      </p:sp>
      <p:sp>
        <p:nvSpPr>
          <p:cNvPr id="5" name="スライド番号プレースホルダー 31">
            <a:extLst>
              <a:ext uri="{FF2B5EF4-FFF2-40B4-BE49-F238E27FC236}">
                <a16:creationId xmlns:a16="http://schemas.microsoft.com/office/drawing/2014/main" id="{494AFE44-9938-A146-81AD-CDB76809848D}"/>
              </a:ext>
            </a:extLst>
          </p:cNvPr>
          <p:cNvSpPr>
            <a:spLocks noGrp="1"/>
          </p:cNvSpPr>
          <p:nvPr>
            <p:ph type="sldNum" sz="quarter" idx="11"/>
          </p:nvPr>
        </p:nvSpPr>
        <p:spPr/>
        <p:txBody>
          <a:bodyPr/>
          <a:lstStyle>
            <a:lvl1pPr>
              <a:defRPr b="0" i="0">
                <a:latin typeface="Century Gothic" panose="020B0502020202020204" pitchFamily="34" charset="0"/>
              </a:defRPr>
            </a:lvl1pPr>
          </a:lstStyle>
          <a:p>
            <a:pPr>
              <a:defRPr/>
            </a:pPr>
            <a:fld id="{2D811059-BB7A-8B47-B4E5-892247BB6535}" type="slidenum">
              <a:rPr lang="ja-JP" altLang="en-US"/>
              <a:pPr>
                <a:defRPr/>
              </a:pPr>
              <a:t>‹#›</a:t>
            </a:fld>
            <a:endParaRPr lang="ja-JP" altLang="en-US"/>
          </a:p>
        </p:txBody>
      </p:sp>
      <p:sp>
        <p:nvSpPr>
          <p:cNvPr id="6" name="日付プレースホルダー 3">
            <a:extLst>
              <a:ext uri="{FF2B5EF4-FFF2-40B4-BE49-F238E27FC236}">
                <a16:creationId xmlns:a16="http://schemas.microsoft.com/office/drawing/2014/main" id="{518DE7D6-3FD3-CD44-B5F1-D6C9DCECEDD5}"/>
              </a:ext>
            </a:extLst>
          </p:cNvPr>
          <p:cNvSpPr>
            <a:spLocks noGrp="1"/>
          </p:cNvSpPr>
          <p:nvPr>
            <p:ph type="dt" sz="half" idx="12"/>
          </p:nvPr>
        </p:nvSpPr>
        <p:spPr>
          <a:xfrm>
            <a:off x="373063" y="6375400"/>
            <a:ext cx="1049337" cy="365125"/>
          </a:xfrm>
        </p:spPr>
        <p:txBody>
          <a:bodyPr/>
          <a:lstStyle>
            <a:lvl1pPr algn="l">
              <a:defRPr sz="1000" b="0" i="0" spc="100" baseline="0">
                <a:solidFill>
                  <a:schemeClr val="tx1"/>
                </a:solidFill>
                <a:latin typeface="Century Gothic" panose="020B0502020202020204" pitchFamily="34" charset="0"/>
                <a:cs typeface="Arial" panose="020B0604020202020204" pitchFamily="34" charset="0"/>
              </a:defRPr>
            </a:lvl1pPr>
          </a:lstStyle>
          <a:p>
            <a:pPr>
              <a:defRPr/>
            </a:pPr>
            <a:fld id="{3EE1FFE4-BDA7-6A48-B193-636DB98A4D42}" type="datetime1">
              <a:rPr lang="ja-JP" altLang="en-US"/>
              <a:pPr>
                <a:defRPr/>
              </a:pPr>
              <a:t>2023/10/17</a:t>
            </a:fld>
            <a:endParaRPr lang="ja-JP" altLang="en-US"/>
          </a:p>
        </p:txBody>
      </p:sp>
    </p:spTree>
    <p:extLst>
      <p:ext uri="{BB962C8B-B14F-4D97-AF65-F5344CB8AC3E}">
        <p14:creationId xmlns:p14="http://schemas.microsoft.com/office/powerpoint/2010/main" val="395224383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次_LIGHT">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769234A-B6F9-414B-9DEE-BFA8A8D0E25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63631" t="31628" b="-2975"/>
          <a:stretch>
            <a:fillRect/>
          </a:stretch>
        </p:blipFill>
        <p:spPr bwMode="auto">
          <a:xfrm>
            <a:off x="0" y="0"/>
            <a:ext cx="34639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タイトル 1"/>
          <p:cNvSpPr>
            <a:spLocks noGrp="1"/>
          </p:cNvSpPr>
          <p:nvPr>
            <p:ph type="ctrTitle"/>
          </p:nvPr>
        </p:nvSpPr>
        <p:spPr>
          <a:xfrm>
            <a:off x="4289304" y="469856"/>
            <a:ext cx="3427453" cy="605853"/>
          </a:xfrm>
          <a:prstGeom prst="rect">
            <a:avLst/>
          </a:prstGeom>
        </p:spPr>
        <p:txBody>
          <a:bodyPr wrap="none" lIns="72000" tIns="108000" rIns="72000" bIns="72000" anchor="ctr" anchorCtr="0"/>
          <a:lstStyle>
            <a:lvl1pPr algn="l">
              <a:defRPr sz="2800" b="1" i="0" spc="600">
                <a:latin typeface="Century Gothic" panose="020B0502020202020204" pitchFamily="34" charset="0"/>
              </a:defRPr>
            </a:lvl1pPr>
          </a:lstStyle>
          <a:p>
            <a:r>
              <a:rPr lang="ja-JP" altLang="en-US"/>
              <a:t>マスター タイトルの書式設定</a:t>
            </a:r>
          </a:p>
        </p:txBody>
      </p:sp>
      <p:sp>
        <p:nvSpPr>
          <p:cNvPr id="30" name="テキスト プレースホルダー 29"/>
          <p:cNvSpPr>
            <a:spLocks noGrp="1"/>
          </p:cNvSpPr>
          <p:nvPr>
            <p:ph type="body" sz="quarter" idx="10"/>
          </p:nvPr>
        </p:nvSpPr>
        <p:spPr>
          <a:xfrm>
            <a:off x="4289304" y="1508377"/>
            <a:ext cx="6938139" cy="4423070"/>
          </a:xfrm>
          <a:prstGeom prst="rect">
            <a:avLst/>
          </a:prstGeom>
        </p:spPr>
        <p:txBody>
          <a:bodyPr lIns="72000" tIns="72000" rIns="72000" bIns="72000" anchor="ctr" anchorCtr="0"/>
          <a:lstStyle>
            <a:lvl1pPr marL="0" indent="0">
              <a:lnSpc>
                <a:spcPct val="100000"/>
              </a:lnSpc>
              <a:buFontTx/>
              <a:buNone/>
              <a:defRPr sz="2000" b="1" i="0" spc="100" baseline="0">
                <a:latin typeface="Century Gothic" panose="020B0502020202020204" pitchFamily="34" charset="0"/>
                <a:ea typeface="Yu Gothic" panose="020B0400000000000000" pitchFamily="34" charset="-128"/>
                <a:cs typeface="Arial" panose="020B0604020202020204" pitchFamily="34" charset="0"/>
              </a:defRPr>
            </a:lvl1pPr>
            <a:lvl2pPr marL="457200" indent="0">
              <a:lnSpc>
                <a:spcPct val="100000"/>
              </a:lnSpc>
              <a:buFontTx/>
              <a:buNone/>
              <a:defRPr b="1" i="0" spc="100" baseline="0">
                <a:latin typeface="Arial" panose="020B0604020202020204" pitchFamily="34" charset="0"/>
                <a:ea typeface="Yu Gothic" panose="020B0400000000000000" pitchFamily="34" charset="-128"/>
                <a:cs typeface="Arial" panose="020B0604020202020204" pitchFamily="34" charset="0"/>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ja-JP" altLang="en-US"/>
              <a:t>マスター テキストの書式設定</a:t>
            </a:r>
          </a:p>
        </p:txBody>
      </p:sp>
      <p:sp>
        <p:nvSpPr>
          <p:cNvPr id="5" name="スライド番号プレースホルダー 31">
            <a:extLst>
              <a:ext uri="{FF2B5EF4-FFF2-40B4-BE49-F238E27FC236}">
                <a16:creationId xmlns:a16="http://schemas.microsoft.com/office/drawing/2014/main" id="{69DE3502-AE09-A444-8B35-5D2DF8D2F61A}"/>
              </a:ext>
            </a:extLst>
          </p:cNvPr>
          <p:cNvSpPr>
            <a:spLocks noGrp="1"/>
          </p:cNvSpPr>
          <p:nvPr>
            <p:ph type="sldNum" sz="quarter" idx="11"/>
          </p:nvPr>
        </p:nvSpPr>
        <p:spPr/>
        <p:txBody>
          <a:bodyPr/>
          <a:lstStyle>
            <a:lvl1pPr>
              <a:defRPr b="0" i="0">
                <a:latin typeface="Century Gothic" panose="020B0502020202020204" pitchFamily="34" charset="0"/>
              </a:defRPr>
            </a:lvl1pPr>
          </a:lstStyle>
          <a:p>
            <a:pPr>
              <a:defRPr/>
            </a:pPr>
            <a:fld id="{98801705-9237-B248-8CCD-5AE70991EC85}" type="slidenum">
              <a:rPr lang="ja-JP" altLang="en-US"/>
              <a:pPr>
                <a:defRPr/>
              </a:pPr>
              <a:t>‹#›</a:t>
            </a:fld>
            <a:endParaRPr lang="ja-JP" altLang="en-US"/>
          </a:p>
        </p:txBody>
      </p:sp>
      <p:sp>
        <p:nvSpPr>
          <p:cNvPr id="6" name="日付プレースホルダー 3">
            <a:extLst>
              <a:ext uri="{FF2B5EF4-FFF2-40B4-BE49-F238E27FC236}">
                <a16:creationId xmlns:a16="http://schemas.microsoft.com/office/drawing/2014/main" id="{9EED3F35-0111-934C-95F3-8F1FE947AEB9}"/>
              </a:ext>
            </a:extLst>
          </p:cNvPr>
          <p:cNvSpPr>
            <a:spLocks noGrp="1"/>
          </p:cNvSpPr>
          <p:nvPr>
            <p:ph type="dt" sz="half" idx="12"/>
          </p:nvPr>
        </p:nvSpPr>
        <p:spPr>
          <a:xfrm>
            <a:off x="373063" y="6375400"/>
            <a:ext cx="1049337" cy="365125"/>
          </a:xfrm>
        </p:spPr>
        <p:txBody>
          <a:bodyPr/>
          <a:lstStyle>
            <a:lvl1pPr algn="l">
              <a:defRPr sz="1000" b="0" i="0" spc="100" baseline="0">
                <a:solidFill>
                  <a:schemeClr val="tx1"/>
                </a:solidFill>
                <a:latin typeface="Century Gothic" panose="020B0502020202020204" pitchFamily="34" charset="0"/>
                <a:cs typeface="Arial" panose="020B0604020202020204" pitchFamily="34" charset="0"/>
              </a:defRPr>
            </a:lvl1pPr>
          </a:lstStyle>
          <a:p>
            <a:pPr>
              <a:defRPr/>
            </a:pPr>
            <a:fld id="{CC307D43-1EE3-7543-81AA-9E4A643C936B}" type="datetime1">
              <a:rPr lang="ja-JP" altLang="en-US"/>
              <a:pPr>
                <a:defRPr/>
              </a:pPr>
              <a:t>2023/10/17</a:t>
            </a:fld>
            <a:endParaRPr lang="ja-JP" altLang="en-US"/>
          </a:p>
        </p:txBody>
      </p:sp>
    </p:spTree>
    <p:extLst>
      <p:ext uri="{BB962C8B-B14F-4D97-AF65-F5344CB8AC3E}">
        <p14:creationId xmlns:p14="http://schemas.microsoft.com/office/powerpoint/2010/main" val="1316366448"/>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中扉_DARK">
    <p:spTree>
      <p:nvGrpSpPr>
        <p:cNvPr id="1" name=""/>
        <p:cNvGrpSpPr/>
        <p:nvPr/>
      </p:nvGrpSpPr>
      <p:grpSpPr>
        <a:xfrm>
          <a:off x="0" y="0"/>
          <a:ext cx="0" cy="0"/>
          <a:chOff x="0" y="0"/>
          <a:chExt cx="0" cy="0"/>
        </a:xfrm>
      </p:grpSpPr>
      <p:pic>
        <p:nvPicPr>
          <p:cNvPr id="5" name="図 3">
            <a:extLst>
              <a:ext uri="{FF2B5EF4-FFF2-40B4-BE49-F238E27FC236}">
                <a16:creationId xmlns:a16="http://schemas.microsoft.com/office/drawing/2014/main" id="{127EF4A5-07C8-8D4F-B5F4-5B6B04AE624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図 4">
            <a:extLst>
              <a:ext uri="{FF2B5EF4-FFF2-40B4-BE49-F238E27FC236}">
                <a16:creationId xmlns:a16="http://schemas.microsoft.com/office/drawing/2014/main" id="{603CB6CB-35F6-B044-A92C-B2DFB5384EE0}"/>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46075" y="6008688"/>
            <a:ext cx="114998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タイトル 1"/>
          <p:cNvSpPr>
            <a:spLocks noGrp="1"/>
          </p:cNvSpPr>
          <p:nvPr>
            <p:ph type="ctrTitle"/>
          </p:nvPr>
        </p:nvSpPr>
        <p:spPr>
          <a:xfrm>
            <a:off x="4549274" y="2924595"/>
            <a:ext cx="3108949" cy="605853"/>
          </a:xfrm>
          <a:prstGeom prst="rect">
            <a:avLst/>
          </a:prstGeom>
        </p:spPr>
        <p:txBody>
          <a:bodyPr wrap="none" lIns="72000" tIns="72000" rIns="72000" bIns="72000" anchor="ctr" anchorCtr="0"/>
          <a:lstStyle>
            <a:lvl1pPr algn="ctr">
              <a:lnSpc>
                <a:spcPct val="150000"/>
              </a:lnSpc>
              <a:defRPr sz="4000" b="1" i="0" spc="200" baseline="0">
                <a:solidFill>
                  <a:schemeClr val="tx1"/>
                </a:solidFill>
                <a:latin typeface="Century Gothic" panose="020B0502020202020204" pitchFamily="34" charset="0"/>
              </a:defRPr>
            </a:lvl1pPr>
          </a:lstStyle>
          <a:p>
            <a:r>
              <a:rPr lang="ja-JP" altLang="en-US"/>
              <a:t>マスター タイトルの書式設定</a:t>
            </a:r>
          </a:p>
        </p:txBody>
      </p:sp>
      <p:sp>
        <p:nvSpPr>
          <p:cNvPr id="30" name="テキスト プレースホルダー 29"/>
          <p:cNvSpPr>
            <a:spLocks noGrp="1"/>
          </p:cNvSpPr>
          <p:nvPr>
            <p:ph type="body" sz="quarter" idx="10"/>
          </p:nvPr>
        </p:nvSpPr>
        <p:spPr>
          <a:xfrm>
            <a:off x="3429129" y="4157136"/>
            <a:ext cx="5349240" cy="816186"/>
          </a:xfrm>
          <a:prstGeom prst="rect">
            <a:avLst/>
          </a:prstGeom>
        </p:spPr>
        <p:txBody>
          <a:bodyPr lIns="72000" tIns="0" rIns="72000" bIns="72000" anchor="ctr" anchorCtr="0"/>
          <a:lstStyle>
            <a:lvl1pPr marL="0" indent="0" algn="ctr">
              <a:lnSpc>
                <a:spcPct val="150000"/>
              </a:lnSpc>
              <a:buFont typeface="Arial" panose="020B0604020202020204" pitchFamily="34" charset="0"/>
              <a:buNone/>
              <a:defRPr sz="2400" b="1" i="0" spc="100" baseline="0">
                <a:latin typeface="Century Gothic" panose="020B0502020202020204" pitchFamily="34" charset="0"/>
                <a:ea typeface="Yu Gothic" panose="020B0400000000000000" pitchFamily="34" charset="-128"/>
                <a:cs typeface="Arial" panose="020B0604020202020204" pitchFamily="34" charset="0"/>
              </a:defRPr>
            </a:lvl1pPr>
            <a:lvl2pPr marL="457200" indent="0">
              <a:lnSpc>
                <a:spcPct val="100000"/>
              </a:lnSpc>
              <a:buFontTx/>
              <a:buNone/>
              <a:defRPr b="1" i="0" spc="100" baseline="0">
                <a:latin typeface="Arial" panose="020B0604020202020204" pitchFamily="34" charset="0"/>
                <a:ea typeface="Yu Gothic" panose="020B0400000000000000" pitchFamily="34" charset="-128"/>
                <a:cs typeface="Arial" panose="020B0604020202020204" pitchFamily="34" charset="0"/>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ja-JP" altLang="en-US"/>
              <a:t>マスター テキストの書式設定</a:t>
            </a:r>
          </a:p>
        </p:txBody>
      </p:sp>
      <p:sp>
        <p:nvSpPr>
          <p:cNvPr id="4" name="テキスト プレースホルダー 3"/>
          <p:cNvSpPr>
            <a:spLocks noGrp="1"/>
          </p:cNvSpPr>
          <p:nvPr>
            <p:ph type="body" sz="quarter" idx="13"/>
          </p:nvPr>
        </p:nvSpPr>
        <p:spPr>
          <a:xfrm>
            <a:off x="4446277" y="1165794"/>
            <a:ext cx="3299445" cy="975600"/>
          </a:xfrm>
          <a:prstGeom prst="rect">
            <a:avLst/>
          </a:prstGeom>
        </p:spPr>
        <p:txBody>
          <a:bodyPr wrap="none" lIns="180000" tIns="180000" rIns="72000" bIns="72000" anchor="ctr" anchorCtr="0">
            <a:noAutofit/>
          </a:bodyPr>
          <a:lstStyle>
            <a:lvl1pPr marL="0" indent="0" algn="ctr">
              <a:buFontTx/>
              <a:buNone/>
              <a:defRPr sz="9600" b="1" i="0">
                <a:solidFill>
                  <a:schemeClr val="tx1"/>
                </a:solidFill>
                <a:latin typeface="Century Gothic" panose="020B0502020202020204" pitchFamily="34" charset="0"/>
                <a:cs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7" name="スライド番号プレースホルダー 31">
            <a:extLst>
              <a:ext uri="{FF2B5EF4-FFF2-40B4-BE49-F238E27FC236}">
                <a16:creationId xmlns:a16="http://schemas.microsoft.com/office/drawing/2014/main" id="{DA872620-34E6-C64E-AECD-DC1B9F247129}"/>
              </a:ext>
            </a:extLst>
          </p:cNvPr>
          <p:cNvSpPr>
            <a:spLocks noGrp="1"/>
          </p:cNvSpPr>
          <p:nvPr>
            <p:ph type="sldNum" sz="quarter" idx="14"/>
          </p:nvPr>
        </p:nvSpPr>
        <p:spPr/>
        <p:txBody>
          <a:bodyPr/>
          <a:lstStyle>
            <a:lvl1pPr>
              <a:defRPr b="0" i="0">
                <a:latin typeface="Century Gothic" panose="020B0502020202020204" pitchFamily="34" charset="0"/>
              </a:defRPr>
            </a:lvl1pPr>
          </a:lstStyle>
          <a:p>
            <a:pPr>
              <a:defRPr/>
            </a:pPr>
            <a:fld id="{201F5767-B4D8-E54F-9CB2-AC95EA865451}" type="slidenum">
              <a:rPr lang="ja-JP" altLang="en-US"/>
              <a:pPr>
                <a:defRPr/>
              </a:pPr>
              <a:t>‹#›</a:t>
            </a:fld>
            <a:endParaRPr lang="ja-JP" altLang="en-US"/>
          </a:p>
        </p:txBody>
      </p:sp>
      <p:sp>
        <p:nvSpPr>
          <p:cNvPr id="8" name="日付プレースホルダー 3">
            <a:extLst>
              <a:ext uri="{FF2B5EF4-FFF2-40B4-BE49-F238E27FC236}">
                <a16:creationId xmlns:a16="http://schemas.microsoft.com/office/drawing/2014/main" id="{A842467C-7930-5545-AD85-ED59C21C1B51}"/>
              </a:ext>
            </a:extLst>
          </p:cNvPr>
          <p:cNvSpPr>
            <a:spLocks noGrp="1"/>
          </p:cNvSpPr>
          <p:nvPr>
            <p:ph type="dt" sz="half" idx="15"/>
          </p:nvPr>
        </p:nvSpPr>
        <p:spPr>
          <a:xfrm>
            <a:off x="373063" y="6375400"/>
            <a:ext cx="1049337" cy="365125"/>
          </a:xfrm>
        </p:spPr>
        <p:txBody>
          <a:bodyPr/>
          <a:lstStyle>
            <a:lvl1pPr algn="l">
              <a:defRPr sz="1000" b="0" i="0" spc="100" baseline="0">
                <a:solidFill>
                  <a:schemeClr val="tx1"/>
                </a:solidFill>
                <a:latin typeface="Century Gothic" panose="020B0502020202020204" pitchFamily="34" charset="0"/>
                <a:cs typeface="Arial" panose="020B0604020202020204" pitchFamily="34" charset="0"/>
              </a:defRPr>
            </a:lvl1pPr>
          </a:lstStyle>
          <a:p>
            <a:pPr>
              <a:defRPr/>
            </a:pPr>
            <a:fld id="{8E0026A2-FFFB-7A4B-9A24-51E2344570FD}" type="datetime1">
              <a:rPr lang="ja-JP" altLang="en-US"/>
              <a:pPr>
                <a:defRPr/>
              </a:pPr>
              <a:t>2023/10/17</a:t>
            </a:fld>
            <a:endParaRPr lang="ja-JP" altLang="en-US"/>
          </a:p>
        </p:txBody>
      </p:sp>
    </p:spTree>
    <p:extLst>
      <p:ext uri="{BB962C8B-B14F-4D97-AF65-F5344CB8AC3E}">
        <p14:creationId xmlns:p14="http://schemas.microsoft.com/office/powerpoint/2010/main" val="1238488792"/>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中扉_LIGHT">
    <p:spTree>
      <p:nvGrpSpPr>
        <p:cNvPr id="1" name=""/>
        <p:cNvGrpSpPr/>
        <p:nvPr/>
      </p:nvGrpSpPr>
      <p:grpSpPr>
        <a:xfrm>
          <a:off x="0" y="0"/>
          <a:ext cx="0" cy="0"/>
          <a:chOff x="0" y="0"/>
          <a:chExt cx="0" cy="0"/>
        </a:xfrm>
      </p:grpSpPr>
      <p:pic>
        <p:nvPicPr>
          <p:cNvPr id="5" name="図 3">
            <a:extLst>
              <a:ext uri="{FF2B5EF4-FFF2-40B4-BE49-F238E27FC236}">
                <a16:creationId xmlns:a16="http://schemas.microsoft.com/office/drawing/2014/main" id="{74712A0C-F53B-E14E-9D9F-628938A6B71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図 4">
            <a:extLst>
              <a:ext uri="{FF2B5EF4-FFF2-40B4-BE49-F238E27FC236}">
                <a16:creationId xmlns:a16="http://schemas.microsoft.com/office/drawing/2014/main" id="{77E59682-1B01-2444-A251-1F3BF6D03A0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46075" y="6008688"/>
            <a:ext cx="114998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タイトル 1"/>
          <p:cNvSpPr>
            <a:spLocks noGrp="1"/>
          </p:cNvSpPr>
          <p:nvPr>
            <p:ph type="ctrTitle"/>
          </p:nvPr>
        </p:nvSpPr>
        <p:spPr>
          <a:xfrm>
            <a:off x="4549274" y="2924595"/>
            <a:ext cx="3108949" cy="605853"/>
          </a:xfrm>
          <a:prstGeom prst="rect">
            <a:avLst/>
          </a:prstGeom>
        </p:spPr>
        <p:txBody>
          <a:bodyPr wrap="none" lIns="72000" tIns="72000" rIns="72000" bIns="72000" anchor="ctr" anchorCtr="0"/>
          <a:lstStyle>
            <a:lvl1pPr algn="ctr">
              <a:lnSpc>
                <a:spcPct val="150000"/>
              </a:lnSpc>
              <a:defRPr sz="4000" b="1" i="0" spc="200" baseline="0">
                <a:solidFill>
                  <a:schemeClr val="tx1"/>
                </a:solidFill>
                <a:latin typeface="Century Gothic" panose="020B0502020202020204" pitchFamily="34" charset="0"/>
              </a:defRPr>
            </a:lvl1pPr>
          </a:lstStyle>
          <a:p>
            <a:r>
              <a:rPr lang="ja-JP" altLang="en-US"/>
              <a:t>マスター タイトルの書式設定</a:t>
            </a:r>
          </a:p>
        </p:txBody>
      </p:sp>
      <p:sp>
        <p:nvSpPr>
          <p:cNvPr id="30" name="テキスト プレースホルダー 29"/>
          <p:cNvSpPr>
            <a:spLocks noGrp="1"/>
          </p:cNvSpPr>
          <p:nvPr>
            <p:ph type="body" sz="quarter" idx="10"/>
          </p:nvPr>
        </p:nvSpPr>
        <p:spPr>
          <a:xfrm>
            <a:off x="3429129" y="4157136"/>
            <a:ext cx="5349240" cy="816186"/>
          </a:xfrm>
          <a:prstGeom prst="rect">
            <a:avLst/>
          </a:prstGeom>
        </p:spPr>
        <p:txBody>
          <a:bodyPr lIns="72000" tIns="0" rIns="72000" bIns="72000" anchor="ctr" anchorCtr="0"/>
          <a:lstStyle>
            <a:lvl1pPr marL="0" indent="0" algn="ctr">
              <a:lnSpc>
                <a:spcPct val="150000"/>
              </a:lnSpc>
              <a:buFont typeface="Arial" panose="020B0604020202020204" pitchFamily="34" charset="0"/>
              <a:buNone/>
              <a:defRPr sz="2400" b="1" i="0" spc="100" baseline="0">
                <a:latin typeface="Century Gothic" panose="020B0502020202020204" pitchFamily="34" charset="0"/>
                <a:ea typeface="Yu Gothic" panose="020B0400000000000000" pitchFamily="34" charset="-128"/>
                <a:cs typeface="Arial" panose="020B0604020202020204" pitchFamily="34" charset="0"/>
              </a:defRPr>
            </a:lvl1pPr>
            <a:lvl2pPr marL="457200" indent="0">
              <a:lnSpc>
                <a:spcPct val="100000"/>
              </a:lnSpc>
              <a:buFontTx/>
              <a:buNone/>
              <a:defRPr b="1" i="0" spc="100" baseline="0">
                <a:latin typeface="Arial" panose="020B0604020202020204" pitchFamily="34" charset="0"/>
                <a:ea typeface="Yu Gothic" panose="020B0400000000000000" pitchFamily="34" charset="-128"/>
                <a:cs typeface="Arial" panose="020B0604020202020204" pitchFamily="34" charset="0"/>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ja-JP" altLang="en-US"/>
              <a:t>マスター テキストの書式設定</a:t>
            </a:r>
          </a:p>
        </p:txBody>
      </p:sp>
      <p:sp>
        <p:nvSpPr>
          <p:cNvPr id="4" name="テキスト プレースホルダー 3"/>
          <p:cNvSpPr>
            <a:spLocks noGrp="1"/>
          </p:cNvSpPr>
          <p:nvPr>
            <p:ph type="body" sz="quarter" idx="13"/>
          </p:nvPr>
        </p:nvSpPr>
        <p:spPr>
          <a:xfrm>
            <a:off x="4446277" y="1165794"/>
            <a:ext cx="3299445" cy="975600"/>
          </a:xfrm>
          <a:prstGeom prst="rect">
            <a:avLst/>
          </a:prstGeom>
        </p:spPr>
        <p:txBody>
          <a:bodyPr wrap="none" lIns="180000" tIns="180000" rIns="72000" bIns="72000" anchor="ctr" anchorCtr="0">
            <a:noAutofit/>
          </a:bodyPr>
          <a:lstStyle>
            <a:lvl1pPr marL="0" indent="0" algn="ctr">
              <a:buFontTx/>
              <a:buNone/>
              <a:defRPr sz="9600" b="1" i="0">
                <a:solidFill>
                  <a:schemeClr val="tx1"/>
                </a:solidFill>
                <a:latin typeface="Century Gothic" panose="020B0502020202020204" pitchFamily="34" charset="0"/>
                <a:cs typeface="Arial" panose="020B06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7" name="スライド番号プレースホルダー 31">
            <a:extLst>
              <a:ext uri="{FF2B5EF4-FFF2-40B4-BE49-F238E27FC236}">
                <a16:creationId xmlns:a16="http://schemas.microsoft.com/office/drawing/2014/main" id="{6900EEC1-516D-1848-A6E5-CA16ACB0343A}"/>
              </a:ext>
            </a:extLst>
          </p:cNvPr>
          <p:cNvSpPr>
            <a:spLocks noGrp="1"/>
          </p:cNvSpPr>
          <p:nvPr>
            <p:ph type="sldNum" sz="quarter" idx="14"/>
          </p:nvPr>
        </p:nvSpPr>
        <p:spPr/>
        <p:txBody>
          <a:bodyPr/>
          <a:lstStyle>
            <a:lvl1pPr>
              <a:defRPr b="0" i="0">
                <a:latin typeface="Century Gothic" panose="020B0502020202020204" pitchFamily="34" charset="0"/>
              </a:defRPr>
            </a:lvl1pPr>
          </a:lstStyle>
          <a:p>
            <a:pPr>
              <a:defRPr/>
            </a:pPr>
            <a:fld id="{3C4237F2-19EC-6545-ADE7-83886662B5A3}" type="slidenum">
              <a:rPr lang="ja-JP" altLang="en-US"/>
              <a:pPr>
                <a:defRPr/>
              </a:pPr>
              <a:t>‹#›</a:t>
            </a:fld>
            <a:endParaRPr lang="ja-JP" altLang="en-US"/>
          </a:p>
        </p:txBody>
      </p:sp>
      <p:sp>
        <p:nvSpPr>
          <p:cNvPr id="8" name="日付プレースホルダー 3">
            <a:extLst>
              <a:ext uri="{FF2B5EF4-FFF2-40B4-BE49-F238E27FC236}">
                <a16:creationId xmlns:a16="http://schemas.microsoft.com/office/drawing/2014/main" id="{C9682AD7-C1D5-D54A-877D-C32EC8D9729E}"/>
              </a:ext>
            </a:extLst>
          </p:cNvPr>
          <p:cNvSpPr>
            <a:spLocks noGrp="1"/>
          </p:cNvSpPr>
          <p:nvPr>
            <p:ph type="dt" sz="half" idx="15"/>
          </p:nvPr>
        </p:nvSpPr>
        <p:spPr>
          <a:xfrm>
            <a:off x="373063" y="6375400"/>
            <a:ext cx="1049337" cy="365125"/>
          </a:xfrm>
        </p:spPr>
        <p:txBody>
          <a:bodyPr/>
          <a:lstStyle>
            <a:lvl1pPr algn="l">
              <a:defRPr sz="1000" b="0" i="0" spc="100" baseline="0">
                <a:solidFill>
                  <a:schemeClr val="tx1"/>
                </a:solidFill>
                <a:latin typeface="Century Gothic" panose="020B0502020202020204" pitchFamily="34" charset="0"/>
                <a:cs typeface="Arial" panose="020B0604020202020204" pitchFamily="34" charset="0"/>
              </a:defRPr>
            </a:lvl1pPr>
          </a:lstStyle>
          <a:p>
            <a:pPr>
              <a:defRPr/>
            </a:pPr>
            <a:fld id="{FFB13374-465C-2040-AA56-DA601D282AD6}" type="datetime1">
              <a:rPr lang="ja-JP" altLang="en-US"/>
              <a:pPr>
                <a:defRPr/>
              </a:pPr>
              <a:t>2023/10/17</a:t>
            </a:fld>
            <a:endParaRPr lang="ja-JP" altLang="en-US"/>
          </a:p>
        </p:txBody>
      </p:sp>
    </p:spTree>
    <p:extLst>
      <p:ext uri="{BB962C8B-B14F-4D97-AF65-F5344CB8AC3E}">
        <p14:creationId xmlns:p14="http://schemas.microsoft.com/office/powerpoint/2010/main" val="884118032"/>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コンテンツA_DARK">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7D43FE17-A0D0-2D49-88F1-E27D3855833C}"/>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95338"/>
          <a:stretch/>
        </p:blipFill>
        <p:spPr bwMode="auto">
          <a:xfrm>
            <a:off x="11304587" y="6174220"/>
            <a:ext cx="536157"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テキスト プレースホルダー 29"/>
          <p:cNvSpPr>
            <a:spLocks noGrp="1"/>
          </p:cNvSpPr>
          <p:nvPr>
            <p:ph type="body" sz="quarter" idx="10"/>
          </p:nvPr>
        </p:nvSpPr>
        <p:spPr>
          <a:xfrm>
            <a:off x="348916" y="1018674"/>
            <a:ext cx="11494169" cy="4989094"/>
          </a:xfrm>
          <a:prstGeom prst="rect">
            <a:avLst/>
          </a:prstGeom>
        </p:spPr>
        <p:txBody>
          <a:bodyPr lIns="72000" tIns="72000" rIns="72000" bIns="72000" anchor="t" anchorCtr="0"/>
          <a:lstStyle>
            <a:lvl1pPr marL="0" indent="0" algn="l">
              <a:lnSpc>
                <a:spcPct val="150000"/>
              </a:lnSpc>
              <a:buFont typeface="Arial" panose="020B0604020202020204" pitchFamily="34" charset="0"/>
              <a:buNone/>
              <a:defRPr sz="2000" b="1" i="0" spc="100" baseline="0">
                <a:latin typeface="Century Gothic" panose="020B0502020202020204" pitchFamily="34" charset="0"/>
                <a:ea typeface="Yu Gothic" panose="020B0400000000000000" pitchFamily="34" charset="-128"/>
                <a:cs typeface="Arial" panose="020B0604020202020204" pitchFamily="34" charset="0"/>
              </a:defRPr>
            </a:lvl1pPr>
            <a:lvl2pPr marL="457200" indent="0">
              <a:lnSpc>
                <a:spcPct val="100000"/>
              </a:lnSpc>
              <a:buFontTx/>
              <a:buNone/>
              <a:defRPr b="1" i="0" spc="100" baseline="0">
                <a:latin typeface="Arial" panose="020B0604020202020204" pitchFamily="34" charset="0"/>
                <a:ea typeface="Yu Gothic" panose="020B0400000000000000" pitchFamily="34" charset="-128"/>
                <a:cs typeface="Arial" panose="020B0604020202020204" pitchFamily="34" charset="0"/>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ja-JP" altLang="en-US"/>
              <a:t>マスター テキストの書式設定</a:t>
            </a:r>
          </a:p>
        </p:txBody>
      </p:sp>
      <p:sp>
        <p:nvSpPr>
          <p:cNvPr id="11" name="タイトル 1"/>
          <p:cNvSpPr>
            <a:spLocks noGrp="1"/>
          </p:cNvSpPr>
          <p:nvPr>
            <p:ph type="ctrTitle"/>
          </p:nvPr>
        </p:nvSpPr>
        <p:spPr>
          <a:xfrm>
            <a:off x="340895" y="195257"/>
            <a:ext cx="11510211" cy="605853"/>
          </a:xfrm>
          <a:prstGeom prst="rect">
            <a:avLst/>
          </a:prstGeom>
        </p:spPr>
        <p:txBody>
          <a:bodyPr wrap="none" lIns="72000" tIns="0" rIns="72000" bIns="180000" anchor="ctr" anchorCtr="0"/>
          <a:lstStyle>
            <a:lvl1pPr algn="l">
              <a:lnSpc>
                <a:spcPct val="150000"/>
              </a:lnSpc>
              <a:defRPr sz="3200" b="1" i="0" spc="200" baseline="0">
                <a:solidFill>
                  <a:schemeClr val="tx1"/>
                </a:solidFill>
                <a:latin typeface="Century Gothic" panose="020B0502020202020204" pitchFamily="34" charset="0"/>
              </a:defRPr>
            </a:lvl1pPr>
          </a:lstStyle>
          <a:p>
            <a:r>
              <a:rPr lang="ja-JP" altLang="en-US"/>
              <a:t>マスター タイトルの書式設定</a:t>
            </a:r>
          </a:p>
        </p:txBody>
      </p:sp>
      <p:sp>
        <p:nvSpPr>
          <p:cNvPr id="5" name="スライド番号プレースホルダー 31">
            <a:extLst>
              <a:ext uri="{FF2B5EF4-FFF2-40B4-BE49-F238E27FC236}">
                <a16:creationId xmlns:a16="http://schemas.microsoft.com/office/drawing/2014/main" id="{47F5E785-B921-6D42-9E59-76D38730D7BD}"/>
              </a:ext>
            </a:extLst>
          </p:cNvPr>
          <p:cNvSpPr>
            <a:spLocks noGrp="1"/>
          </p:cNvSpPr>
          <p:nvPr>
            <p:ph type="sldNum" sz="quarter" idx="11"/>
          </p:nvPr>
        </p:nvSpPr>
        <p:spPr>
          <a:xfrm>
            <a:off x="10980738" y="6538632"/>
            <a:ext cx="323850" cy="200306"/>
          </a:xfrm>
        </p:spPr>
        <p:txBody>
          <a:bodyPr/>
          <a:lstStyle>
            <a:lvl1pPr>
              <a:defRPr b="0" i="0">
                <a:latin typeface="Century Gothic" panose="020B0502020202020204" pitchFamily="34" charset="0"/>
              </a:defRPr>
            </a:lvl1pPr>
          </a:lstStyle>
          <a:p>
            <a:pPr>
              <a:defRPr/>
            </a:pPr>
            <a:fld id="{CE2A5C58-7A86-964B-83C8-C73F49F00C01}" type="slidenum">
              <a:rPr lang="ja-JP" altLang="en-US"/>
              <a:pPr>
                <a:defRPr/>
              </a:pPr>
              <a:t>‹#›</a:t>
            </a:fld>
            <a:endParaRPr lang="ja-JP" altLang="en-US"/>
          </a:p>
        </p:txBody>
      </p:sp>
    </p:spTree>
    <p:extLst>
      <p:ext uri="{BB962C8B-B14F-4D97-AF65-F5344CB8AC3E}">
        <p14:creationId xmlns:p14="http://schemas.microsoft.com/office/powerpoint/2010/main" val="230281434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A_LIGHT">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EC4D605B-948E-1540-8735-A3E3F9FBAC9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46075" y="6008688"/>
            <a:ext cx="114998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テキスト プレースホルダー 29"/>
          <p:cNvSpPr>
            <a:spLocks noGrp="1"/>
          </p:cNvSpPr>
          <p:nvPr>
            <p:ph type="body" sz="quarter" idx="10"/>
          </p:nvPr>
        </p:nvSpPr>
        <p:spPr>
          <a:xfrm>
            <a:off x="348916" y="695320"/>
            <a:ext cx="11494169" cy="4989094"/>
          </a:xfrm>
          <a:prstGeom prst="rect">
            <a:avLst/>
          </a:prstGeom>
        </p:spPr>
        <p:txBody>
          <a:bodyPr lIns="72000" tIns="72000" rIns="72000" bIns="72000" anchor="t" anchorCtr="0"/>
          <a:lstStyle>
            <a:lvl1pPr marL="0" indent="0" algn="l">
              <a:lnSpc>
                <a:spcPct val="100000"/>
              </a:lnSpc>
              <a:buFont typeface="Arial" panose="020B0604020202020204" pitchFamily="34" charset="0"/>
              <a:buNone/>
              <a:defRPr sz="1800" b="1" i="0" spc="100" baseline="0">
                <a:latin typeface="Century Gothic" panose="020B0502020202020204" pitchFamily="34" charset="0"/>
                <a:ea typeface="Yu Gothic" panose="020B0400000000000000" pitchFamily="34" charset="-128"/>
                <a:cs typeface="Arial" panose="020B0604020202020204" pitchFamily="34" charset="0"/>
              </a:defRPr>
            </a:lvl1pPr>
            <a:lvl2pPr marL="457200" indent="0">
              <a:lnSpc>
                <a:spcPct val="100000"/>
              </a:lnSpc>
              <a:buFontTx/>
              <a:buNone/>
              <a:defRPr b="1" i="0" spc="100" baseline="0">
                <a:latin typeface="Arial" panose="020B0604020202020204" pitchFamily="34" charset="0"/>
                <a:ea typeface="Yu Gothic" panose="020B0400000000000000" pitchFamily="34" charset="-128"/>
                <a:cs typeface="Arial" panose="020B0604020202020204" pitchFamily="34" charset="0"/>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ja-JP" altLang="en-US" dirty="0"/>
              <a:t>マスター テキストの書式設定</a:t>
            </a:r>
          </a:p>
        </p:txBody>
      </p:sp>
      <p:sp>
        <p:nvSpPr>
          <p:cNvPr id="8" name="タイトル 1"/>
          <p:cNvSpPr>
            <a:spLocks noGrp="1"/>
          </p:cNvSpPr>
          <p:nvPr>
            <p:ph type="ctrTitle"/>
          </p:nvPr>
        </p:nvSpPr>
        <p:spPr>
          <a:xfrm>
            <a:off x="340895" y="195257"/>
            <a:ext cx="11510211" cy="500063"/>
          </a:xfrm>
          <a:prstGeom prst="rect">
            <a:avLst/>
          </a:prstGeom>
        </p:spPr>
        <p:txBody>
          <a:bodyPr wrap="none" lIns="72000" tIns="0" rIns="72000" bIns="180000" anchor="ctr" anchorCtr="0"/>
          <a:lstStyle>
            <a:lvl1pPr algn="l">
              <a:lnSpc>
                <a:spcPct val="150000"/>
              </a:lnSpc>
              <a:defRPr sz="2400" b="1" i="0" spc="200" baseline="0">
                <a:solidFill>
                  <a:schemeClr val="tx1"/>
                </a:solidFill>
                <a:latin typeface="Century Gothic" panose="020B0502020202020204" pitchFamily="34" charset="0"/>
              </a:defRPr>
            </a:lvl1pPr>
          </a:lstStyle>
          <a:p>
            <a:r>
              <a:rPr lang="ja-JP" altLang="en-US"/>
              <a:t>マスター タイトルの書式設定</a:t>
            </a:r>
          </a:p>
        </p:txBody>
      </p:sp>
      <p:sp>
        <p:nvSpPr>
          <p:cNvPr id="5" name="スライド番号プレースホルダー 31">
            <a:extLst>
              <a:ext uri="{FF2B5EF4-FFF2-40B4-BE49-F238E27FC236}">
                <a16:creationId xmlns:a16="http://schemas.microsoft.com/office/drawing/2014/main" id="{3F60C185-0371-CC4A-9101-5FFC52A2FBE6}"/>
              </a:ext>
            </a:extLst>
          </p:cNvPr>
          <p:cNvSpPr>
            <a:spLocks noGrp="1"/>
          </p:cNvSpPr>
          <p:nvPr>
            <p:ph type="sldNum" sz="quarter" idx="11"/>
          </p:nvPr>
        </p:nvSpPr>
        <p:spPr/>
        <p:txBody>
          <a:bodyPr/>
          <a:lstStyle>
            <a:lvl1pPr>
              <a:defRPr b="0" i="0">
                <a:latin typeface="Century Gothic" panose="020B0502020202020204" pitchFamily="34" charset="0"/>
              </a:defRPr>
            </a:lvl1pPr>
          </a:lstStyle>
          <a:p>
            <a:pPr>
              <a:defRPr/>
            </a:pPr>
            <a:fld id="{3762D5E5-80D6-F84E-AE37-D21AA22A993B}" type="slidenum">
              <a:rPr lang="ja-JP" altLang="en-US"/>
              <a:pPr>
                <a:defRPr/>
              </a:pPr>
              <a:t>‹#›</a:t>
            </a:fld>
            <a:endParaRPr lang="ja-JP" altLang="en-US"/>
          </a:p>
        </p:txBody>
      </p:sp>
      <p:sp>
        <p:nvSpPr>
          <p:cNvPr id="6" name="日付プレースホルダー 3">
            <a:extLst>
              <a:ext uri="{FF2B5EF4-FFF2-40B4-BE49-F238E27FC236}">
                <a16:creationId xmlns:a16="http://schemas.microsoft.com/office/drawing/2014/main" id="{44C86ED1-5F5D-1B4E-BE60-60F1FB745AC6}"/>
              </a:ext>
            </a:extLst>
          </p:cNvPr>
          <p:cNvSpPr>
            <a:spLocks noGrp="1"/>
          </p:cNvSpPr>
          <p:nvPr>
            <p:ph type="dt" sz="half" idx="12"/>
          </p:nvPr>
        </p:nvSpPr>
        <p:spPr>
          <a:xfrm>
            <a:off x="373063" y="6375400"/>
            <a:ext cx="1049337" cy="365125"/>
          </a:xfrm>
        </p:spPr>
        <p:txBody>
          <a:bodyPr/>
          <a:lstStyle>
            <a:lvl1pPr algn="l">
              <a:defRPr sz="1000" b="0" i="0" spc="100" baseline="0">
                <a:solidFill>
                  <a:schemeClr val="tx1"/>
                </a:solidFill>
                <a:latin typeface="Century Gothic" panose="020B0502020202020204" pitchFamily="34" charset="0"/>
                <a:cs typeface="Arial" panose="020B0604020202020204" pitchFamily="34" charset="0"/>
              </a:defRPr>
            </a:lvl1pPr>
          </a:lstStyle>
          <a:p>
            <a:pPr>
              <a:defRPr/>
            </a:pPr>
            <a:fld id="{AFD71D35-9FAD-C744-92B3-020EBACDE45D}" type="datetime1">
              <a:rPr lang="ja-JP" altLang="en-US"/>
              <a:pPr>
                <a:defRPr/>
              </a:pPr>
              <a:t>2023/10/17</a:t>
            </a:fld>
            <a:endParaRPr lang="ja-JP" altLang="en-US"/>
          </a:p>
        </p:txBody>
      </p:sp>
    </p:spTree>
    <p:extLst>
      <p:ext uri="{BB962C8B-B14F-4D97-AF65-F5344CB8AC3E}">
        <p14:creationId xmlns:p14="http://schemas.microsoft.com/office/powerpoint/2010/main" val="337245244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B_DARK">
    <p:spTree>
      <p:nvGrpSpPr>
        <p:cNvPr id="1" name=""/>
        <p:cNvGrpSpPr/>
        <p:nvPr/>
      </p:nvGrpSpPr>
      <p:grpSpPr>
        <a:xfrm>
          <a:off x="0" y="0"/>
          <a:ext cx="0" cy="0"/>
          <a:chOff x="0" y="0"/>
          <a:chExt cx="0" cy="0"/>
        </a:xfrm>
      </p:grpSpPr>
      <p:pic>
        <p:nvPicPr>
          <p:cNvPr id="5" name="図 3">
            <a:extLst>
              <a:ext uri="{FF2B5EF4-FFF2-40B4-BE49-F238E27FC236}">
                <a16:creationId xmlns:a16="http://schemas.microsoft.com/office/drawing/2014/main" id="{AAA82A0F-6CDD-6B48-A810-FBE6D0EE39C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46075" y="6008688"/>
            <a:ext cx="114998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テキスト プレースホルダー 11"/>
          <p:cNvSpPr>
            <a:spLocks noGrp="1"/>
          </p:cNvSpPr>
          <p:nvPr>
            <p:ph type="body" sz="quarter" idx="13"/>
          </p:nvPr>
        </p:nvSpPr>
        <p:spPr>
          <a:xfrm>
            <a:off x="324853" y="999916"/>
            <a:ext cx="11542294" cy="542925"/>
          </a:xfrm>
          <a:prstGeom prst="rect">
            <a:avLst/>
          </a:prstGeom>
        </p:spPr>
        <p:txBody>
          <a:bodyPr lIns="90000" tIns="125999"/>
          <a:lstStyle>
            <a:lvl1pPr marL="0" indent="0">
              <a:buNone/>
              <a:defRPr sz="2400" b="1" i="0">
                <a:latin typeface="Century Gothic" panose="020B0502020202020204" pitchFamily="34" charset="0"/>
                <a:ea typeface="Yu Gothic" panose="020B0400000000000000" pitchFamily="34" charset="-128"/>
              </a:defRPr>
            </a:lvl1pPr>
          </a:lstStyle>
          <a:p>
            <a:pPr lvl="0"/>
            <a:r>
              <a:rPr lang="ja-JP" altLang="en-US"/>
              <a:t>マスター テキストの書式設定</a:t>
            </a:r>
          </a:p>
        </p:txBody>
      </p:sp>
      <p:sp>
        <p:nvSpPr>
          <p:cNvPr id="8" name="テキスト プレースホルダー 29"/>
          <p:cNvSpPr>
            <a:spLocks noGrp="1"/>
          </p:cNvSpPr>
          <p:nvPr>
            <p:ph type="body" sz="quarter" idx="10"/>
          </p:nvPr>
        </p:nvSpPr>
        <p:spPr>
          <a:xfrm>
            <a:off x="348916" y="1756611"/>
            <a:ext cx="11494169" cy="4251156"/>
          </a:xfrm>
          <a:prstGeom prst="rect">
            <a:avLst/>
          </a:prstGeom>
        </p:spPr>
        <p:txBody>
          <a:bodyPr lIns="72000" tIns="72000" rIns="72000" bIns="72000" anchor="t" anchorCtr="0"/>
          <a:lstStyle>
            <a:lvl1pPr marL="0" indent="0" algn="l">
              <a:lnSpc>
                <a:spcPct val="150000"/>
              </a:lnSpc>
              <a:buFont typeface="Arial" panose="020B0604020202020204" pitchFamily="34" charset="0"/>
              <a:buNone/>
              <a:defRPr sz="2000" b="1" i="0" spc="100" baseline="0">
                <a:latin typeface="Century Gothic" panose="020B0502020202020204" pitchFamily="34" charset="0"/>
                <a:ea typeface="Yu Gothic" panose="020B0400000000000000" pitchFamily="34" charset="-128"/>
                <a:cs typeface="Arial" panose="020B0604020202020204" pitchFamily="34" charset="0"/>
              </a:defRPr>
            </a:lvl1pPr>
            <a:lvl2pPr marL="457200" indent="0">
              <a:lnSpc>
                <a:spcPct val="100000"/>
              </a:lnSpc>
              <a:buFontTx/>
              <a:buNone/>
              <a:defRPr b="1" i="0" spc="100" baseline="0">
                <a:latin typeface="Arial" panose="020B0604020202020204" pitchFamily="34" charset="0"/>
                <a:ea typeface="Yu Gothic" panose="020B0400000000000000" pitchFamily="34" charset="-128"/>
                <a:cs typeface="Arial" panose="020B0604020202020204" pitchFamily="34" charset="0"/>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ja-JP" altLang="en-US"/>
              <a:t>マスター テキストの書式設定</a:t>
            </a:r>
          </a:p>
        </p:txBody>
      </p:sp>
      <p:sp>
        <p:nvSpPr>
          <p:cNvPr id="9" name="タイトル 1"/>
          <p:cNvSpPr>
            <a:spLocks noGrp="1"/>
          </p:cNvSpPr>
          <p:nvPr>
            <p:ph type="ctrTitle"/>
          </p:nvPr>
        </p:nvSpPr>
        <p:spPr>
          <a:xfrm>
            <a:off x="340895" y="195257"/>
            <a:ext cx="11510211" cy="605853"/>
          </a:xfrm>
          <a:prstGeom prst="rect">
            <a:avLst/>
          </a:prstGeom>
        </p:spPr>
        <p:txBody>
          <a:bodyPr wrap="none" lIns="72000" tIns="0" rIns="72000" bIns="180000" anchor="ctr" anchorCtr="0"/>
          <a:lstStyle>
            <a:lvl1pPr algn="l">
              <a:lnSpc>
                <a:spcPct val="150000"/>
              </a:lnSpc>
              <a:defRPr sz="3200" b="1" i="0" spc="200" baseline="0">
                <a:solidFill>
                  <a:schemeClr val="tx1"/>
                </a:solidFill>
                <a:latin typeface="Century Gothic" panose="020B0502020202020204" pitchFamily="34" charset="0"/>
              </a:defRPr>
            </a:lvl1pPr>
          </a:lstStyle>
          <a:p>
            <a:r>
              <a:rPr lang="ja-JP" altLang="en-US"/>
              <a:t>マスター タイトルの書式設定</a:t>
            </a:r>
          </a:p>
        </p:txBody>
      </p:sp>
      <p:sp>
        <p:nvSpPr>
          <p:cNvPr id="6" name="スライド番号プレースホルダー 31">
            <a:extLst>
              <a:ext uri="{FF2B5EF4-FFF2-40B4-BE49-F238E27FC236}">
                <a16:creationId xmlns:a16="http://schemas.microsoft.com/office/drawing/2014/main" id="{F74C010D-63D8-AA41-A782-9D2ECFF8FDAF}"/>
              </a:ext>
            </a:extLst>
          </p:cNvPr>
          <p:cNvSpPr>
            <a:spLocks noGrp="1"/>
          </p:cNvSpPr>
          <p:nvPr>
            <p:ph type="sldNum" sz="quarter" idx="14"/>
          </p:nvPr>
        </p:nvSpPr>
        <p:spPr/>
        <p:txBody>
          <a:bodyPr/>
          <a:lstStyle>
            <a:lvl1pPr>
              <a:defRPr b="0" i="0">
                <a:latin typeface="Century Gothic" panose="020B0502020202020204" pitchFamily="34" charset="0"/>
              </a:defRPr>
            </a:lvl1pPr>
          </a:lstStyle>
          <a:p>
            <a:pPr>
              <a:defRPr/>
            </a:pPr>
            <a:fld id="{BEA2D533-3201-7340-92C7-356B66727EBD}" type="slidenum">
              <a:rPr lang="ja-JP" altLang="en-US"/>
              <a:pPr>
                <a:defRPr/>
              </a:pPr>
              <a:t>‹#›</a:t>
            </a:fld>
            <a:endParaRPr lang="ja-JP" altLang="en-US"/>
          </a:p>
        </p:txBody>
      </p:sp>
      <p:sp>
        <p:nvSpPr>
          <p:cNvPr id="7" name="日付プレースホルダー 3">
            <a:extLst>
              <a:ext uri="{FF2B5EF4-FFF2-40B4-BE49-F238E27FC236}">
                <a16:creationId xmlns:a16="http://schemas.microsoft.com/office/drawing/2014/main" id="{D627B847-3BDE-374D-A90F-B3746441D102}"/>
              </a:ext>
            </a:extLst>
          </p:cNvPr>
          <p:cNvSpPr>
            <a:spLocks noGrp="1"/>
          </p:cNvSpPr>
          <p:nvPr>
            <p:ph type="dt" sz="half" idx="15"/>
          </p:nvPr>
        </p:nvSpPr>
        <p:spPr>
          <a:xfrm>
            <a:off x="373063" y="6375400"/>
            <a:ext cx="1049337" cy="365125"/>
          </a:xfrm>
        </p:spPr>
        <p:txBody>
          <a:bodyPr/>
          <a:lstStyle>
            <a:lvl1pPr algn="l">
              <a:defRPr sz="1000" b="0" i="0" spc="100" baseline="0">
                <a:solidFill>
                  <a:schemeClr val="tx1"/>
                </a:solidFill>
                <a:latin typeface="Century Gothic" panose="020B0502020202020204" pitchFamily="34" charset="0"/>
                <a:cs typeface="Arial" panose="020B0604020202020204" pitchFamily="34" charset="0"/>
              </a:defRPr>
            </a:lvl1pPr>
          </a:lstStyle>
          <a:p>
            <a:pPr>
              <a:defRPr/>
            </a:pPr>
            <a:fld id="{E480E83A-0D05-0D4E-B75F-7CDCF39679C4}" type="datetime1">
              <a:rPr lang="ja-JP" altLang="en-US"/>
              <a:pPr>
                <a:defRPr/>
              </a:pPr>
              <a:t>2023/10/17</a:t>
            </a:fld>
            <a:endParaRPr lang="ja-JP" altLang="en-US"/>
          </a:p>
        </p:txBody>
      </p:sp>
    </p:spTree>
    <p:extLst>
      <p:ext uri="{BB962C8B-B14F-4D97-AF65-F5344CB8AC3E}">
        <p14:creationId xmlns:p14="http://schemas.microsoft.com/office/powerpoint/2010/main" val="313248271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B_LIGHT">
    <p:spTree>
      <p:nvGrpSpPr>
        <p:cNvPr id="1" name=""/>
        <p:cNvGrpSpPr/>
        <p:nvPr/>
      </p:nvGrpSpPr>
      <p:grpSpPr>
        <a:xfrm>
          <a:off x="0" y="0"/>
          <a:ext cx="0" cy="0"/>
          <a:chOff x="0" y="0"/>
          <a:chExt cx="0" cy="0"/>
        </a:xfrm>
      </p:grpSpPr>
      <p:pic>
        <p:nvPicPr>
          <p:cNvPr id="5" name="図 3">
            <a:extLst>
              <a:ext uri="{FF2B5EF4-FFF2-40B4-BE49-F238E27FC236}">
                <a16:creationId xmlns:a16="http://schemas.microsoft.com/office/drawing/2014/main" id="{A97DA99B-E610-5C47-AB8A-BE08CA12B18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46075" y="6008688"/>
            <a:ext cx="114998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テキスト プレースホルダー 11"/>
          <p:cNvSpPr>
            <a:spLocks noGrp="1"/>
          </p:cNvSpPr>
          <p:nvPr>
            <p:ph type="body" sz="quarter" idx="13"/>
          </p:nvPr>
        </p:nvSpPr>
        <p:spPr>
          <a:xfrm>
            <a:off x="324853" y="999916"/>
            <a:ext cx="11542294" cy="542925"/>
          </a:xfrm>
          <a:prstGeom prst="rect">
            <a:avLst/>
          </a:prstGeom>
        </p:spPr>
        <p:txBody>
          <a:bodyPr lIns="90000" tIns="125999"/>
          <a:lstStyle>
            <a:lvl1pPr marL="0" indent="0">
              <a:buNone/>
              <a:defRPr sz="2400" b="1" i="0">
                <a:latin typeface="Century Gothic" panose="020B0502020202020204" pitchFamily="34" charset="0"/>
                <a:ea typeface="Yu Gothic" panose="020B0400000000000000" pitchFamily="34" charset="-128"/>
              </a:defRPr>
            </a:lvl1pPr>
          </a:lstStyle>
          <a:p>
            <a:pPr lvl="0"/>
            <a:r>
              <a:rPr lang="ja-JP" altLang="en-US"/>
              <a:t>マスター テキストの書式設定</a:t>
            </a:r>
          </a:p>
        </p:txBody>
      </p:sp>
      <p:sp>
        <p:nvSpPr>
          <p:cNvPr id="9" name="テキスト プレースホルダー 29"/>
          <p:cNvSpPr>
            <a:spLocks noGrp="1"/>
          </p:cNvSpPr>
          <p:nvPr>
            <p:ph type="body" sz="quarter" idx="10"/>
          </p:nvPr>
        </p:nvSpPr>
        <p:spPr>
          <a:xfrm>
            <a:off x="348916" y="1756611"/>
            <a:ext cx="11494169" cy="4251156"/>
          </a:xfrm>
          <a:prstGeom prst="rect">
            <a:avLst/>
          </a:prstGeom>
        </p:spPr>
        <p:txBody>
          <a:bodyPr lIns="72000" tIns="72000" rIns="72000" bIns="72000" anchor="t" anchorCtr="0"/>
          <a:lstStyle>
            <a:lvl1pPr marL="0" indent="0" algn="l">
              <a:lnSpc>
                <a:spcPct val="150000"/>
              </a:lnSpc>
              <a:buFont typeface="Arial" panose="020B0604020202020204" pitchFamily="34" charset="0"/>
              <a:buNone/>
              <a:defRPr sz="2000" b="1" i="0" spc="100" baseline="0">
                <a:latin typeface="Century Gothic" panose="020B0502020202020204" pitchFamily="34" charset="0"/>
                <a:ea typeface="Yu Gothic" panose="020B0400000000000000" pitchFamily="34" charset="-128"/>
                <a:cs typeface="Arial" panose="020B0604020202020204" pitchFamily="34" charset="0"/>
              </a:defRPr>
            </a:lvl1pPr>
            <a:lvl2pPr marL="457200" indent="0">
              <a:lnSpc>
                <a:spcPct val="100000"/>
              </a:lnSpc>
              <a:buFontTx/>
              <a:buNone/>
              <a:defRPr b="1" i="0" spc="100" baseline="0">
                <a:latin typeface="Arial" panose="020B0604020202020204" pitchFamily="34" charset="0"/>
                <a:ea typeface="Yu Gothic" panose="020B0400000000000000" pitchFamily="34" charset="-128"/>
                <a:cs typeface="Arial" panose="020B0604020202020204" pitchFamily="34" charset="0"/>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ja-JP" altLang="en-US"/>
              <a:t>マスター テキストの書式設定</a:t>
            </a:r>
          </a:p>
        </p:txBody>
      </p:sp>
      <p:sp>
        <p:nvSpPr>
          <p:cNvPr id="10" name="タイトル 1"/>
          <p:cNvSpPr>
            <a:spLocks noGrp="1"/>
          </p:cNvSpPr>
          <p:nvPr>
            <p:ph type="ctrTitle"/>
          </p:nvPr>
        </p:nvSpPr>
        <p:spPr>
          <a:xfrm>
            <a:off x="340895" y="195257"/>
            <a:ext cx="11510211" cy="605853"/>
          </a:xfrm>
          <a:prstGeom prst="rect">
            <a:avLst/>
          </a:prstGeom>
        </p:spPr>
        <p:txBody>
          <a:bodyPr wrap="none" lIns="72000" tIns="0" rIns="72000" bIns="180000" anchor="ctr" anchorCtr="0"/>
          <a:lstStyle>
            <a:lvl1pPr algn="l">
              <a:lnSpc>
                <a:spcPct val="150000"/>
              </a:lnSpc>
              <a:defRPr sz="3200" b="1" i="0" spc="200" baseline="0">
                <a:solidFill>
                  <a:schemeClr val="tx1"/>
                </a:solidFill>
                <a:latin typeface="Century Gothic" panose="020B0502020202020204" pitchFamily="34" charset="0"/>
              </a:defRPr>
            </a:lvl1pPr>
          </a:lstStyle>
          <a:p>
            <a:r>
              <a:rPr lang="ja-JP" altLang="en-US"/>
              <a:t>マスター タイトルの書式設定</a:t>
            </a:r>
          </a:p>
        </p:txBody>
      </p:sp>
      <p:sp>
        <p:nvSpPr>
          <p:cNvPr id="6" name="スライド番号プレースホルダー 31">
            <a:extLst>
              <a:ext uri="{FF2B5EF4-FFF2-40B4-BE49-F238E27FC236}">
                <a16:creationId xmlns:a16="http://schemas.microsoft.com/office/drawing/2014/main" id="{503769C2-4F5E-A84E-8591-7F433E04A5C2}"/>
              </a:ext>
            </a:extLst>
          </p:cNvPr>
          <p:cNvSpPr>
            <a:spLocks noGrp="1"/>
          </p:cNvSpPr>
          <p:nvPr>
            <p:ph type="sldNum" sz="quarter" idx="14"/>
          </p:nvPr>
        </p:nvSpPr>
        <p:spPr/>
        <p:txBody>
          <a:bodyPr/>
          <a:lstStyle>
            <a:lvl1pPr>
              <a:defRPr b="0" i="0">
                <a:latin typeface="Century Gothic" panose="020B0502020202020204" pitchFamily="34" charset="0"/>
              </a:defRPr>
            </a:lvl1pPr>
          </a:lstStyle>
          <a:p>
            <a:pPr>
              <a:defRPr/>
            </a:pPr>
            <a:fld id="{E8D663BB-94FB-A144-BE2C-BD7AE44281F0}" type="slidenum">
              <a:rPr lang="ja-JP" altLang="en-US"/>
              <a:pPr>
                <a:defRPr/>
              </a:pPr>
              <a:t>‹#›</a:t>
            </a:fld>
            <a:endParaRPr lang="ja-JP" altLang="en-US"/>
          </a:p>
        </p:txBody>
      </p:sp>
      <p:sp>
        <p:nvSpPr>
          <p:cNvPr id="7" name="日付プレースホルダー 3">
            <a:extLst>
              <a:ext uri="{FF2B5EF4-FFF2-40B4-BE49-F238E27FC236}">
                <a16:creationId xmlns:a16="http://schemas.microsoft.com/office/drawing/2014/main" id="{4D006509-317E-4F45-964F-019049EE40B8}"/>
              </a:ext>
            </a:extLst>
          </p:cNvPr>
          <p:cNvSpPr>
            <a:spLocks noGrp="1"/>
          </p:cNvSpPr>
          <p:nvPr>
            <p:ph type="dt" sz="half" idx="15"/>
          </p:nvPr>
        </p:nvSpPr>
        <p:spPr>
          <a:xfrm>
            <a:off x="373063" y="6375400"/>
            <a:ext cx="1049337" cy="365125"/>
          </a:xfrm>
        </p:spPr>
        <p:txBody>
          <a:bodyPr/>
          <a:lstStyle>
            <a:lvl1pPr algn="l">
              <a:defRPr sz="1000" b="0" i="0" spc="100" baseline="0">
                <a:solidFill>
                  <a:schemeClr val="tx1"/>
                </a:solidFill>
                <a:latin typeface="Century Gothic" panose="020B0502020202020204" pitchFamily="34" charset="0"/>
                <a:cs typeface="Arial" panose="020B0604020202020204" pitchFamily="34" charset="0"/>
              </a:defRPr>
            </a:lvl1pPr>
          </a:lstStyle>
          <a:p>
            <a:pPr>
              <a:defRPr/>
            </a:pPr>
            <a:fld id="{7FD99715-B08D-004F-9053-BA9745536D25}" type="datetime1">
              <a:rPr lang="ja-JP" altLang="en-US"/>
              <a:pPr>
                <a:defRPr/>
              </a:pPr>
              <a:t>2023/10/17</a:t>
            </a:fld>
            <a:endParaRPr lang="ja-JP" altLang="en-US"/>
          </a:p>
        </p:txBody>
      </p:sp>
    </p:spTree>
    <p:extLst>
      <p:ext uri="{BB962C8B-B14F-4D97-AF65-F5344CB8AC3E}">
        <p14:creationId xmlns:p14="http://schemas.microsoft.com/office/powerpoint/2010/main" val="136841375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C_DARK">
    <p:spTree>
      <p:nvGrpSpPr>
        <p:cNvPr id="1" name=""/>
        <p:cNvGrpSpPr/>
        <p:nvPr/>
      </p:nvGrpSpPr>
      <p:grpSpPr>
        <a:xfrm>
          <a:off x="0" y="0"/>
          <a:ext cx="0" cy="0"/>
          <a:chOff x="0" y="0"/>
          <a:chExt cx="0" cy="0"/>
        </a:xfrm>
      </p:grpSpPr>
      <p:sp>
        <p:nvSpPr>
          <p:cNvPr id="14" name="図プレースホルダー 13"/>
          <p:cNvSpPr>
            <a:spLocks noGrp="1"/>
          </p:cNvSpPr>
          <p:nvPr>
            <p:ph type="pic" sz="quarter" idx="13"/>
          </p:nvPr>
        </p:nvSpPr>
        <p:spPr>
          <a:xfrm>
            <a:off x="0" y="0"/>
            <a:ext cx="6096000" cy="6857999"/>
          </a:xfrm>
          <a:prstGeom prst="rect">
            <a:avLst/>
          </a:prstGeom>
          <a:solidFill>
            <a:schemeClr val="bg1">
              <a:lumMod val="65000"/>
              <a:lumOff val="35000"/>
            </a:schemeClr>
          </a:solidFill>
        </p:spPr>
        <p:txBody>
          <a:bodyPr/>
          <a:lstStyle>
            <a:lvl1pPr marL="0" indent="0">
              <a:buNone/>
              <a:defRPr/>
            </a:lvl1pPr>
          </a:lstStyle>
          <a:p>
            <a:pPr lvl="0"/>
            <a:r>
              <a:rPr lang="ja-JP" altLang="en-US" noProof="0"/>
              <a:t>アイコンをクリックして図を追加</a:t>
            </a:r>
          </a:p>
        </p:txBody>
      </p:sp>
      <p:sp>
        <p:nvSpPr>
          <p:cNvPr id="8" name="テキスト プレースホルダー 29"/>
          <p:cNvSpPr>
            <a:spLocks noGrp="1"/>
          </p:cNvSpPr>
          <p:nvPr>
            <p:ph type="body" sz="quarter" idx="16"/>
          </p:nvPr>
        </p:nvSpPr>
        <p:spPr>
          <a:xfrm>
            <a:off x="6489032" y="1018674"/>
            <a:ext cx="5354053" cy="4989094"/>
          </a:xfrm>
          <a:prstGeom prst="rect">
            <a:avLst/>
          </a:prstGeom>
        </p:spPr>
        <p:txBody>
          <a:bodyPr lIns="72000" tIns="72000" rIns="72000" bIns="72000" anchor="t" anchorCtr="0"/>
          <a:lstStyle>
            <a:lvl1pPr marL="0" indent="0" algn="l">
              <a:lnSpc>
                <a:spcPct val="150000"/>
              </a:lnSpc>
              <a:buFont typeface="Arial" panose="020B0604020202020204" pitchFamily="34" charset="0"/>
              <a:buNone/>
              <a:defRPr sz="2000" b="1" i="0" spc="100" baseline="0">
                <a:latin typeface="Century Gothic" panose="020B0502020202020204" pitchFamily="34" charset="0"/>
                <a:ea typeface="Yu Gothic" panose="020B0400000000000000" pitchFamily="34" charset="-128"/>
                <a:cs typeface="Arial" panose="020B0604020202020204" pitchFamily="34" charset="0"/>
              </a:defRPr>
            </a:lvl1pPr>
            <a:lvl2pPr marL="457200" indent="0">
              <a:lnSpc>
                <a:spcPct val="100000"/>
              </a:lnSpc>
              <a:buFontTx/>
              <a:buNone/>
              <a:defRPr b="1" i="0" spc="100" baseline="0">
                <a:latin typeface="Arial" panose="020B0604020202020204" pitchFamily="34" charset="0"/>
                <a:ea typeface="Yu Gothic" panose="020B0400000000000000" pitchFamily="34" charset="-128"/>
                <a:cs typeface="Arial" panose="020B0604020202020204" pitchFamily="34" charset="0"/>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ja-JP" altLang="en-US"/>
              <a:t>マスター テキストの書式設定</a:t>
            </a:r>
          </a:p>
        </p:txBody>
      </p:sp>
      <p:sp>
        <p:nvSpPr>
          <p:cNvPr id="10" name="タイトル 1"/>
          <p:cNvSpPr>
            <a:spLocks noGrp="1"/>
          </p:cNvSpPr>
          <p:nvPr>
            <p:ph type="ctrTitle"/>
          </p:nvPr>
        </p:nvSpPr>
        <p:spPr>
          <a:xfrm>
            <a:off x="6489032" y="195257"/>
            <a:ext cx="5362074" cy="605853"/>
          </a:xfrm>
          <a:prstGeom prst="rect">
            <a:avLst/>
          </a:prstGeom>
        </p:spPr>
        <p:txBody>
          <a:bodyPr wrap="none" lIns="72000" tIns="0" rIns="72000" bIns="180000" anchor="ctr" anchorCtr="0"/>
          <a:lstStyle>
            <a:lvl1pPr algn="l">
              <a:lnSpc>
                <a:spcPct val="150000"/>
              </a:lnSpc>
              <a:defRPr sz="3200" b="1" i="0" spc="200" baseline="0">
                <a:solidFill>
                  <a:schemeClr val="tx1"/>
                </a:solidFill>
                <a:latin typeface="Century Gothic" panose="020B0502020202020204" pitchFamily="34" charset="0"/>
              </a:defRPr>
            </a:lvl1pPr>
          </a:lstStyle>
          <a:p>
            <a:r>
              <a:rPr lang="ja-JP" altLang="en-US"/>
              <a:t>マスター タイトルの書式設定</a:t>
            </a:r>
          </a:p>
        </p:txBody>
      </p:sp>
      <p:sp>
        <p:nvSpPr>
          <p:cNvPr id="6" name="スライド番号プレースホルダー 31">
            <a:extLst>
              <a:ext uri="{FF2B5EF4-FFF2-40B4-BE49-F238E27FC236}">
                <a16:creationId xmlns:a16="http://schemas.microsoft.com/office/drawing/2014/main" id="{6AAE5AB7-66DA-2A4D-BD42-073E91B4A7DD}"/>
              </a:ext>
            </a:extLst>
          </p:cNvPr>
          <p:cNvSpPr>
            <a:spLocks noGrp="1"/>
          </p:cNvSpPr>
          <p:nvPr>
            <p:ph type="sldNum" sz="quarter" idx="17"/>
          </p:nvPr>
        </p:nvSpPr>
        <p:spPr/>
        <p:txBody>
          <a:bodyPr/>
          <a:lstStyle>
            <a:lvl1pPr>
              <a:defRPr b="0" i="0">
                <a:latin typeface="Century Gothic" panose="020B0502020202020204" pitchFamily="34" charset="0"/>
              </a:defRPr>
            </a:lvl1pPr>
          </a:lstStyle>
          <a:p>
            <a:pPr>
              <a:defRPr/>
            </a:pPr>
            <a:fld id="{9C773891-1C04-7041-B91C-F76982DB695E}" type="slidenum">
              <a:rPr lang="ja-JP" altLang="en-US"/>
              <a:pPr>
                <a:defRPr/>
              </a:pPr>
              <a:t>‹#›</a:t>
            </a:fld>
            <a:endParaRPr lang="ja-JP" altLang="en-US"/>
          </a:p>
        </p:txBody>
      </p:sp>
      <p:sp>
        <p:nvSpPr>
          <p:cNvPr id="7" name="日付プレースホルダー 3">
            <a:extLst>
              <a:ext uri="{FF2B5EF4-FFF2-40B4-BE49-F238E27FC236}">
                <a16:creationId xmlns:a16="http://schemas.microsoft.com/office/drawing/2014/main" id="{0329B145-4EC1-E44B-B503-6726CE878520}"/>
              </a:ext>
            </a:extLst>
          </p:cNvPr>
          <p:cNvSpPr>
            <a:spLocks noGrp="1"/>
          </p:cNvSpPr>
          <p:nvPr>
            <p:ph type="dt" sz="half" idx="18"/>
          </p:nvPr>
        </p:nvSpPr>
        <p:spPr>
          <a:xfrm>
            <a:off x="373063" y="6375400"/>
            <a:ext cx="1049337" cy="365125"/>
          </a:xfrm>
        </p:spPr>
        <p:txBody>
          <a:bodyPr/>
          <a:lstStyle>
            <a:lvl1pPr algn="l">
              <a:defRPr sz="1000" b="0" i="0" spc="100" baseline="0">
                <a:solidFill>
                  <a:schemeClr val="tx1"/>
                </a:solidFill>
                <a:latin typeface="Century Gothic" panose="020B0502020202020204" pitchFamily="34" charset="0"/>
                <a:cs typeface="Arial" panose="020B0604020202020204" pitchFamily="34" charset="0"/>
              </a:defRPr>
            </a:lvl1pPr>
          </a:lstStyle>
          <a:p>
            <a:pPr>
              <a:defRPr/>
            </a:pPr>
            <a:fld id="{CF037897-05AC-344B-BB7C-ED3FAE890E06}" type="datetime1">
              <a:rPr lang="ja-JP" altLang="en-US"/>
              <a:pPr>
                <a:defRPr/>
              </a:pPr>
              <a:t>2023/10/17</a:t>
            </a:fld>
            <a:endParaRPr lang="ja-JP" altLang="en-US"/>
          </a:p>
        </p:txBody>
      </p:sp>
      <p:pic>
        <p:nvPicPr>
          <p:cNvPr id="11" name="図 3">
            <a:extLst>
              <a:ext uri="{FF2B5EF4-FFF2-40B4-BE49-F238E27FC236}">
                <a16:creationId xmlns:a16="http://schemas.microsoft.com/office/drawing/2014/main" id="{98275F40-2849-614C-B7CD-75454D7C3C5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608975" y="6010063"/>
            <a:ext cx="5237162"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8345374"/>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コンテンツC_LIGHT">
    <p:spTree>
      <p:nvGrpSpPr>
        <p:cNvPr id="1" name=""/>
        <p:cNvGrpSpPr/>
        <p:nvPr/>
      </p:nvGrpSpPr>
      <p:grpSpPr>
        <a:xfrm>
          <a:off x="0" y="0"/>
          <a:ext cx="0" cy="0"/>
          <a:chOff x="0" y="0"/>
          <a:chExt cx="0" cy="0"/>
        </a:xfrm>
      </p:grpSpPr>
      <p:sp>
        <p:nvSpPr>
          <p:cNvPr id="14" name="図プレースホルダー 13"/>
          <p:cNvSpPr>
            <a:spLocks noGrp="1"/>
          </p:cNvSpPr>
          <p:nvPr>
            <p:ph type="pic" sz="quarter" idx="13"/>
          </p:nvPr>
        </p:nvSpPr>
        <p:spPr>
          <a:xfrm>
            <a:off x="0" y="0"/>
            <a:ext cx="6096000" cy="6857999"/>
          </a:xfrm>
          <a:prstGeom prst="rect">
            <a:avLst/>
          </a:prstGeom>
          <a:solidFill>
            <a:schemeClr val="bg1">
              <a:lumMod val="75000"/>
            </a:schemeClr>
          </a:solidFill>
        </p:spPr>
        <p:txBody>
          <a:bodyPr/>
          <a:lstStyle>
            <a:lvl1pPr marL="0" indent="0">
              <a:buNone/>
              <a:defRPr/>
            </a:lvl1pPr>
          </a:lstStyle>
          <a:p>
            <a:pPr lvl="0"/>
            <a:r>
              <a:rPr lang="ja-JP" altLang="en-US" noProof="0"/>
              <a:t>アイコンをクリックして図を追加</a:t>
            </a:r>
          </a:p>
        </p:txBody>
      </p:sp>
      <p:sp>
        <p:nvSpPr>
          <p:cNvPr id="8" name="テキスト プレースホルダー 29"/>
          <p:cNvSpPr>
            <a:spLocks noGrp="1"/>
          </p:cNvSpPr>
          <p:nvPr>
            <p:ph type="body" sz="quarter" idx="16"/>
          </p:nvPr>
        </p:nvSpPr>
        <p:spPr>
          <a:xfrm>
            <a:off x="6489032" y="1018674"/>
            <a:ext cx="5354053" cy="4989094"/>
          </a:xfrm>
          <a:prstGeom prst="rect">
            <a:avLst/>
          </a:prstGeom>
        </p:spPr>
        <p:txBody>
          <a:bodyPr lIns="72000" tIns="72000" rIns="72000" bIns="72000" anchor="t" anchorCtr="0"/>
          <a:lstStyle>
            <a:lvl1pPr marL="0" indent="0" algn="l">
              <a:lnSpc>
                <a:spcPct val="150000"/>
              </a:lnSpc>
              <a:buFont typeface="Arial" panose="020B0604020202020204" pitchFamily="34" charset="0"/>
              <a:buNone/>
              <a:defRPr sz="2000" b="1" i="0" spc="100" baseline="0">
                <a:latin typeface="Century Gothic" panose="020B0502020202020204" pitchFamily="34" charset="0"/>
                <a:ea typeface="Yu Gothic" panose="020B0400000000000000" pitchFamily="34" charset="-128"/>
                <a:cs typeface="Arial" panose="020B0604020202020204" pitchFamily="34" charset="0"/>
              </a:defRPr>
            </a:lvl1pPr>
            <a:lvl2pPr marL="457200" indent="0">
              <a:lnSpc>
                <a:spcPct val="100000"/>
              </a:lnSpc>
              <a:buFontTx/>
              <a:buNone/>
              <a:defRPr b="1" i="0" spc="100" baseline="0">
                <a:latin typeface="Arial" panose="020B0604020202020204" pitchFamily="34" charset="0"/>
                <a:ea typeface="Yu Gothic" panose="020B0400000000000000" pitchFamily="34" charset="-128"/>
                <a:cs typeface="Arial" panose="020B0604020202020204" pitchFamily="34" charset="0"/>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ja-JP" altLang="en-US"/>
              <a:t>マスター テキストの書式設定</a:t>
            </a:r>
          </a:p>
        </p:txBody>
      </p:sp>
      <p:sp>
        <p:nvSpPr>
          <p:cNvPr id="9" name="タイトル 1"/>
          <p:cNvSpPr>
            <a:spLocks noGrp="1"/>
          </p:cNvSpPr>
          <p:nvPr>
            <p:ph type="ctrTitle"/>
          </p:nvPr>
        </p:nvSpPr>
        <p:spPr>
          <a:xfrm>
            <a:off x="6489032" y="195257"/>
            <a:ext cx="5362074" cy="605853"/>
          </a:xfrm>
          <a:prstGeom prst="rect">
            <a:avLst/>
          </a:prstGeom>
        </p:spPr>
        <p:txBody>
          <a:bodyPr wrap="none" lIns="72000" tIns="0" rIns="72000" bIns="180000" anchor="ctr" anchorCtr="0"/>
          <a:lstStyle>
            <a:lvl1pPr algn="l">
              <a:lnSpc>
                <a:spcPct val="150000"/>
              </a:lnSpc>
              <a:defRPr sz="3200" b="1" i="0" spc="200" baseline="0">
                <a:solidFill>
                  <a:schemeClr val="tx1"/>
                </a:solidFill>
                <a:latin typeface="Century Gothic" panose="020B0502020202020204" pitchFamily="34" charset="0"/>
              </a:defRPr>
            </a:lvl1pPr>
          </a:lstStyle>
          <a:p>
            <a:r>
              <a:rPr lang="ja-JP" altLang="en-US"/>
              <a:t>マスター タイトルの書式設定</a:t>
            </a:r>
          </a:p>
        </p:txBody>
      </p:sp>
      <p:sp>
        <p:nvSpPr>
          <p:cNvPr id="6" name="スライド番号プレースホルダー 31">
            <a:extLst>
              <a:ext uri="{FF2B5EF4-FFF2-40B4-BE49-F238E27FC236}">
                <a16:creationId xmlns:a16="http://schemas.microsoft.com/office/drawing/2014/main" id="{DC003B6A-7DBB-974D-8179-D0032BF551CC}"/>
              </a:ext>
            </a:extLst>
          </p:cNvPr>
          <p:cNvSpPr>
            <a:spLocks noGrp="1"/>
          </p:cNvSpPr>
          <p:nvPr>
            <p:ph type="sldNum" sz="quarter" idx="17"/>
          </p:nvPr>
        </p:nvSpPr>
        <p:spPr/>
        <p:txBody>
          <a:bodyPr/>
          <a:lstStyle>
            <a:lvl1pPr>
              <a:defRPr b="0" i="0">
                <a:latin typeface="Century Gothic" panose="020B0502020202020204" pitchFamily="34" charset="0"/>
              </a:defRPr>
            </a:lvl1pPr>
          </a:lstStyle>
          <a:p>
            <a:pPr>
              <a:defRPr/>
            </a:pPr>
            <a:fld id="{3FCB6034-8FD0-E64C-88E3-BD7E948011EF}" type="slidenum">
              <a:rPr lang="ja-JP" altLang="en-US"/>
              <a:pPr>
                <a:defRPr/>
              </a:pPr>
              <a:t>‹#›</a:t>
            </a:fld>
            <a:endParaRPr lang="ja-JP" altLang="en-US"/>
          </a:p>
        </p:txBody>
      </p:sp>
      <p:sp>
        <p:nvSpPr>
          <p:cNvPr id="7" name="日付プレースホルダー 3">
            <a:extLst>
              <a:ext uri="{FF2B5EF4-FFF2-40B4-BE49-F238E27FC236}">
                <a16:creationId xmlns:a16="http://schemas.microsoft.com/office/drawing/2014/main" id="{B2A5C289-849B-BE41-83FF-FBF44132B6F3}"/>
              </a:ext>
            </a:extLst>
          </p:cNvPr>
          <p:cNvSpPr>
            <a:spLocks noGrp="1"/>
          </p:cNvSpPr>
          <p:nvPr>
            <p:ph type="dt" sz="half" idx="18"/>
          </p:nvPr>
        </p:nvSpPr>
        <p:spPr>
          <a:xfrm>
            <a:off x="373063" y="6375400"/>
            <a:ext cx="1049337" cy="365125"/>
          </a:xfrm>
        </p:spPr>
        <p:txBody>
          <a:bodyPr/>
          <a:lstStyle>
            <a:lvl1pPr algn="l">
              <a:defRPr sz="1000" b="0" i="0" spc="100" baseline="0">
                <a:solidFill>
                  <a:schemeClr val="tx1"/>
                </a:solidFill>
                <a:latin typeface="Century Gothic" panose="020B0502020202020204" pitchFamily="34" charset="0"/>
                <a:cs typeface="Arial" panose="020B0604020202020204" pitchFamily="34" charset="0"/>
              </a:defRPr>
            </a:lvl1pPr>
          </a:lstStyle>
          <a:p>
            <a:pPr>
              <a:defRPr/>
            </a:pPr>
            <a:fld id="{DA350EC7-A9E5-7D42-BE34-C996F2F11DFD}" type="datetime1">
              <a:rPr lang="ja-JP" altLang="en-US"/>
              <a:pPr>
                <a:defRPr/>
              </a:pPr>
              <a:t>2023/10/17</a:t>
            </a:fld>
            <a:endParaRPr lang="ja-JP" altLang="en-US"/>
          </a:p>
        </p:txBody>
      </p:sp>
      <p:pic>
        <p:nvPicPr>
          <p:cNvPr id="10" name="図 3">
            <a:extLst>
              <a:ext uri="{FF2B5EF4-FFF2-40B4-BE49-F238E27FC236}">
                <a16:creationId xmlns:a16="http://schemas.microsoft.com/office/drawing/2014/main" id="{43229A3D-722F-6940-A737-EA26CF763C4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608975" y="6010063"/>
            <a:ext cx="5237162"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489431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コンテンツD_DARK">
    <p:spTree>
      <p:nvGrpSpPr>
        <p:cNvPr id="1" name=""/>
        <p:cNvGrpSpPr/>
        <p:nvPr/>
      </p:nvGrpSpPr>
      <p:grpSpPr>
        <a:xfrm>
          <a:off x="0" y="0"/>
          <a:ext cx="0" cy="0"/>
          <a:chOff x="0" y="0"/>
          <a:chExt cx="0" cy="0"/>
        </a:xfrm>
      </p:grpSpPr>
      <p:pic>
        <p:nvPicPr>
          <p:cNvPr id="5" name="図 3">
            <a:extLst>
              <a:ext uri="{FF2B5EF4-FFF2-40B4-BE49-F238E27FC236}">
                <a16:creationId xmlns:a16="http://schemas.microsoft.com/office/drawing/2014/main" id="{D809F7BD-C584-0E42-81B5-181C3432CEE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46075" y="6008688"/>
            <a:ext cx="114998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グラフ プレースホルダー 2"/>
          <p:cNvSpPr>
            <a:spLocks noGrp="1"/>
          </p:cNvSpPr>
          <p:nvPr>
            <p:ph type="chart" sz="quarter" idx="13"/>
          </p:nvPr>
        </p:nvSpPr>
        <p:spPr>
          <a:xfrm>
            <a:off x="344905" y="3429000"/>
            <a:ext cx="11510211" cy="2493963"/>
          </a:xfrm>
          <a:prstGeom prst="rect">
            <a:avLst/>
          </a:prstGeom>
        </p:spPr>
        <p:txBody>
          <a:bodyPr/>
          <a:lstStyle/>
          <a:p>
            <a:pPr lvl="0"/>
            <a:r>
              <a:rPr lang="ja-JP" altLang="en-US" noProof="0"/>
              <a:t>グラフを追加</a:t>
            </a:r>
          </a:p>
        </p:txBody>
      </p:sp>
      <p:sp>
        <p:nvSpPr>
          <p:cNvPr id="8" name="テキスト プレースホルダー 29"/>
          <p:cNvSpPr>
            <a:spLocks noGrp="1"/>
          </p:cNvSpPr>
          <p:nvPr>
            <p:ph type="body" sz="quarter" idx="10"/>
          </p:nvPr>
        </p:nvSpPr>
        <p:spPr>
          <a:xfrm>
            <a:off x="348916" y="1010653"/>
            <a:ext cx="11494169" cy="2181726"/>
          </a:xfrm>
          <a:prstGeom prst="rect">
            <a:avLst/>
          </a:prstGeom>
        </p:spPr>
        <p:txBody>
          <a:bodyPr lIns="72000" tIns="72000" rIns="72000" bIns="72000" anchor="t" anchorCtr="0"/>
          <a:lstStyle>
            <a:lvl1pPr marL="0" indent="0" algn="l">
              <a:lnSpc>
                <a:spcPct val="150000"/>
              </a:lnSpc>
              <a:buFont typeface="Arial" panose="020B0604020202020204" pitchFamily="34" charset="0"/>
              <a:buNone/>
              <a:defRPr sz="2000" b="1" i="0" spc="100" baseline="0">
                <a:latin typeface="Century Gothic" panose="020B0502020202020204" pitchFamily="34" charset="0"/>
                <a:ea typeface="Yu Gothic" panose="020B0400000000000000" pitchFamily="34" charset="-128"/>
                <a:cs typeface="Arial" panose="020B0604020202020204" pitchFamily="34" charset="0"/>
              </a:defRPr>
            </a:lvl1pPr>
            <a:lvl2pPr marL="457200" indent="0">
              <a:lnSpc>
                <a:spcPct val="100000"/>
              </a:lnSpc>
              <a:buFontTx/>
              <a:buNone/>
              <a:defRPr b="1" i="0" spc="100" baseline="0">
                <a:latin typeface="Arial" panose="020B0604020202020204" pitchFamily="34" charset="0"/>
                <a:ea typeface="Yu Gothic" panose="020B0400000000000000" pitchFamily="34" charset="-128"/>
                <a:cs typeface="Arial" panose="020B0604020202020204" pitchFamily="34" charset="0"/>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ja-JP" altLang="en-US"/>
              <a:t>マスター テキストの書式設定</a:t>
            </a:r>
          </a:p>
        </p:txBody>
      </p:sp>
      <p:sp>
        <p:nvSpPr>
          <p:cNvPr id="9" name="タイトル 1"/>
          <p:cNvSpPr>
            <a:spLocks noGrp="1"/>
          </p:cNvSpPr>
          <p:nvPr>
            <p:ph type="ctrTitle"/>
          </p:nvPr>
        </p:nvSpPr>
        <p:spPr>
          <a:xfrm>
            <a:off x="340895" y="195257"/>
            <a:ext cx="11510211" cy="605853"/>
          </a:xfrm>
          <a:prstGeom prst="rect">
            <a:avLst/>
          </a:prstGeom>
        </p:spPr>
        <p:txBody>
          <a:bodyPr wrap="none" lIns="72000" tIns="0" rIns="72000" bIns="180000" anchor="ctr" anchorCtr="0"/>
          <a:lstStyle>
            <a:lvl1pPr algn="l">
              <a:lnSpc>
                <a:spcPct val="150000"/>
              </a:lnSpc>
              <a:defRPr sz="3200" b="1" i="0" spc="200" baseline="0">
                <a:solidFill>
                  <a:schemeClr val="tx1"/>
                </a:solidFill>
                <a:latin typeface="Century Gothic" panose="020B0502020202020204" pitchFamily="34" charset="0"/>
              </a:defRPr>
            </a:lvl1pPr>
          </a:lstStyle>
          <a:p>
            <a:r>
              <a:rPr lang="ja-JP" altLang="en-US"/>
              <a:t>マスター タイトルの書式設定</a:t>
            </a:r>
          </a:p>
        </p:txBody>
      </p:sp>
      <p:sp>
        <p:nvSpPr>
          <p:cNvPr id="6" name="スライド番号プレースホルダー 31">
            <a:extLst>
              <a:ext uri="{FF2B5EF4-FFF2-40B4-BE49-F238E27FC236}">
                <a16:creationId xmlns:a16="http://schemas.microsoft.com/office/drawing/2014/main" id="{D2211461-ED3C-3544-948B-9BC928150019}"/>
              </a:ext>
            </a:extLst>
          </p:cNvPr>
          <p:cNvSpPr>
            <a:spLocks noGrp="1"/>
          </p:cNvSpPr>
          <p:nvPr>
            <p:ph type="sldNum" sz="quarter" idx="14"/>
          </p:nvPr>
        </p:nvSpPr>
        <p:spPr/>
        <p:txBody>
          <a:bodyPr/>
          <a:lstStyle>
            <a:lvl1pPr>
              <a:defRPr b="0" i="0">
                <a:latin typeface="Century Gothic" panose="020B0502020202020204" pitchFamily="34" charset="0"/>
              </a:defRPr>
            </a:lvl1pPr>
          </a:lstStyle>
          <a:p>
            <a:pPr>
              <a:defRPr/>
            </a:pPr>
            <a:fld id="{171114EB-7DE3-8C4E-BEC7-AC7B31E2B81E}" type="slidenum">
              <a:rPr lang="ja-JP" altLang="en-US"/>
              <a:pPr>
                <a:defRPr/>
              </a:pPr>
              <a:t>‹#›</a:t>
            </a:fld>
            <a:endParaRPr lang="ja-JP" altLang="en-US"/>
          </a:p>
        </p:txBody>
      </p:sp>
      <p:sp>
        <p:nvSpPr>
          <p:cNvPr id="7" name="日付プレースホルダー 3">
            <a:extLst>
              <a:ext uri="{FF2B5EF4-FFF2-40B4-BE49-F238E27FC236}">
                <a16:creationId xmlns:a16="http://schemas.microsoft.com/office/drawing/2014/main" id="{4354587B-7F65-AE4C-B328-4F46D8948C1D}"/>
              </a:ext>
            </a:extLst>
          </p:cNvPr>
          <p:cNvSpPr>
            <a:spLocks noGrp="1"/>
          </p:cNvSpPr>
          <p:nvPr>
            <p:ph type="dt" sz="half" idx="15"/>
          </p:nvPr>
        </p:nvSpPr>
        <p:spPr>
          <a:xfrm>
            <a:off x="373063" y="6375400"/>
            <a:ext cx="1049337" cy="365125"/>
          </a:xfrm>
        </p:spPr>
        <p:txBody>
          <a:bodyPr/>
          <a:lstStyle>
            <a:lvl1pPr algn="l">
              <a:defRPr sz="1000" b="0" i="0" spc="100" baseline="0">
                <a:solidFill>
                  <a:schemeClr val="tx1"/>
                </a:solidFill>
                <a:latin typeface="Century Gothic" panose="020B0502020202020204" pitchFamily="34" charset="0"/>
                <a:cs typeface="Arial" panose="020B0604020202020204" pitchFamily="34" charset="0"/>
              </a:defRPr>
            </a:lvl1pPr>
          </a:lstStyle>
          <a:p>
            <a:pPr>
              <a:defRPr/>
            </a:pPr>
            <a:fld id="{E81DD933-6655-B947-BBDC-4279165318E8}" type="datetime1">
              <a:rPr lang="ja-JP" altLang="en-US"/>
              <a:pPr>
                <a:defRPr/>
              </a:pPr>
              <a:t>2023/10/17</a:t>
            </a:fld>
            <a:endParaRPr lang="ja-JP" altLang="en-US"/>
          </a:p>
        </p:txBody>
      </p:sp>
    </p:spTree>
    <p:extLst>
      <p:ext uri="{BB962C8B-B14F-4D97-AF65-F5344CB8AC3E}">
        <p14:creationId xmlns:p14="http://schemas.microsoft.com/office/powerpoint/2010/main" val="1595298535"/>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D_LIGHT">
    <p:spTree>
      <p:nvGrpSpPr>
        <p:cNvPr id="1" name=""/>
        <p:cNvGrpSpPr/>
        <p:nvPr/>
      </p:nvGrpSpPr>
      <p:grpSpPr>
        <a:xfrm>
          <a:off x="0" y="0"/>
          <a:ext cx="0" cy="0"/>
          <a:chOff x="0" y="0"/>
          <a:chExt cx="0" cy="0"/>
        </a:xfrm>
      </p:grpSpPr>
      <p:pic>
        <p:nvPicPr>
          <p:cNvPr id="5" name="図 3">
            <a:extLst>
              <a:ext uri="{FF2B5EF4-FFF2-40B4-BE49-F238E27FC236}">
                <a16:creationId xmlns:a16="http://schemas.microsoft.com/office/drawing/2014/main" id="{83531729-5A42-0D4B-B6E9-F0675F4E628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46075" y="6008688"/>
            <a:ext cx="114998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グラフ プレースホルダー 2"/>
          <p:cNvSpPr>
            <a:spLocks noGrp="1"/>
          </p:cNvSpPr>
          <p:nvPr>
            <p:ph type="chart" sz="quarter" idx="13"/>
          </p:nvPr>
        </p:nvSpPr>
        <p:spPr>
          <a:xfrm>
            <a:off x="344905" y="3429000"/>
            <a:ext cx="11510211" cy="2493963"/>
          </a:xfrm>
          <a:prstGeom prst="rect">
            <a:avLst/>
          </a:prstGeom>
        </p:spPr>
        <p:txBody>
          <a:bodyPr/>
          <a:lstStyle/>
          <a:p>
            <a:pPr lvl="0"/>
            <a:r>
              <a:rPr lang="ja-JP" altLang="en-US" noProof="0"/>
              <a:t>グラフを追加</a:t>
            </a:r>
          </a:p>
        </p:txBody>
      </p:sp>
      <p:sp>
        <p:nvSpPr>
          <p:cNvPr id="9" name="テキスト プレースホルダー 29"/>
          <p:cNvSpPr>
            <a:spLocks noGrp="1"/>
          </p:cNvSpPr>
          <p:nvPr>
            <p:ph type="body" sz="quarter" idx="10"/>
          </p:nvPr>
        </p:nvSpPr>
        <p:spPr>
          <a:xfrm>
            <a:off x="348916" y="1010653"/>
            <a:ext cx="11494169" cy="2181726"/>
          </a:xfrm>
          <a:prstGeom prst="rect">
            <a:avLst/>
          </a:prstGeom>
        </p:spPr>
        <p:txBody>
          <a:bodyPr lIns="72000" tIns="72000" rIns="72000" bIns="72000" anchor="t" anchorCtr="0"/>
          <a:lstStyle>
            <a:lvl1pPr marL="0" indent="0" algn="l">
              <a:lnSpc>
                <a:spcPct val="150000"/>
              </a:lnSpc>
              <a:buFont typeface="Arial" panose="020B0604020202020204" pitchFamily="34" charset="0"/>
              <a:buNone/>
              <a:defRPr sz="2000" b="1" i="0" spc="100" baseline="0">
                <a:latin typeface="Century Gothic" panose="020B0502020202020204" pitchFamily="34" charset="0"/>
                <a:ea typeface="Yu Gothic" panose="020B0400000000000000" pitchFamily="34" charset="-128"/>
                <a:cs typeface="Arial" panose="020B0604020202020204" pitchFamily="34" charset="0"/>
              </a:defRPr>
            </a:lvl1pPr>
            <a:lvl2pPr marL="457200" indent="0">
              <a:lnSpc>
                <a:spcPct val="100000"/>
              </a:lnSpc>
              <a:buFontTx/>
              <a:buNone/>
              <a:defRPr b="1" i="0" spc="100" baseline="0">
                <a:latin typeface="Arial" panose="020B0604020202020204" pitchFamily="34" charset="0"/>
                <a:ea typeface="Yu Gothic" panose="020B0400000000000000" pitchFamily="34" charset="-128"/>
                <a:cs typeface="Arial" panose="020B0604020202020204" pitchFamily="34" charset="0"/>
              </a:defRPr>
            </a:lvl2pPr>
            <a:lvl3pPr marL="1371600" indent="-4572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lang="ja-JP" altLang="en-US"/>
              <a:t>マスター テキストの書式設定</a:t>
            </a:r>
          </a:p>
        </p:txBody>
      </p:sp>
      <p:sp>
        <p:nvSpPr>
          <p:cNvPr id="10" name="タイトル 1"/>
          <p:cNvSpPr>
            <a:spLocks noGrp="1"/>
          </p:cNvSpPr>
          <p:nvPr>
            <p:ph type="ctrTitle"/>
          </p:nvPr>
        </p:nvSpPr>
        <p:spPr>
          <a:xfrm>
            <a:off x="340895" y="195257"/>
            <a:ext cx="11510211" cy="605853"/>
          </a:xfrm>
          <a:prstGeom prst="rect">
            <a:avLst/>
          </a:prstGeom>
        </p:spPr>
        <p:txBody>
          <a:bodyPr wrap="none" lIns="72000" tIns="0" rIns="72000" bIns="180000" anchor="ctr" anchorCtr="0"/>
          <a:lstStyle>
            <a:lvl1pPr algn="l">
              <a:lnSpc>
                <a:spcPct val="150000"/>
              </a:lnSpc>
              <a:defRPr sz="3200" b="1" i="0" spc="200" baseline="0">
                <a:solidFill>
                  <a:schemeClr val="tx1"/>
                </a:solidFill>
                <a:latin typeface="Century Gothic" panose="020B0502020202020204" pitchFamily="34" charset="0"/>
              </a:defRPr>
            </a:lvl1pPr>
          </a:lstStyle>
          <a:p>
            <a:r>
              <a:rPr lang="ja-JP" altLang="en-US"/>
              <a:t>マスター タイトルの書式設定</a:t>
            </a:r>
          </a:p>
        </p:txBody>
      </p:sp>
      <p:sp>
        <p:nvSpPr>
          <p:cNvPr id="6" name="スライド番号プレースホルダー 31">
            <a:extLst>
              <a:ext uri="{FF2B5EF4-FFF2-40B4-BE49-F238E27FC236}">
                <a16:creationId xmlns:a16="http://schemas.microsoft.com/office/drawing/2014/main" id="{AEC3ED30-FEE9-6741-B9C6-9C9D595E50FF}"/>
              </a:ext>
            </a:extLst>
          </p:cNvPr>
          <p:cNvSpPr>
            <a:spLocks noGrp="1"/>
          </p:cNvSpPr>
          <p:nvPr>
            <p:ph type="sldNum" sz="quarter" idx="14"/>
          </p:nvPr>
        </p:nvSpPr>
        <p:spPr/>
        <p:txBody>
          <a:bodyPr/>
          <a:lstStyle>
            <a:lvl1pPr>
              <a:defRPr b="0" i="0">
                <a:latin typeface="Century Gothic" panose="020B0502020202020204" pitchFamily="34" charset="0"/>
              </a:defRPr>
            </a:lvl1pPr>
          </a:lstStyle>
          <a:p>
            <a:pPr>
              <a:defRPr/>
            </a:pPr>
            <a:fld id="{D0EB359E-C0E3-014B-8453-A2579D7A81BD}" type="slidenum">
              <a:rPr lang="ja-JP" altLang="en-US"/>
              <a:pPr>
                <a:defRPr/>
              </a:pPr>
              <a:t>‹#›</a:t>
            </a:fld>
            <a:endParaRPr lang="ja-JP" altLang="en-US"/>
          </a:p>
        </p:txBody>
      </p:sp>
      <p:sp>
        <p:nvSpPr>
          <p:cNvPr id="7" name="日付プレースホルダー 3">
            <a:extLst>
              <a:ext uri="{FF2B5EF4-FFF2-40B4-BE49-F238E27FC236}">
                <a16:creationId xmlns:a16="http://schemas.microsoft.com/office/drawing/2014/main" id="{B7B392E5-F7BA-2D4F-80A2-5FA65CF9B3B9}"/>
              </a:ext>
            </a:extLst>
          </p:cNvPr>
          <p:cNvSpPr>
            <a:spLocks noGrp="1"/>
          </p:cNvSpPr>
          <p:nvPr>
            <p:ph type="dt" sz="half" idx="15"/>
          </p:nvPr>
        </p:nvSpPr>
        <p:spPr>
          <a:xfrm>
            <a:off x="373063" y="6375400"/>
            <a:ext cx="1049337" cy="365125"/>
          </a:xfrm>
        </p:spPr>
        <p:txBody>
          <a:bodyPr/>
          <a:lstStyle>
            <a:lvl1pPr algn="l">
              <a:defRPr sz="1000" b="0" i="0" spc="100" baseline="0">
                <a:solidFill>
                  <a:schemeClr val="tx1"/>
                </a:solidFill>
                <a:latin typeface="Century Gothic" panose="020B0502020202020204" pitchFamily="34" charset="0"/>
                <a:cs typeface="Arial" panose="020B0604020202020204" pitchFamily="34" charset="0"/>
              </a:defRPr>
            </a:lvl1pPr>
          </a:lstStyle>
          <a:p>
            <a:pPr>
              <a:defRPr/>
            </a:pPr>
            <a:fld id="{163266B1-7EDF-304B-A260-D71778D4FD6C}" type="datetime1">
              <a:rPr lang="ja-JP" altLang="en-US"/>
              <a:pPr>
                <a:defRPr/>
              </a:pPr>
              <a:t>2023/10/17</a:t>
            </a:fld>
            <a:endParaRPr lang="ja-JP" altLang="en-US"/>
          </a:p>
        </p:txBody>
      </p:sp>
    </p:spTree>
    <p:extLst>
      <p:ext uri="{BB962C8B-B14F-4D97-AF65-F5344CB8AC3E}">
        <p14:creationId xmlns:p14="http://schemas.microsoft.com/office/powerpoint/2010/main" val="889186725"/>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裏表紙_DARK">
    <p:spTree>
      <p:nvGrpSpPr>
        <p:cNvPr id="1" name=""/>
        <p:cNvGrpSpPr/>
        <p:nvPr/>
      </p:nvGrpSpPr>
      <p:grpSpPr>
        <a:xfrm>
          <a:off x="0" y="0"/>
          <a:ext cx="0" cy="0"/>
          <a:chOff x="0" y="0"/>
          <a:chExt cx="0" cy="0"/>
        </a:xfrm>
      </p:grpSpPr>
      <p:pic>
        <p:nvPicPr>
          <p:cNvPr id="2" name="図 3">
            <a:extLst>
              <a:ext uri="{FF2B5EF4-FFF2-40B4-BE49-F238E27FC236}">
                <a16:creationId xmlns:a16="http://schemas.microsoft.com/office/drawing/2014/main" id="{52CC4251-2A0E-7D4C-820D-36226E4DC19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484688" y="3068638"/>
            <a:ext cx="32226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7368358"/>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裏表紙_LIGHT">
    <p:spTree>
      <p:nvGrpSpPr>
        <p:cNvPr id="1" name=""/>
        <p:cNvGrpSpPr/>
        <p:nvPr/>
      </p:nvGrpSpPr>
      <p:grpSpPr>
        <a:xfrm>
          <a:off x="0" y="0"/>
          <a:ext cx="0" cy="0"/>
          <a:chOff x="0" y="0"/>
          <a:chExt cx="0" cy="0"/>
        </a:xfrm>
      </p:grpSpPr>
      <p:pic>
        <p:nvPicPr>
          <p:cNvPr id="2" name="図 3">
            <a:extLst>
              <a:ext uri="{FF2B5EF4-FFF2-40B4-BE49-F238E27FC236}">
                <a16:creationId xmlns:a16="http://schemas.microsoft.com/office/drawing/2014/main" id="{497FE5B5-A11A-9C45-874F-E0A3FE9BAAD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84688" y="3068638"/>
            <a:ext cx="32226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631977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6B8F03C1-D209-425F-B57F-285BE06CED49}" type="datetime1">
              <a:rPr kumimoji="1" lang="ja-JP" altLang="en-US" smtClean="0"/>
              <a:t>2023/10/17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5E4AD50E-C5A1-4F90-B711-6D111044DD78}" type="slidenum">
              <a:rPr kumimoji="1" lang="ja-JP" altLang="en-US" smtClean="0"/>
              <a:t>‹#›</a:t>
            </a:fld>
            <a:endParaRPr kumimoji="1" lang="ja-JP" altLang="en-US"/>
          </a:p>
        </p:txBody>
      </p:sp>
    </p:spTree>
    <p:extLst>
      <p:ext uri="{BB962C8B-B14F-4D97-AF65-F5344CB8AC3E}">
        <p14:creationId xmlns:p14="http://schemas.microsoft.com/office/powerpoint/2010/main" val="14410899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タイトルとコンテンツA">
    <p:spTree>
      <p:nvGrpSpPr>
        <p:cNvPr id="1" name=""/>
        <p:cNvGrpSpPr/>
        <p:nvPr/>
      </p:nvGrpSpPr>
      <p:grpSpPr>
        <a:xfrm>
          <a:off x="0" y="0"/>
          <a:ext cx="0" cy="0"/>
          <a:chOff x="0" y="0"/>
          <a:chExt cx="0" cy="0"/>
        </a:xfrm>
      </p:grpSpPr>
      <p:sp>
        <p:nvSpPr>
          <p:cNvPr id="4" name="コンテンツ プレースホルダー 2"/>
          <p:cNvSpPr>
            <a:spLocks noGrp="1"/>
          </p:cNvSpPr>
          <p:nvPr>
            <p:ph idx="1" hasCustomPrompt="1"/>
          </p:nvPr>
        </p:nvSpPr>
        <p:spPr>
          <a:xfrm>
            <a:off x="582735" y="908720"/>
            <a:ext cx="11008182" cy="5256410"/>
          </a:xfrm>
          <a:prstGeom prst="rect">
            <a:avLst/>
          </a:prstGeom>
        </p:spPr>
        <p:txBody>
          <a:bodyPr lIns="90000"/>
          <a:lstStyle>
            <a:lvl1pPr marL="0" indent="0" fontAlgn="ctr">
              <a:spcBef>
                <a:spcPts val="0"/>
              </a:spcBef>
              <a:buFont typeface="Arial" charset="0"/>
              <a:buNone/>
              <a:defRPr sz="2000" b="0" i="0" spc="100" baseline="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609555" indent="0" fontAlgn="ctr">
              <a:spcBef>
                <a:spcPts val="0"/>
              </a:spcBef>
              <a:buFont typeface="Arial" charset="0"/>
              <a:buNone/>
              <a:defRPr sz="2000" b="0" i="0" spc="100">
                <a:solidFill>
                  <a:schemeClr val="tx1"/>
                </a:solidFill>
                <a:latin typeface="HGPGothicE" charset="-128"/>
                <a:ea typeface="HGPGothicE" charset="-128"/>
                <a:cs typeface="HGPGothicE" charset="-128"/>
              </a:defRPr>
            </a:lvl2pPr>
            <a:lvl3pPr marL="1219108" indent="0" fontAlgn="ctr">
              <a:spcBef>
                <a:spcPts val="0"/>
              </a:spcBef>
              <a:buFont typeface="Arial" charset="0"/>
              <a:buNone/>
              <a:defRPr sz="2000" b="0" i="0" spc="100">
                <a:solidFill>
                  <a:schemeClr val="tx1"/>
                </a:solidFill>
                <a:latin typeface="HGPGothicE" charset="-128"/>
                <a:ea typeface="HGPGothicE" charset="-128"/>
                <a:cs typeface="HGPGothicE" charset="-128"/>
              </a:defRPr>
            </a:lvl3pPr>
            <a:lvl4pPr marL="1828664" indent="0">
              <a:buFontTx/>
              <a:buNone/>
              <a:defRPr>
                <a:solidFill>
                  <a:schemeClr val="tx2"/>
                </a:solidFill>
              </a:defRPr>
            </a:lvl4pPr>
            <a:lvl5pPr marL="2438218" indent="0">
              <a:buFontTx/>
              <a:buNone/>
              <a:defRPr>
                <a:solidFill>
                  <a:schemeClr val="tx2"/>
                </a:solidFill>
              </a:defRPr>
            </a:lvl5pPr>
          </a:lstStyle>
          <a:p>
            <a:pPr lvl="0"/>
            <a:r>
              <a:rPr kumimoji="1" lang="ja-JP" altLang="en-US"/>
              <a:t>テキストの入力</a:t>
            </a:r>
          </a:p>
        </p:txBody>
      </p:sp>
      <p:sp>
        <p:nvSpPr>
          <p:cNvPr id="5" name="テキスト プレースホルダー 9"/>
          <p:cNvSpPr>
            <a:spLocks noGrp="1"/>
          </p:cNvSpPr>
          <p:nvPr>
            <p:ph type="body" sz="quarter" idx="10" hasCustomPrompt="1"/>
          </p:nvPr>
        </p:nvSpPr>
        <p:spPr>
          <a:xfrm>
            <a:off x="211923" y="2902"/>
            <a:ext cx="11778622" cy="720000"/>
          </a:xfrm>
          <a:prstGeom prst="rect">
            <a:avLst/>
          </a:prstGeom>
        </p:spPr>
        <p:txBody>
          <a:bodyPr tIns="108000" anchor="ctr" anchorCtr="0">
            <a:normAutofit/>
          </a:bodyPr>
          <a:lstStyle>
            <a:lvl1pPr marL="0" indent="0">
              <a:buFont typeface="+mj-lt"/>
              <a:buNone/>
              <a:defRPr sz="2400" b="1" baseline="0">
                <a:solidFill>
                  <a:srgbClr val="EDEDED"/>
                </a:solidFill>
                <a:latin typeface="+mn-ea"/>
                <a:ea typeface="+mn-ea"/>
                <a:cs typeface="Meiryo UI" panose="020B0604030504040204" pitchFamily="50" charset="-128"/>
              </a:defRPr>
            </a:lvl1pPr>
          </a:lstStyle>
          <a:p>
            <a:pPr marL="226468" marR="0" lvl="0" indent="-226468" algn="l" defTabSz="609555" rtl="0" eaLnBrk="1" fontAlgn="base" latinLnBrk="0" hangingPunct="1">
              <a:lnSpc>
                <a:spcPct val="100000"/>
              </a:lnSpc>
              <a:spcBef>
                <a:spcPct val="20000"/>
              </a:spcBef>
              <a:spcAft>
                <a:spcPct val="0"/>
              </a:spcAft>
              <a:buClrTx/>
              <a:buSzTx/>
              <a:tabLst/>
              <a:defRPr/>
            </a:pPr>
            <a:r>
              <a:rPr kumimoji="1" lang="ja-JP" altLang="en-US"/>
              <a:t>［タイトル］</a:t>
            </a:r>
          </a:p>
        </p:txBody>
      </p:sp>
    </p:spTree>
    <p:extLst>
      <p:ext uri="{BB962C8B-B14F-4D97-AF65-F5344CB8AC3E}">
        <p14:creationId xmlns:p14="http://schemas.microsoft.com/office/powerpoint/2010/main" val="24631325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中扉">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85456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_中扉">
    <p:spTree>
      <p:nvGrpSpPr>
        <p:cNvPr id="1" name=""/>
        <p:cNvGrpSpPr/>
        <p:nvPr/>
      </p:nvGrpSpPr>
      <p:grpSpPr>
        <a:xfrm>
          <a:off x="0" y="0"/>
          <a:ext cx="0" cy="0"/>
          <a:chOff x="0" y="0"/>
          <a:chExt cx="0" cy="0"/>
        </a:xfrm>
      </p:grpSpPr>
      <p:sp>
        <p:nvSpPr>
          <p:cNvPr id="2" name="正方形/長方形 1"/>
          <p:cNvSpPr/>
          <p:nvPr userDrawn="1"/>
        </p:nvSpPr>
        <p:spPr>
          <a:xfrm>
            <a:off x="1" y="0"/>
            <a:ext cx="12192000" cy="6858000"/>
          </a:xfrm>
          <a:prstGeom prst="rect">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a:p>
        </p:txBody>
      </p:sp>
      <p:sp>
        <p:nvSpPr>
          <p:cNvPr id="3" name="TextBox 12"/>
          <p:cNvSpPr txBox="1"/>
          <p:nvPr userDrawn="1"/>
        </p:nvSpPr>
        <p:spPr>
          <a:xfrm>
            <a:off x="1" y="6708531"/>
            <a:ext cx="1608715" cy="123111"/>
          </a:xfrm>
          <a:prstGeom prst="rect">
            <a:avLst/>
          </a:prstGeom>
          <a:noFill/>
        </p:spPr>
        <p:txBody>
          <a:bodyPr wrap="square" tIns="0" bIns="0">
            <a:spAutoFit/>
          </a:bodyPr>
          <a:lstStyle/>
          <a:p>
            <a:pPr algn="r" defTabSz="609539">
              <a:defRPr/>
            </a:pPr>
            <a:r>
              <a:rPr kumimoji="0" lang="en-US" altLang="ja-JP" sz="800">
                <a:solidFill>
                  <a:schemeClr val="bg1"/>
                </a:solidFill>
                <a:latin typeface="Segoe UI" panose="020B0502040204020203" pitchFamily="34" charset="0"/>
                <a:cs typeface="Segoe UI" panose="020B0502040204020203" pitchFamily="34" charset="0"/>
              </a:rPr>
              <a:t>© 2021 NTT DATA Corporation</a:t>
            </a:r>
          </a:p>
        </p:txBody>
      </p:sp>
    </p:spTree>
    <p:extLst>
      <p:ext uri="{BB962C8B-B14F-4D97-AF65-F5344CB8AC3E}">
        <p14:creationId xmlns:p14="http://schemas.microsoft.com/office/powerpoint/2010/main" val="34492395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タイトルとコンテンツA">
    <p:spTree>
      <p:nvGrpSpPr>
        <p:cNvPr id="1" name=""/>
        <p:cNvGrpSpPr/>
        <p:nvPr/>
      </p:nvGrpSpPr>
      <p:grpSpPr>
        <a:xfrm>
          <a:off x="0" y="0"/>
          <a:ext cx="0" cy="0"/>
          <a:chOff x="0" y="0"/>
          <a:chExt cx="0" cy="0"/>
        </a:xfrm>
      </p:grpSpPr>
      <p:sp>
        <p:nvSpPr>
          <p:cNvPr id="8" name="タイトル 1"/>
          <p:cNvSpPr>
            <a:spLocks noGrp="1"/>
          </p:cNvSpPr>
          <p:nvPr>
            <p:ph type="title" hasCustomPrompt="1"/>
          </p:nvPr>
        </p:nvSpPr>
        <p:spPr>
          <a:xfrm>
            <a:off x="172188" y="0"/>
            <a:ext cx="11844000" cy="722902"/>
          </a:xfrm>
          <a:prstGeom prst="rect">
            <a:avLst/>
          </a:prstGeom>
        </p:spPr>
        <p:txBody>
          <a:bodyPr tIns="108000" anchor="ctr" anchorCtr="0">
            <a:normAutofit/>
          </a:bodyPr>
          <a:lstStyle>
            <a:lvl1pPr>
              <a:defRPr lang="ja-JP" altLang="en-US" sz="2800" b="1" spc="0">
                <a:solidFill>
                  <a:srgbClr val="000000"/>
                </a:solidFill>
                <a:latin typeface="Meiryo UI" panose="020B0604030504040204" pitchFamily="50" charset="-128"/>
                <a:ea typeface="Meiryo UI" panose="020B0604030504040204" pitchFamily="50" charset="-128"/>
                <a:cs typeface="Arial"/>
              </a:defRPr>
            </a:lvl1pPr>
          </a:lstStyle>
          <a:p>
            <a:pPr marL="226462" marR="0" lvl="0" indent="-226462" latinLnBrk="0">
              <a:lnSpc>
                <a:spcPct val="100000"/>
              </a:lnSpc>
              <a:spcBef>
                <a:spcPct val="20000"/>
              </a:spcBef>
              <a:buClrTx/>
              <a:buSzTx/>
              <a:buFont typeface="+mj-lt"/>
              <a:buNone/>
              <a:tabLst/>
            </a:pPr>
            <a:r>
              <a:rPr kumimoji="1" lang="ja-JP" altLang="en-US"/>
              <a:t>［タイトル］</a:t>
            </a:r>
          </a:p>
        </p:txBody>
      </p:sp>
      <p:sp>
        <p:nvSpPr>
          <p:cNvPr id="3" name="テキスト プレースホルダー 2">
            <a:extLst>
              <a:ext uri="{FF2B5EF4-FFF2-40B4-BE49-F238E27FC236}">
                <a16:creationId xmlns:a16="http://schemas.microsoft.com/office/drawing/2014/main" id="{68D4ECC3-87F6-48DE-A3D9-ACE61020E068}"/>
              </a:ext>
            </a:extLst>
          </p:cNvPr>
          <p:cNvSpPr>
            <a:spLocks noGrp="1"/>
          </p:cNvSpPr>
          <p:nvPr>
            <p:ph type="body" sz="quarter" idx="11" hasCustomPrompt="1"/>
          </p:nvPr>
        </p:nvSpPr>
        <p:spPr>
          <a:xfrm>
            <a:off x="539400" y="732428"/>
            <a:ext cx="11113200" cy="509517"/>
          </a:xfrm>
          <a:prstGeom prst="rect">
            <a:avLst/>
          </a:prstGeom>
        </p:spPr>
        <p:txBody>
          <a:bodyPr/>
          <a:lstStyle>
            <a:lvl1pPr marL="285744" indent="-285744">
              <a:buFont typeface="Arial" panose="020B0604020202020204" pitchFamily="34" charset="0"/>
              <a:buChar char="•"/>
              <a:defRPr sz="2400">
                <a:solidFill>
                  <a:srgbClr val="000000"/>
                </a:solidFill>
                <a:latin typeface="Segoe UI" panose="020B0502040204020203" pitchFamily="34" charset="0"/>
                <a:ea typeface="Meiryo UI" panose="020B0604030504040204" pitchFamily="50" charset="-128"/>
                <a:cs typeface="Segoe UI" panose="020B0502040204020203" pitchFamily="34" charset="0"/>
              </a:defRPr>
            </a:lvl1pPr>
            <a:lvl2pPr>
              <a:defRPr sz="2400">
                <a:solidFill>
                  <a:srgbClr val="000000"/>
                </a:solidFill>
                <a:latin typeface="Segoe UI" panose="020B0502040204020203" pitchFamily="34" charset="0"/>
                <a:ea typeface="Meiryo UI" panose="020B0604030504040204" pitchFamily="50" charset="-128"/>
                <a:cs typeface="Segoe UI" panose="020B0502040204020203" pitchFamily="34" charset="0"/>
              </a:defRPr>
            </a:lvl2pPr>
            <a:lvl3pPr>
              <a:defRPr sz="2400">
                <a:solidFill>
                  <a:srgbClr val="000000"/>
                </a:solidFill>
                <a:latin typeface="Segoe UI" panose="020B0502040204020203" pitchFamily="34" charset="0"/>
                <a:ea typeface="Meiryo UI" panose="020B0604030504040204" pitchFamily="50" charset="-128"/>
                <a:cs typeface="Segoe UI" panose="020B0502040204020203" pitchFamily="34" charset="0"/>
              </a:defRPr>
            </a:lvl3pPr>
            <a:lvl4pPr>
              <a:defRPr sz="2400">
                <a:solidFill>
                  <a:srgbClr val="000000"/>
                </a:solidFill>
                <a:latin typeface="Segoe UI" panose="020B0502040204020203" pitchFamily="34" charset="0"/>
                <a:ea typeface="Meiryo UI" panose="020B0604030504040204" pitchFamily="50" charset="-128"/>
                <a:cs typeface="Segoe UI" panose="020B0502040204020203" pitchFamily="34" charset="0"/>
              </a:defRPr>
            </a:lvl4pPr>
            <a:lvl5pPr>
              <a:defRPr sz="2400">
                <a:solidFill>
                  <a:srgbClr val="000000"/>
                </a:solidFill>
                <a:latin typeface="Segoe UI" panose="020B0502040204020203" pitchFamily="34" charset="0"/>
                <a:ea typeface="Meiryo UI" panose="020B0604030504040204" pitchFamily="50" charset="-128"/>
                <a:cs typeface="Segoe UI" panose="020B0502040204020203" pitchFamily="34" charset="0"/>
              </a:defRPr>
            </a:lvl5pPr>
          </a:lstStyle>
          <a:p>
            <a:pPr lvl="0"/>
            <a:r>
              <a:rPr kumimoji="1" lang="ja-JP" altLang="en-US"/>
              <a:t>テキストの入力</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grpSp>
        <p:nvGrpSpPr>
          <p:cNvPr id="2" name="グループ化 1"/>
          <p:cNvGrpSpPr/>
          <p:nvPr userDrawn="1"/>
        </p:nvGrpSpPr>
        <p:grpSpPr>
          <a:xfrm>
            <a:off x="10180486" y="44864"/>
            <a:ext cx="1947354" cy="633175"/>
            <a:chOff x="9163054" y="4044040"/>
            <a:chExt cx="1947352" cy="633175"/>
          </a:xfrm>
        </p:grpSpPr>
        <p:sp>
          <p:nvSpPr>
            <p:cNvPr id="5" name="円/楕円 234"/>
            <p:cNvSpPr>
              <a:spLocks noChangeAspect="1"/>
            </p:cNvSpPr>
            <p:nvPr/>
          </p:nvSpPr>
          <p:spPr>
            <a:xfrm>
              <a:off x="9163054" y="4095420"/>
              <a:ext cx="504000" cy="504001"/>
            </a:xfrm>
            <a:prstGeom prst="ellipse">
              <a:avLst/>
            </a:prstGeom>
            <a:ln w="28575">
              <a:solidFill>
                <a:srgbClr val="000000"/>
              </a:solidFill>
            </a:ln>
            <a:effectLst/>
          </p:spPr>
          <p:style>
            <a:lnRef idx="2">
              <a:schemeClr val="accent1"/>
            </a:lnRef>
            <a:fillRef idx="0">
              <a:schemeClr val="accent1"/>
            </a:fillRef>
            <a:effectRef idx="1">
              <a:schemeClr val="accent1"/>
            </a:effectRef>
            <a:fontRef idx="minor">
              <a:schemeClr val="tx1"/>
            </a:fontRef>
          </p:style>
          <p:txBody>
            <a:bodyPr wrap="none" rtlCol="0" anchor="ctr"/>
            <a:lstStyle/>
            <a:p>
              <a:pPr algn="ctr"/>
              <a:r>
                <a:rPr kumimoji="1" lang="ja-JP" altLang="en-US" sz="1400" b="1">
                  <a:solidFill>
                    <a:srgbClr val="000000"/>
                  </a:solidFill>
                  <a:latin typeface="Segoe UI" panose="020B0502040204020203" pitchFamily="34" charset="0"/>
                  <a:ea typeface="Meiryo UI" panose="020B0604030504040204" pitchFamily="50" charset="-128"/>
                  <a:cs typeface="Segoe UI" panose="020B0502040204020203" pitchFamily="34" charset="0"/>
                </a:rPr>
                <a:t>法</a:t>
              </a:r>
              <a:br>
                <a:rPr kumimoji="1" lang="en-US" altLang="ja-JP" sz="1400" b="1">
                  <a:solidFill>
                    <a:srgbClr val="000000"/>
                  </a:solidFill>
                  <a:latin typeface="Segoe UI" panose="020B0502040204020203" pitchFamily="34" charset="0"/>
                  <a:ea typeface="Segoe UI" panose="020B0502040204020203" pitchFamily="34" charset="0"/>
                  <a:cs typeface="Segoe UI" panose="020B0502040204020203" pitchFamily="34" charset="0"/>
                </a:rPr>
              </a:br>
              <a:r>
                <a:rPr kumimoji="1" lang="ja-JP" altLang="en-US" sz="1400" b="1">
                  <a:solidFill>
                    <a:srgbClr val="000000"/>
                  </a:solidFill>
                  <a:latin typeface="Segoe UI" panose="020B0502040204020203" pitchFamily="34" charset="0"/>
                  <a:ea typeface="Meiryo UI" panose="020B0604030504040204" pitchFamily="50" charset="-128"/>
                  <a:cs typeface="Segoe UI" panose="020B0502040204020203" pitchFamily="34" charset="0"/>
                </a:rPr>
                <a:t>ソリ</a:t>
              </a:r>
            </a:p>
          </p:txBody>
        </p:sp>
        <p:sp>
          <p:nvSpPr>
            <p:cNvPr id="6" name="テキスト ボックス 5"/>
            <p:cNvSpPr txBox="1"/>
            <p:nvPr/>
          </p:nvSpPr>
          <p:spPr>
            <a:xfrm>
              <a:off x="9654803" y="4044040"/>
              <a:ext cx="1427698" cy="523220"/>
            </a:xfrm>
            <a:prstGeom prst="rect">
              <a:avLst/>
            </a:prstGeom>
            <a:noFill/>
          </p:spPr>
          <p:txBody>
            <a:bodyPr wrap="none" rtlCol="0">
              <a:spAutoFit/>
            </a:bodyPr>
            <a:lstStyle/>
            <a:p>
              <a:r>
                <a:rPr kumimoji="1" lang="en-US" altLang="ja-JP" sz="1400" b="1">
                  <a:solidFill>
                    <a:srgbClr val="000000"/>
                  </a:solidFill>
                  <a:latin typeface="Segoe UI" panose="020B0502040204020203" pitchFamily="34" charset="0"/>
                  <a:ea typeface="Segoe UI" panose="020B0502040204020203" pitchFamily="34" charset="0"/>
                  <a:cs typeface="Segoe UI" panose="020B0502040204020203" pitchFamily="34" charset="0"/>
                </a:rPr>
                <a:t>Trusted</a:t>
              </a:r>
              <a:br>
                <a:rPr kumimoji="1" lang="en-US" altLang="ja-JP" sz="1400" b="1" baseline="0">
                  <a:solidFill>
                    <a:srgbClr val="000000"/>
                  </a:solidFill>
                  <a:latin typeface="Segoe UI" panose="020B0502040204020203" pitchFamily="34" charset="0"/>
                  <a:ea typeface="Segoe UI" panose="020B0502040204020203" pitchFamily="34" charset="0"/>
                  <a:cs typeface="Segoe UI" panose="020B0502040204020203" pitchFamily="34" charset="0"/>
                </a:rPr>
              </a:br>
              <a:r>
                <a:rPr kumimoji="1" lang="en-US" altLang="ja-JP" sz="1400" b="1" baseline="0">
                  <a:solidFill>
                    <a:srgbClr val="000000"/>
                  </a:solidFill>
                  <a:latin typeface="Segoe UI" panose="020B0502040204020203" pitchFamily="34" charset="0"/>
                  <a:ea typeface="Segoe UI" panose="020B0502040204020203" pitchFamily="34" charset="0"/>
                  <a:cs typeface="Segoe UI" panose="020B0502040204020203" pitchFamily="34" charset="0"/>
                </a:rPr>
                <a:t>Digital Partner</a:t>
              </a:r>
            </a:p>
          </p:txBody>
        </p:sp>
        <p:sp>
          <p:nvSpPr>
            <p:cNvPr id="7" name="テキスト ボックス 6"/>
            <p:cNvSpPr txBox="1"/>
            <p:nvPr/>
          </p:nvSpPr>
          <p:spPr>
            <a:xfrm>
              <a:off x="9545555" y="4477160"/>
              <a:ext cx="1564851" cy="200055"/>
            </a:xfrm>
            <a:prstGeom prst="rect">
              <a:avLst/>
            </a:prstGeom>
            <a:noFill/>
          </p:spPr>
          <p:txBody>
            <a:bodyPr wrap="none" rtlCol="0">
              <a:spAutoFit/>
            </a:bodyPr>
            <a:lstStyle/>
            <a:p>
              <a:r>
                <a:rPr kumimoji="1" lang="en-US" altLang="ja-JP" sz="700" b="0" baseline="0">
                  <a:solidFill>
                    <a:srgbClr val="000000"/>
                  </a:solidFill>
                  <a:latin typeface="Segoe UI" panose="020B0502040204020203" pitchFamily="34" charset="0"/>
                  <a:ea typeface="Segoe UI" panose="020B0502040204020203" pitchFamily="34" charset="0"/>
                  <a:cs typeface="Segoe UI" panose="020B0502040204020203" pitchFamily="34" charset="0"/>
                </a:rPr>
                <a:t>- Enterprise &amp; Solutions Segment -</a:t>
              </a:r>
              <a:endParaRPr kumimoji="1" lang="ja-JP" altLang="en-US" sz="1000" b="0" err="1">
                <a:solidFill>
                  <a:srgbClr val="000000"/>
                </a:solidFill>
                <a:latin typeface="Segoe UI" panose="020B0502040204020203" pitchFamily="34" charset="0"/>
                <a:ea typeface="Meiryo UI" panose="020B0604030504040204" pitchFamily="50" charset="-128"/>
                <a:cs typeface="Segoe UI" panose="020B0502040204020203" pitchFamily="34" charset="0"/>
              </a:endParaRPr>
            </a:p>
          </p:txBody>
        </p:sp>
      </p:grpSp>
    </p:spTree>
    <p:extLst>
      <p:ext uri="{BB962C8B-B14F-4D97-AF65-F5344CB8AC3E}">
        <p14:creationId xmlns:p14="http://schemas.microsoft.com/office/powerpoint/2010/main" val="2342400365"/>
      </p:ext>
    </p:extLst>
  </p:cSld>
  <p:clrMapOvr>
    <a:masterClrMapping/>
  </p:clrMapOvr>
  <p:extLst>
    <p:ext uri="{DCECCB84-F9BA-43D5-87BE-67443E8EF086}">
      <p15:sldGuideLst xmlns:p15="http://schemas.microsoft.com/office/powerpoint/2012/main">
        <p15:guide id="1" orient="horz" pos="572">
          <p15:clr>
            <a:srgbClr val="FBAE40"/>
          </p15:clr>
        </p15:guide>
        <p15:guide id="2" pos="325">
          <p15:clr>
            <a:srgbClr val="FBAE40"/>
          </p15:clr>
        </p15:guide>
        <p15:guide id="3" orient="horz" pos="3884">
          <p15:clr>
            <a:srgbClr val="FBAE40"/>
          </p15:clr>
        </p15:guide>
        <p15:guide id="4" pos="7333">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タイトルとコンテンツA">
    <p:spTree>
      <p:nvGrpSpPr>
        <p:cNvPr id="1" name=""/>
        <p:cNvGrpSpPr/>
        <p:nvPr/>
      </p:nvGrpSpPr>
      <p:grpSpPr>
        <a:xfrm>
          <a:off x="0" y="0"/>
          <a:ext cx="0" cy="0"/>
          <a:chOff x="0" y="0"/>
          <a:chExt cx="0" cy="0"/>
        </a:xfrm>
      </p:grpSpPr>
      <p:sp>
        <p:nvSpPr>
          <p:cNvPr id="8" name="タイトル 1"/>
          <p:cNvSpPr>
            <a:spLocks noGrp="1"/>
          </p:cNvSpPr>
          <p:nvPr>
            <p:ph type="title" hasCustomPrompt="1"/>
          </p:nvPr>
        </p:nvSpPr>
        <p:spPr>
          <a:xfrm>
            <a:off x="172188" y="0"/>
            <a:ext cx="11844000" cy="722902"/>
          </a:xfrm>
          <a:prstGeom prst="rect">
            <a:avLst/>
          </a:prstGeom>
        </p:spPr>
        <p:txBody>
          <a:bodyPr tIns="108000" anchor="ctr" anchorCtr="0">
            <a:normAutofit/>
          </a:bodyPr>
          <a:lstStyle>
            <a:lvl1pPr>
              <a:defRPr lang="ja-JP" altLang="en-US" sz="2800" b="1" spc="0">
                <a:solidFill>
                  <a:srgbClr val="000000"/>
                </a:solidFill>
                <a:latin typeface="Segoe UI" panose="020B0502040204020203" pitchFamily="34" charset="0"/>
                <a:ea typeface="Meiryo UI" panose="020B0604030504040204" pitchFamily="50" charset="-128"/>
                <a:cs typeface="Segoe UI" panose="020B0502040204020203" pitchFamily="34" charset="0"/>
              </a:defRPr>
            </a:lvl1pPr>
          </a:lstStyle>
          <a:p>
            <a:pPr marL="226462" marR="0" lvl="0" indent="-226462" latinLnBrk="0">
              <a:lnSpc>
                <a:spcPct val="100000"/>
              </a:lnSpc>
              <a:spcBef>
                <a:spcPct val="20000"/>
              </a:spcBef>
              <a:buClrTx/>
              <a:buSzTx/>
              <a:buFont typeface="+mj-lt"/>
              <a:buNone/>
              <a:tabLst/>
            </a:pPr>
            <a:r>
              <a:rPr kumimoji="1" lang="ja-JP" altLang="en-US"/>
              <a:t>［タイトル］</a:t>
            </a:r>
          </a:p>
        </p:txBody>
      </p:sp>
      <p:grpSp>
        <p:nvGrpSpPr>
          <p:cNvPr id="2" name="グループ化 1"/>
          <p:cNvGrpSpPr/>
          <p:nvPr userDrawn="1"/>
        </p:nvGrpSpPr>
        <p:grpSpPr>
          <a:xfrm>
            <a:off x="10180486" y="44864"/>
            <a:ext cx="1947354" cy="633175"/>
            <a:chOff x="9163054" y="4044040"/>
            <a:chExt cx="1947352" cy="633175"/>
          </a:xfrm>
        </p:grpSpPr>
        <p:sp>
          <p:nvSpPr>
            <p:cNvPr id="5" name="円/楕円 234"/>
            <p:cNvSpPr>
              <a:spLocks noChangeAspect="1"/>
            </p:cNvSpPr>
            <p:nvPr/>
          </p:nvSpPr>
          <p:spPr>
            <a:xfrm>
              <a:off x="9163054" y="4095420"/>
              <a:ext cx="504000" cy="504001"/>
            </a:xfrm>
            <a:prstGeom prst="ellipse">
              <a:avLst/>
            </a:prstGeom>
            <a:ln w="28575">
              <a:solidFill>
                <a:srgbClr val="000000"/>
              </a:solidFill>
            </a:ln>
            <a:effectLst/>
          </p:spPr>
          <p:style>
            <a:lnRef idx="2">
              <a:schemeClr val="accent1"/>
            </a:lnRef>
            <a:fillRef idx="0">
              <a:schemeClr val="accent1"/>
            </a:fillRef>
            <a:effectRef idx="1">
              <a:schemeClr val="accent1"/>
            </a:effectRef>
            <a:fontRef idx="minor">
              <a:schemeClr val="tx1"/>
            </a:fontRef>
          </p:style>
          <p:txBody>
            <a:bodyPr wrap="none" rtlCol="0" anchor="ctr"/>
            <a:lstStyle/>
            <a:p>
              <a:pPr algn="ctr"/>
              <a:r>
                <a:rPr kumimoji="1" lang="ja-JP" altLang="en-US" sz="1400" b="1">
                  <a:solidFill>
                    <a:srgbClr val="000000"/>
                  </a:solidFill>
                  <a:latin typeface="Segoe UI" panose="020B0502040204020203" pitchFamily="34" charset="0"/>
                  <a:ea typeface="Meiryo UI" panose="020B0604030504040204" pitchFamily="50" charset="-128"/>
                  <a:cs typeface="Segoe UI" panose="020B0502040204020203" pitchFamily="34" charset="0"/>
                </a:rPr>
                <a:t>法</a:t>
              </a:r>
              <a:br>
                <a:rPr kumimoji="1" lang="en-US" altLang="ja-JP" sz="1400" b="1">
                  <a:solidFill>
                    <a:srgbClr val="000000"/>
                  </a:solidFill>
                  <a:latin typeface="Segoe UI" panose="020B0502040204020203" pitchFamily="34" charset="0"/>
                  <a:ea typeface="Segoe UI" panose="020B0502040204020203" pitchFamily="34" charset="0"/>
                  <a:cs typeface="Segoe UI" panose="020B0502040204020203" pitchFamily="34" charset="0"/>
                </a:rPr>
              </a:br>
              <a:r>
                <a:rPr kumimoji="1" lang="ja-JP" altLang="en-US" sz="1400" b="1">
                  <a:solidFill>
                    <a:srgbClr val="000000"/>
                  </a:solidFill>
                  <a:latin typeface="Segoe UI" panose="020B0502040204020203" pitchFamily="34" charset="0"/>
                  <a:ea typeface="Meiryo UI" panose="020B0604030504040204" pitchFamily="50" charset="-128"/>
                  <a:cs typeface="Segoe UI" panose="020B0502040204020203" pitchFamily="34" charset="0"/>
                </a:rPr>
                <a:t>ソリ</a:t>
              </a:r>
            </a:p>
          </p:txBody>
        </p:sp>
        <p:sp>
          <p:nvSpPr>
            <p:cNvPr id="6" name="テキスト ボックス 5"/>
            <p:cNvSpPr txBox="1"/>
            <p:nvPr/>
          </p:nvSpPr>
          <p:spPr>
            <a:xfrm>
              <a:off x="9654803" y="4044040"/>
              <a:ext cx="1427698" cy="523220"/>
            </a:xfrm>
            <a:prstGeom prst="rect">
              <a:avLst/>
            </a:prstGeom>
            <a:noFill/>
          </p:spPr>
          <p:txBody>
            <a:bodyPr wrap="none" rtlCol="0">
              <a:spAutoFit/>
            </a:bodyPr>
            <a:lstStyle/>
            <a:p>
              <a:r>
                <a:rPr kumimoji="1" lang="en-US" altLang="ja-JP" sz="1400" b="1">
                  <a:solidFill>
                    <a:srgbClr val="000000"/>
                  </a:solidFill>
                  <a:latin typeface="Segoe UI" panose="020B0502040204020203" pitchFamily="34" charset="0"/>
                  <a:ea typeface="Segoe UI" panose="020B0502040204020203" pitchFamily="34" charset="0"/>
                  <a:cs typeface="Segoe UI" panose="020B0502040204020203" pitchFamily="34" charset="0"/>
                </a:rPr>
                <a:t>Trusted</a:t>
              </a:r>
              <a:br>
                <a:rPr kumimoji="1" lang="en-US" altLang="ja-JP" sz="1400" b="1" baseline="0">
                  <a:solidFill>
                    <a:srgbClr val="000000"/>
                  </a:solidFill>
                  <a:latin typeface="Segoe UI" panose="020B0502040204020203" pitchFamily="34" charset="0"/>
                  <a:ea typeface="Segoe UI" panose="020B0502040204020203" pitchFamily="34" charset="0"/>
                  <a:cs typeface="Segoe UI" panose="020B0502040204020203" pitchFamily="34" charset="0"/>
                </a:rPr>
              </a:br>
              <a:r>
                <a:rPr kumimoji="1" lang="en-US" altLang="ja-JP" sz="1400" b="1" baseline="0">
                  <a:solidFill>
                    <a:srgbClr val="000000"/>
                  </a:solidFill>
                  <a:latin typeface="Segoe UI" panose="020B0502040204020203" pitchFamily="34" charset="0"/>
                  <a:ea typeface="Segoe UI" panose="020B0502040204020203" pitchFamily="34" charset="0"/>
                  <a:cs typeface="Segoe UI" panose="020B0502040204020203" pitchFamily="34" charset="0"/>
                </a:rPr>
                <a:t>Digital Partner</a:t>
              </a:r>
            </a:p>
          </p:txBody>
        </p:sp>
        <p:sp>
          <p:nvSpPr>
            <p:cNvPr id="7" name="テキスト ボックス 6"/>
            <p:cNvSpPr txBox="1"/>
            <p:nvPr/>
          </p:nvSpPr>
          <p:spPr>
            <a:xfrm>
              <a:off x="9545555" y="4477160"/>
              <a:ext cx="1564851" cy="200055"/>
            </a:xfrm>
            <a:prstGeom prst="rect">
              <a:avLst/>
            </a:prstGeom>
            <a:noFill/>
          </p:spPr>
          <p:txBody>
            <a:bodyPr wrap="none" rtlCol="0">
              <a:spAutoFit/>
            </a:bodyPr>
            <a:lstStyle/>
            <a:p>
              <a:r>
                <a:rPr kumimoji="1" lang="en-US" altLang="ja-JP" sz="700" b="0" baseline="0">
                  <a:solidFill>
                    <a:srgbClr val="000000"/>
                  </a:solidFill>
                  <a:latin typeface="Segoe UI" panose="020B0502040204020203" pitchFamily="34" charset="0"/>
                  <a:ea typeface="Segoe UI" panose="020B0502040204020203" pitchFamily="34" charset="0"/>
                  <a:cs typeface="Segoe UI" panose="020B0502040204020203" pitchFamily="34" charset="0"/>
                </a:rPr>
                <a:t>- Enterprise &amp; Solutions Segment -</a:t>
              </a:r>
              <a:endParaRPr kumimoji="1" lang="ja-JP" altLang="en-US" sz="1000" b="0" err="1">
                <a:solidFill>
                  <a:srgbClr val="000000"/>
                </a:solidFill>
                <a:latin typeface="Segoe UI" panose="020B0502040204020203" pitchFamily="34" charset="0"/>
                <a:ea typeface="Meiryo UI" panose="020B0604030504040204" pitchFamily="50" charset="-128"/>
                <a:cs typeface="Segoe UI" panose="020B0502040204020203" pitchFamily="34" charset="0"/>
              </a:endParaRPr>
            </a:p>
          </p:txBody>
        </p:sp>
      </p:grpSp>
      <p:sp>
        <p:nvSpPr>
          <p:cNvPr id="9" name="AutoShape 3"/>
          <p:cNvSpPr>
            <a:spLocks noChangeArrowheads="1"/>
          </p:cNvSpPr>
          <p:nvPr userDrawn="1"/>
        </p:nvSpPr>
        <p:spPr bwMode="auto">
          <a:xfrm>
            <a:off x="633000" y="943286"/>
            <a:ext cx="8640000" cy="720000"/>
          </a:xfrm>
          <a:prstGeom prst="roundRect">
            <a:avLst>
              <a:gd name="adj" fmla="val 12037"/>
            </a:avLst>
          </a:prstGeom>
          <a:noFill/>
          <a:ln w="28575">
            <a:gradFill flip="none" rotWithShape="1">
              <a:gsLst>
                <a:gs pos="0">
                  <a:schemeClr val="accent6">
                    <a:lumMod val="50000"/>
                  </a:schemeClr>
                </a:gs>
                <a:gs pos="50000">
                  <a:schemeClr val="accent6"/>
                </a:gs>
                <a:gs pos="100000">
                  <a:schemeClr val="accent6">
                    <a:lumMod val="60000"/>
                    <a:lumOff val="40000"/>
                  </a:schemeClr>
                </a:gs>
              </a:gsLst>
              <a:lin ang="5400000" scaled="1"/>
              <a:tileRect/>
            </a:gradFill>
            <a:round/>
            <a:headEnd/>
            <a:tailEnd/>
          </a:ln>
          <a:effectLst/>
        </p:spPr>
        <p:txBody>
          <a:bodyPr lIns="58500" tIns="29250" rIns="58500" bIns="29250" anchor="ctr"/>
          <a:lstStyle/>
          <a:p>
            <a:pPr>
              <a:spcBef>
                <a:spcPct val="20000"/>
              </a:spcBef>
            </a:pPr>
            <a:endParaRPr lang="en-US" altLang="ja-JP" sz="1800">
              <a:solidFill>
                <a:srgbClr val="000000"/>
              </a:solidFill>
              <a:latin typeface="Meiryo UI" panose="020B0604030504040204" pitchFamily="50" charset="-128"/>
              <a:ea typeface="Meiryo UI" panose="020B0604030504040204" pitchFamily="50" charset="-128"/>
            </a:endParaRPr>
          </a:p>
        </p:txBody>
      </p:sp>
      <p:sp>
        <p:nvSpPr>
          <p:cNvPr id="10" name="AutoShape 3"/>
          <p:cNvSpPr>
            <a:spLocks noChangeArrowheads="1"/>
          </p:cNvSpPr>
          <p:nvPr userDrawn="1"/>
        </p:nvSpPr>
        <p:spPr bwMode="auto">
          <a:xfrm>
            <a:off x="633000" y="1763191"/>
            <a:ext cx="8640000" cy="720000"/>
          </a:xfrm>
          <a:prstGeom prst="roundRect">
            <a:avLst>
              <a:gd name="adj" fmla="val 12037"/>
            </a:avLst>
          </a:prstGeom>
          <a:noFill/>
          <a:ln w="28575">
            <a:gradFill flip="none" rotWithShape="1">
              <a:gsLst>
                <a:gs pos="0">
                  <a:schemeClr val="accent2">
                    <a:lumMod val="50000"/>
                  </a:schemeClr>
                </a:gs>
                <a:gs pos="50000">
                  <a:schemeClr val="accent2"/>
                </a:gs>
                <a:gs pos="100000">
                  <a:schemeClr val="accent2">
                    <a:lumMod val="60000"/>
                    <a:lumOff val="40000"/>
                  </a:schemeClr>
                </a:gs>
              </a:gsLst>
              <a:lin ang="5400000" scaled="1"/>
              <a:tileRect/>
            </a:gradFill>
            <a:round/>
            <a:headEnd/>
            <a:tailEnd/>
          </a:ln>
          <a:effectLst/>
        </p:spPr>
        <p:txBody>
          <a:bodyPr lIns="58500" tIns="29250" rIns="58500" bIns="29250" anchor="ctr"/>
          <a:lstStyle/>
          <a:p>
            <a:pPr>
              <a:spcBef>
                <a:spcPct val="20000"/>
              </a:spcBef>
            </a:pPr>
            <a:endParaRPr lang="en-US" altLang="ja-JP" sz="1800">
              <a:solidFill>
                <a:srgbClr val="000000"/>
              </a:solidFill>
              <a:latin typeface="Meiryo UI" panose="020B0604030504040204" pitchFamily="50" charset="-128"/>
              <a:ea typeface="Meiryo UI" panose="020B0604030504040204" pitchFamily="50" charset="-128"/>
            </a:endParaRPr>
          </a:p>
        </p:txBody>
      </p:sp>
      <p:sp>
        <p:nvSpPr>
          <p:cNvPr id="11" name="AutoShape 3"/>
          <p:cNvSpPr>
            <a:spLocks noChangeArrowheads="1"/>
          </p:cNvSpPr>
          <p:nvPr userDrawn="1"/>
        </p:nvSpPr>
        <p:spPr bwMode="auto">
          <a:xfrm>
            <a:off x="633000" y="2599801"/>
            <a:ext cx="8640000" cy="720000"/>
          </a:xfrm>
          <a:prstGeom prst="roundRect">
            <a:avLst>
              <a:gd name="adj" fmla="val 12037"/>
            </a:avLst>
          </a:prstGeom>
          <a:noFill/>
          <a:ln w="28575">
            <a:gradFill flip="none" rotWithShape="1">
              <a:gsLst>
                <a:gs pos="0">
                  <a:schemeClr val="accent4">
                    <a:lumMod val="50000"/>
                  </a:schemeClr>
                </a:gs>
                <a:gs pos="50000">
                  <a:schemeClr val="accent4"/>
                </a:gs>
                <a:gs pos="100000">
                  <a:schemeClr val="accent4">
                    <a:lumMod val="60000"/>
                    <a:lumOff val="40000"/>
                  </a:schemeClr>
                </a:gs>
              </a:gsLst>
              <a:lin ang="5400000" scaled="1"/>
              <a:tileRect/>
            </a:gradFill>
            <a:round/>
            <a:headEnd/>
            <a:tailEnd/>
          </a:ln>
          <a:effectLst/>
        </p:spPr>
        <p:txBody>
          <a:bodyPr lIns="58500" tIns="29250" rIns="58500" bIns="29250" anchor="ctr"/>
          <a:lstStyle/>
          <a:p>
            <a:pPr>
              <a:spcBef>
                <a:spcPct val="20000"/>
              </a:spcBef>
            </a:pPr>
            <a:endParaRPr lang="en-US" altLang="ja-JP" sz="1800">
              <a:solidFill>
                <a:srgbClr val="000000"/>
              </a:solidFill>
              <a:latin typeface="Meiryo UI" panose="020B0604030504040204" pitchFamily="50" charset="-128"/>
              <a:ea typeface="Meiryo UI" panose="020B0604030504040204" pitchFamily="50" charset="-128"/>
            </a:endParaRPr>
          </a:p>
        </p:txBody>
      </p:sp>
      <p:sp>
        <p:nvSpPr>
          <p:cNvPr id="12" name="AutoShape 3"/>
          <p:cNvSpPr>
            <a:spLocks noChangeArrowheads="1"/>
          </p:cNvSpPr>
          <p:nvPr userDrawn="1"/>
        </p:nvSpPr>
        <p:spPr bwMode="auto">
          <a:xfrm>
            <a:off x="633000" y="3414187"/>
            <a:ext cx="8640000" cy="720000"/>
          </a:xfrm>
          <a:prstGeom prst="roundRect">
            <a:avLst>
              <a:gd name="adj" fmla="val 12037"/>
            </a:avLst>
          </a:prstGeom>
          <a:noFill/>
          <a:ln w="28575">
            <a:gradFill flip="none" rotWithShape="1">
              <a:gsLst>
                <a:gs pos="0">
                  <a:schemeClr val="accent5">
                    <a:lumMod val="50000"/>
                  </a:schemeClr>
                </a:gs>
                <a:gs pos="50000">
                  <a:schemeClr val="accent5"/>
                </a:gs>
                <a:gs pos="100000">
                  <a:schemeClr val="accent5">
                    <a:lumMod val="60000"/>
                    <a:lumOff val="40000"/>
                  </a:schemeClr>
                </a:gs>
              </a:gsLst>
              <a:lin ang="5400000" scaled="1"/>
              <a:tileRect/>
            </a:gradFill>
            <a:round/>
            <a:headEnd/>
            <a:tailEnd/>
          </a:ln>
          <a:effectLst/>
        </p:spPr>
        <p:txBody>
          <a:bodyPr lIns="58500" tIns="29250" rIns="58500" bIns="29250" anchor="ctr"/>
          <a:lstStyle/>
          <a:p>
            <a:pPr>
              <a:spcBef>
                <a:spcPct val="20000"/>
              </a:spcBef>
            </a:pPr>
            <a:endParaRPr lang="en-US" altLang="ja-JP" sz="1800">
              <a:solidFill>
                <a:srgbClr val="000000"/>
              </a:solidFill>
              <a:latin typeface="Meiryo UI" panose="020B0604030504040204" pitchFamily="50" charset="-128"/>
              <a:ea typeface="Meiryo UI" panose="020B0604030504040204" pitchFamily="50" charset="-128"/>
            </a:endParaRPr>
          </a:p>
        </p:txBody>
      </p:sp>
      <p:sp>
        <p:nvSpPr>
          <p:cNvPr id="13" name="角丸四角形 12"/>
          <p:cNvSpPr/>
          <p:nvPr userDrawn="1"/>
        </p:nvSpPr>
        <p:spPr bwMode="auto">
          <a:xfrm>
            <a:off x="633002" y="5616188"/>
            <a:ext cx="8640000" cy="720000"/>
          </a:xfrm>
          <a:prstGeom prst="roundRect">
            <a:avLst/>
          </a:prstGeom>
          <a:noFill/>
          <a:ln w="28575">
            <a:gradFill flip="none" rotWithShape="1">
              <a:gsLst>
                <a:gs pos="0">
                  <a:srgbClr val="0F1C50"/>
                </a:gs>
                <a:gs pos="50000">
                  <a:srgbClr val="0070C0"/>
                </a:gs>
                <a:gs pos="100000">
                  <a:srgbClr val="C2CEE6">
                    <a:lumMod val="75000"/>
                  </a:srgbClr>
                </a:gs>
              </a:gsLst>
              <a:lin ang="5400000" scaled="1"/>
              <a:tileRect/>
            </a:gradFill>
            <a:round/>
            <a:headEnd/>
            <a:tailEnd/>
          </a:ln>
          <a:effectLst/>
        </p:spPr>
        <p:txBody>
          <a:bodyPr lIns="58500" tIns="29250" rIns="58500" bIns="2925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ja-JP" sz="18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58343788"/>
      </p:ext>
    </p:extLst>
  </p:cSld>
  <p:clrMapOvr>
    <a:masterClrMapping/>
  </p:clrMapOvr>
  <p:extLst>
    <p:ext uri="{DCECCB84-F9BA-43D5-87BE-67443E8EF086}">
      <p15:sldGuideLst xmlns:p15="http://schemas.microsoft.com/office/powerpoint/2012/main">
        <p15:guide id="1" orient="horz" pos="572">
          <p15:clr>
            <a:srgbClr val="FBAE40"/>
          </p15:clr>
        </p15:guide>
        <p15:guide id="2" pos="325">
          <p15:clr>
            <a:srgbClr val="FBAE40"/>
          </p15:clr>
        </p15:guide>
        <p15:guide id="3" orient="horz" pos="3884">
          <p15:clr>
            <a:srgbClr val="FBAE40"/>
          </p15:clr>
        </p15:guide>
        <p15:guide id="4" pos="7333">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3_中扉">
    <p:spTree>
      <p:nvGrpSpPr>
        <p:cNvPr id="1" name=""/>
        <p:cNvGrpSpPr/>
        <p:nvPr/>
      </p:nvGrpSpPr>
      <p:grpSpPr>
        <a:xfrm>
          <a:off x="0" y="0"/>
          <a:ext cx="0" cy="0"/>
          <a:chOff x="0" y="0"/>
          <a:chExt cx="0" cy="0"/>
        </a:xfrm>
      </p:grpSpPr>
      <p:sp>
        <p:nvSpPr>
          <p:cNvPr id="2" name="テキスト ボックス 1"/>
          <p:cNvSpPr txBox="1"/>
          <p:nvPr userDrawn="1"/>
        </p:nvSpPr>
        <p:spPr>
          <a:xfrm>
            <a:off x="126339" y="203490"/>
            <a:ext cx="11948260" cy="1990527"/>
          </a:xfrm>
          <a:prstGeom prst="rect">
            <a:avLst/>
          </a:prstGeom>
          <a:noFill/>
        </p:spPr>
        <p:txBody>
          <a:bodyPr wrap="none" rtlCol="0">
            <a:noAutofit/>
          </a:bodyPr>
          <a:lstStyle/>
          <a:p>
            <a:r>
              <a:rPr lang="ja-JP" altLang="en-US" sz="4400" b="1">
                <a:solidFill>
                  <a:srgbClr val="000000"/>
                </a:solidFill>
                <a:latin typeface="Segoe UI" panose="020B0502040204020203" pitchFamily="34" charset="0"/>
                <a:ea typeface="Meiryo UI" panose="020B0604030504040204" pitchFamily="50" charset="-128"/>
                <a:cs typeface="Segoe UI" panose="020B0502040204020203" pitchFamily="34" charset="0"/>
              </a:rPr>
              <a:t>法ソリ　表紙</a:t>
            </a:r>
            <a:endParaRPr lang="en-US" altLang="ja-JP" sz="4400" b="1">
              <a:solidFill>
                <a:srgbClr val="000000"/>
              </a:solidFill>
              <a:latin typeface="Segoe UI" panose="020B0502040204020203" pitchFamily="34" charset="0"/>
              <a:ea typeface="Meiryo UI" panose="020B0604030504040204" pitchFamily="50" charset="-128"/>
              <a:cs typeface="Segoe UI" panose="020B0502040204020203" pitchFamily="34" charset="0"/>
            </a:endParaRPr>
          </a:p>
          <a:p>
            <a:r>
              <a:rPr lang="en-US" altLang="ja-JP" sz="2400">
                <a:solidFill>
                  <a:srgbClr val="000000"/>
                </a:solidFill>
                <a:latin typeface="Segoe UI" panose="020B0502040204020203" pitchFamily="34" charset="0"/>
                <a:ea typeface="Meiryo UI" panose="020B0604030504040204" pitchFamily="50" charset="-128"/>
                <a:cs typeface="Segoe UI" panose="020B0502040204020203" pitchFamily="34" charset="0"/>
              </a:rPr>
              <a:t>Enterprise &amp; Solutions Segment</a:t>
            </a:r>
          </a:p>
        </p:txBody>
      </p:sp>
      <p:grpSp>
        <p:nvGrpSpPr>
          <p:cNvPr id="3" name="グループ化 2"/>
          <p:cNvGrpSpPr>
            <a:grpSpLocks noChangeAspect="1"/>
          </p:cNvGrpSpPr>
          <p:nvPr userDrawn="1"/>
        </p:nvGrpSpPr>
        <p:grpSpPr>
          <a:xfrm>
            <a:off x="8287146" y="5503297"/>
            <a:ext cx="3359919" cy="1078271"/>
            <a:chOff x="8431521" y="4356638"/>
            <a:chExt cx="3141504" cy="1008175"/>
          </a:xfrm>
        </p:grpSpPr>
        <p:sp>
          <p:nvSpPr>
            <p:cNvPr id="4" name="円/楕円 234"/>
            <p:cNvSpPr>
              <a:spLocks noChangeAspect="1"/>
            </p:cNvSpPr>
            <p:nvPr/>
          </p:nvSpPr>
          <p:spPr>
            <a:xfrm>
              <a:off x="8431521" y="4391067"/>
              <a:ext cx="936000" cy="936000"/>
            </a:xfrm>
            <a:prstGeom prst="ellipse">
              <a:avLst/>
            </a:prstGeom>
            <a:ln w="38100">
              <a:solidFill>
                <a:srgbClr val="000000"/>
              </a:solidFill>
            </a:ln>
            <a:effectLst/>
          </p:spPr>
          <p:style>
            <a:lnRef idx="2">
              <a:schemeClr val="accent1"/>
            </a:lnRef>
            <a:fillRef idx="0">
              <a:schemeClr val="accent1"/>
            </a:fillRef>
            <a:effectRef idx="1">
              <a:schemeClr val="accent1"/>
            </a:effectRef>
            <a:fontRef idx="minor">
              <a:schemeClr val="tx1"/>
            </a:fontRef>
          </p:style>
          <p:txBody>
            <a:bodyPr wrap="none" rtlCol="0" anchor="ctr"/>
            <a:lstStyle/>
            <a:p>
              <a:pPr algn="ctr"/>
              <a:r>
                <a:rPr lang="ja-JP" altLang="en-US" sz="2800" b="1">
                  <a:solidFill>
                    <a:srgbClr val="000000"/>
                  </a:solidFill>
                  <a:latin typeface="Meiryo UI" panose="020B0604030504040204" pitchFamily="50" charset="-128"/>
                  <a:ea typeface="Meiryo UI" panose="020B0604030504040204" pitchFamily="50" charset="-128"/>
                  <a:cs typeface="Meiryo UI" panose="020B0604030504040204" pitchFamily="50" charset="-128"/>
                </a:rPr>
                <a:t>法</a:t>
              </a:r>
              <a:br>
                <a:rPr lang="en-US" altLang="ja-JP" sz="2800" b="1">
                  <a:solidFill>
                    <a:srgbClr val="000000"/>
                  </a:solidFill>
                  <a:latin typeface="Meiryo UI" panose="020B0604030504040204" pitchFamily="50" charset="-128"/>
                  <a:ea typeface="Meiryo UI" panose="020B0604030504040204" pitchFamily="50" charset="-128"/>
                  <a:cs typeface="Meiryo UI" panose="020B0604030504040204" pitchFamily="50" charset="-128"/>
                </a:rPr>
              </a:br>
              <a:r>
                <a:rPr lang="ja-JP" altLang="en-US" sz="2800" b="1">
                  <a:solidFill>
                    <a:srgbClr val="000000"/>
                  </a:solidFill>
                  <a:latin typeface="Meiryo UI" panose="020B0604030504040204" pitchFamily="50" charset="-128"/>
                  <a:ea typeface="Meiryo UI" panose="020B0604030504040204" pitchFamily="50" charset="-128"/>
                  <a:cs typeface="Meiryo UI" panose="020B0604030504040204" pitchFamily="50" charset="-128"/>
                </a:rPr>
                <a:t>ソリ</a:t>
              </a:r>
            </a:p>
          </p:txBody>
        </p:sp>
        <p:sp>
          <p:nvSpPr>
            <p:cNvPr id="5" name="テキスト ボックス 4"/>
            <p:cNvSpPr txBox="1"/>
            <p:nvPr/>
          </p:nvSpPr>
          <p:spPr>
            <a:xfrm>
              <a:off x="9367993" y="4356638"/>
              <a:ext cx="2159648" cy="776976"/>
            </a:xfrm>
            <a:prstGeom prst="rect">
              <a:avLst/>
            </a:prstGeom>
            <a:noFill/>
          </p:spPr>
          <p:txBody>
            <a:bodyPr wrap="none" rtlCol="0">
              <a:spAutoFit/>
            </a:bodyPr>
            <a:lstStyle/>
            <a:p>
              <a:r>
                <a:rPr lang="en-US" altLang="ja-JP" sz="2400" b="1">
                  <a:solidFill>
                    <a:srgbClr val="000000"/>
                  </a:solidFill>
                  <a:latin typeface="Segoe UI" panose="020B0502040204020203" pitchFamily="34" charset="0"/>
                  <a:ea typeface="Segoe UI" panose="020B0502040204020203" pitchFamily="34" charset="0"/>
                  <a:cs typeface="Segoe UI" panose="020B0502040204020203" pitchFamily="34" charset="0"/>
                </a:rPr>
                <a:t>Trusted</a:t>
              </a:r>
              <a:br>
                <a:rPr lang="en-US" altLang="ja-JP" sz="2400" b="1">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altLang="ja-JP" sz="2400" b="1">
                  <a:solidFill>
                    <a:srgbClr val="000000"/>
                  </a:solidFill>
                  <a:latin typeface="Segoe UI" panose="020B0502040204020203" pitchFamily="34" charset="0"/>
                  <a:ea typeface="Segoe UI" panose="020B0502040204020203" pitchFamily="34" charset="0"/>
                  <a:cs typeface="Segoe UI" panose="020B0502040204020203" pitchFamily="34" charset="0"/>
                </a:rPr>
                <a:t>Digital Partner</a:t>
              </a:r>
            </a:p>
          </p:txBody>
        </p:sp>
        <p:sp>
          <p:nvSpPr>
            <p:cNvPr id="6" name="テキスト ボックス 5"/>
            <p:cNvSpPr txBox="1"/>
            <p:nvPr/>
          </p:nvSpPr>
          <p:spPr>
            <a:xfrm>
              <a:off x="9367993" y="5120210"/>
              <a:ext cx="2205032" cy="244603"/>
            </a:xfrm>
            <a:prstGeom prst="rect">
              <a:avLst/>
            </a:prstGeom>
            <a:noFill/>
          </p:spPr>
          <p:txBody>
            <a:bodyPr wrap="none" rtlCol="0">
              <a:spAutoFit/>
            </a:bodyPr>
            <a:lstStyle/>
            <a:p>
              <a:r>
                <a:rPr lang="en-US" altLang="ja-JP" sz="1100">
                  <a:solidFill>
                    <a:srgbClr val="000000"/>
                  </a:solidFill>
                  <a:latin typeface="Segoe UI" panose="020B0502040204020203" pitchFamily="34" charset="0"/>
                  <a:ea typeface="Segoe UI" panose="020B0502040204020203" pitchFamily="34" charset="0"/>
                  <a:cs typeface="Segoe UI" panose="020B0502040204020203" pitchFamily="34" charset="0"/>
                </a:rPr>
                <a:t>- Enterprise &amp; Solutions Segment -</a:t>
              </a:r>
              <a:endParaRPr lang="ja-JP" altLang="en-US" sz="1600">
                <a:solidFill>
                  <a:srgbClr val="000000"/>
                </a:solidFill>
                <a:latin typeface="Segoe UI" panose="020B0502040204020203" pitchFamily="34" charset="0"/>
                <a:ea typeface="Meiryo UI" panose="020B0604030504040204" pitchFamily="50" charset="-128"/>
                <a:cs typeface="Segoe UI" panose="020B0502040204020203" pitchFamily="34" charset="0"/>
              </a:endParaRPr>
            </a:p>
          </p:txBody>
        </p:sp>
      </p:grpSp>
      <p:sp>
        <p:nvSpPr>
          <p:cNvPr id="7" name="Rectangle 16"/>
          <p:cNvSpPr>
            <a:spLocks noChangeArrowheads="1"/>
          </p:cNvSpPr>
          <p:nvPr userDrawn="1"/>
        </p:nvSpPr>
        <p:spPr bwMode="auto">
          <a:xfrm>
            <a:off x="9040953" y="141651"/>
            <a:ext cx="2972635" cy="539751"/>
          </a:xfrm>
          <a:prstGeom prst="rect">
            <a:avLst/>
          </a:prstGeom>
          <a:solidFill>
            <a:schemeClr val="bg1"/>
          </a:solidFill>
          <a:ln w="9525" algn="ctr">
            <a:solidFill>
              <a:schemeClr val="tx1"/>
            </a:solidFill>
            <a:miter lim="800000"/>
            <a:headEnd/>
            <a:tailEnd/>
          </a:ln>
        </p:spPr>
        <p:txBody>
          <a:bodyPr wrap="none" lIns="90000" tIns="46800" rIns="90000" bIns="46800" anchor="ctr"/>
          <a:lstStyle/>
          <a:p>
            <a:r>
              <a:rPr kumimoji="0" lang="ja-JP" altLang="en-US" sz="1100">
                <a:latin typeface="Meiryo UI" panose="020B0604030504040204" pitchFamily="50" charset="-128"/>
                <a:ea typeface="Meiryo UI" panose="020B0604030504040204" pitchFamily="50" charset="-128"/>
                <a:cs typeface="Meiryo UI" panose="020B0604030504040204" pitchFamily="50" charset="-128"/>
              </a:rPr>
              <a:t>情 報 種 別 ： 秘密（関係者限り）</a:t>
            </a:r>
            <a:br>
              <a:rPr kumimoji="0" lang="ja-JP" altLang="en-US" sz="1100">
                <a:latin typeface="Meiryo UI" panose="020B0604030504040204" pitchFamily="50" charset="-128"/>
                <a:ea typeface="Meiryo UI" panose="020B0604030504040204" pitchFamily="50" charset="-128"/>
                <a:cs typeface="Meiryo UI" panose="020B0604030504040204" pitchFamily="50" charset="-128"/>
              </a:rPr>
            </a:br>
            <a:r>
              <a:rPr kumimoji="0" lang="ja-JP" altLang="en-US" sz="1100">
                <a:latin typeface="Meiryo UI" panose="020B0604030504040204" pitchFamily="50" charset="-128"/>
                <a:ea typeface="Meiryo UI" panose="020B0604030504040204" pitchFamily="50" charset="-128"/>
                <a:cs typeface="Meiryo UI" panose="020B0604030504040204" pitchFamily="50" charset="-128"/>
              </a:rPr>
              <a:t>会　 社　 名 ： 株式会社</a:t>
            </a:r>
            <a:r>
              <a:rPr kumimoji="0" lang="en-US" altLang="ja-JP" sz="1100">
                <a:latin typeface="Meiryo UI" panose="020B0604030504040204" pitchFamily="50" charset="-128"/>
                <a:ea typeface="Meiryo UI" panose="020B0604030504040204" pitchFamily="50" charset="-128"/>
                <a:cs typeface="Meiryo UI" panose="020B0604030504040204" pitchFamily="50" charset="-128"/>
              </a:rPr>
              <a:t>NTT</a:t>
            </a:r>
            <a:r>
              <a:rPr kumimoji="0" lang="ja-JP" altLang="en-US" sz="1100">
                <a:latin typeface="Meiryo UI" panose="020B0604030504040204" pitchFamily="50" charset="-128"/>
                <a:ea typeface="Meiryo UI" panose="020B0604030504040204" pitchFamily="50" charset="-128"/>
                <a:cs typeface="Meiryo UI" panose="020B0604030504040204" pitchFamily="50" charset="-128"/>
              </a:rPr>
              <a:t>データ</a:t>
            </a:r>
            <a:br>
              <a:rPr kumimoji="0" lang="ja-JP" altLang="en-US" sz="1100">
                <a:latin typeface="Meiryo UI" panose="020B0604030504040204" pitchFamily="50" charset="-128"/>
                <a:ea typeface="Meiryo UI" panose="020B0604030504040204" pitchFamily="50" charset="-128"/>
                <a:cs typeface="Meiryo UI" panose="020B0604030504040204" pitchFamily="50" charset="-128"/>
              </a:rPr>
            </a:br>
            <a:r>
              <a:rPr kumimoji="0" lang="ja-JP" altLang="en-US" sz="1100">
                <a:latin typeface="Meiryo UI" panose="020B0604030504040204" pitchFamily="50" charset="-128"/>
                <a:ea typeface="Meiryo UI" panose="020B0604030504040204" pitchFamily="50" charset="-128"/>
                <a:cs typeface="Meiryo UI" panose="020B0604030504040204" pitchFamily="50" charset="-128"/>
              </a:rPr>
              <a:t>情報所有者 ： 法人・ソリューション事業推進部</a:t>
            </a:r>
          </a:p>
        </p:txBody>
      </p:sp>
      <p:sp>
        <p:nvSpPr>
          <p:cNvPr id="8" name="テキスト ボックス 7"/>
          <p:cNvSpPr txBox="1"/>
          <p:nvPr userDrawn="1"/>
        </p:nvSpPr>
        <p:spPr>
          <a:xfrm>
            <a:off x="126339" y="5426644"/>
            <a:ext cx="11948260" cy="1228030"/>
          </a:xfrm>
          <a:prstGeom prst="rect">
            <a:avLst/>
          </a:prstGeom>
          <a:noFill/>
        </p:spPr>
        <p:txBody>
          <a:bodyPr wrap="none" rtlCol="0">
            <a:noAutofit/>
          </a:bodyPr>
          <a:lstStyle/>
          <a:p>
            <a:r>
              <a:rPr lang="en-US" altLang="ja-JP" sz="2400" b="0">
                <a:solidFill>
                  <a:srgbClr val="000000"/>
                </a:solidFill>
                <a:latin typeface="Segoe UI" panose="020B0502040204020203" pitchFamily="34" charset="0"/>
                <a:ea typeface="Meiryo UI" panose="020B0604030504040204" pitchFamily="50" charset="-128"/>
                <a:cs typeface="Segoe UI" panose="020B0502040204020203" pitchFamily="34" charset="0"/>
              </a:rPr>
              <a:t>XXXX/XX/XX</a:t>
            </a:r>
          </a:p>
          <a:p>
            <a:r>
              <a:rPr lang="ja-JP" altLang="en-US" sz="2400">
                <a:solidFill>
                  <a:srgbClr val="000000"/>
                </a:solidFill>
                <a:latin typeface="Segoe UI" panose="020B0502040204020203" pitchFamily="34" charset="0"/>
                <a:ea typeface="Meiryo UI" panose="020B0604030504040204" pitchFamily="50" charset="-128"/>
                <a:cs typeface="Segoe UI" panose="020B0502040204020203" pitchFamily="34" charset="0"/>
              </a:rPr>
              <a:t>法人・ソリューション事業推進部　企画部　総務担当</a:t>
            </a:r>
            <a:endParaRPr lang="en-US" altLang="ja-JP" sz="2400">
              <a:solidFill>
                <a:srgbClr val="000000"/>
              </a:solidFill>
              <a:latin typeface="Segoe UI" panose="020B0502040204020203" pitchFamily="34" charset="0"/>
              <a:ea typeface="Meiryo UI" panose="020B0604030504040204" pitchFamily="50" charset="-128"/>
              <a:cs typeface="Segoe UI" panose="020B0502040204020203" pitchFamily="34" charset="0"/>
            </a:endParaRPr>
          </a:p>
        </p:txBody>
      </p:sp>
      <p:sp>
        <p:nvSpPr>
          <p:cNvPr id="9" name="テキスト ボックス 8"/>
          <p:cNvSpPr txBox="1"/>
          <p:nvPr userDrawn="1"/>
        </p:nvSpPr>
        <p:spPr>
          <a:xfrm>
            <a:off x="126339" y="1839184"/>
            <a:ext cx="11948260" cy="1228030"/>
          </a:xfrm>
          <a:prstGeom prst="rect">
            <a:avLst/>
          </a:prstGeom>
          <a:noFill/>
        </p:spPr>
        <p:txBody>
          <a:bodyPr wrap="none" rtlCol="0">
            <a:noAutofit/>
          </a:bodyPr>
          <a:lstStyle/>
          <a:p>
            <a:r>
              <a:rPr lang="en-US" altLang="ja-JP" sz="2400">
                <a:solidFill>
                  <a:srgbClr val="000000"/>
                </a:solidFill>
                <a:latin typeface="Segoe UI" panose="020B0502040204020203" pitchFamily="34" charset="0"/>
                <a:ea typeface="Meiryo UI" panose="020B0604030504040204" pitchFamily="50" charset="-128"/>
                <a:cs typeface="Segoe UI" panose="020B0502040204020203" pitchFamily="34" charset="0"/>
              </a:rPr>
              <a:t>【</a:t>
            </a:r>
            <a:r>
              <a:rPr lang="ja-JP" altLang="en-US" sz="2400">
                <a:solidFill>
                  <a:srgbClr val="000000"/>
                </a:solidFill>
                <a:latin typeface="Segoe UI" panose="020B0502040204020203" pitchFamily="34" charset="0"/>
                <a:ea typeface="Meiryo UI" panose="020B0604030504040204" pitchFamily="50" charset="-128"/>
                <a:cs typeface="Segoe UI" panose="020B0502040204020203" pitchFamily="34" charset="0"/>
              </a:rPr>
              <a:t>○○○○版</a:t>
            </a:r>
            <a:r>
              <a:rPr lang="en-US" altLang="ja-JP" sz="2400">
                <a:solidFill>
                  <a:srgbClr val="000000"/>
                </a:solidFill>
                <a:latin typeface="Segoe UI" panose="020B0502040204020203" pitchFamily="34" charset="0"/>
                <a:ea typeface="Meiryo UI" panose="020B0604030504040204" pitchFamily="50" charset="-128"/>
                <a:cs typeface="Segoe UI" panose="020B0502040204020203" pitchFamily="34" charset="0"/>
              </a:rPr>
              <a:t>】</a:t>
            </a:r>
          </a:p>
        </p:txBody>
      </p:sp>
    </p:spTree>
    <p:extLst>
      <p:ext uri="{BB962C8B-B14F-4D97-AF65-F5344CB8AC3E}">
        <p14:creationId xmlns:p14="http://schemas.microsoft.com/office/powerpoint/2010/main" val="24759672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クロージングロゴ">
    <p:spTree>
      <p:nvGrpSpPr>
        <p:cNvPr id="1" name=""/>
        <p:cNvGrpSpPr/>
        <p:nvPr/>
      </p:nvGrpSpPr>
      <p:grpSpPr>
        <a:xfrm>
          <a:off x="0" y="0"/>
          <a:ext cx="0" cy="0"/>
          <a:chOff x="0" y="0"/>
          <a:chExt cx="0" cy="0"/>
        </a:xfrm>
      </p:grpSpPr>
      <p:sp>
        <p:nvSpPr>
          <p:cNvPr id="5" name="TextBox 12"/>
          <p:cNvSpPr txBox="1"/>
          <p:nvPr userDrawn="1"/>
        </p:nvSpPr>
        <p:spPr>
          <a:xfrm>
            <a:off x="10416481" y="6580946"/>
            <a:ext cx="1608715" cy="123111"/>
          </a:xfrm>
          <a:prstGeom prst="rect">
            <a:avLst/>
          </a:prstGeom>
          <a:noFill/>
        </p:spPr>
        <p:txBody>
          <a:bodyPr wrap="square" tIns="0" bIns="0">
            <a:spAutoFit/>
          </a:bodyPr>
          <a:lstStyle/>
          <a:p>
            <a:pPr algn="r" defTabSz="609539">
              <a:defRPr/>
            </a:pPr>
            <a:r>
              <a:rPr kumimoji="0" lang="en-US" altLang="ja-JP" sz="800">
                <a:solidFill>
                  <a:srgbClr val="000000"/>
                </a:solidFill>
                <a:latin typeface="Segoe UI" panose="020B0502040204020203" pitchFamily="34" charset="0"/>
                <a:cs typeface="Segoe UI" panose="020B0502040204020203" pitchFamily="34" charset="0"/>
              </a:rPr>
              <a:t>© 2020 NTT DATA Corporation</a:t>
            </a:r>
          </a:p>
        </p:txBody>
      </p:sp>
      <p:pic>
        <p:nvPicPr>
          <p:cNvPr id="3" name="図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32500" y="2720341"/>
            <a:ext cx="4127000" cy="1417323"/>
          </a:xfrm>
          <a:prstGeom prst="rect">
            <a:avLst/>
          </a:prstGeom>
        </p:spPr>
      </p:pic>
    </p:spTree>
    <p:extLst>
      <p:ext uri="{BB962C8B-B14F-4D97-AF65-F5344CB8AC3E}">
        <p14:creationId xmlns:p14="http://schemas.microsoft.com/office/powerpoint/2010/main" val="8043010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4_中扉">
    <p:bg>
      <p:bgPr>
        <a:solidFill>
          <a:schemeClr val="accent2"/>
        </a:solidFill>
        <a:effectLst/>
      </p:bgPr>
    </p:bg>
    <p:spTree>
      <p:nvGrpSpPr>
        <p:cNvPr id="1" name=""/>
        <p:cNvGrpSpPr/>
        <p:nvPr/>
      </p:nvGrpSpPr>
      <p:grpSpPr>
        <a:xfrm>
          <a:off x="0" y="0"/>
          <a:ext cx="0" cy="0"/>
          <a:chOff x="0" y="0"/>
          <a:chExt cx="0" cy="0"/>
        </a:xfrm>
      </p:grpSpPr>
      <p:sp>
        <p:nvSpPr>
          <p:cNvPr id="7" name="タイトル 1"/>
          <p:cNvSpPr>
            <a:spLocks noGrp="1"/>
          </p:cNvSpPr>
          <p:nvPr>
            <p:ph type="title" hasCustomPrompt="1"/>
          </p:nvPr>
        </p:nvSpPr>
        <p:spPr>
          <a:xfrm>
            <a:off x="1905231" y="908720"/>
            <a:ext cx="8356155" cy="4412378"/>
          </a:xfrm>
          <a:prstGeom prst="rect">
            <a:avLst/>
          </a:prstGeom>
        </p:spPr>
        <p:txBody>
          <a:bodyPr anchor="ctr" anchorCtr="1">
            <a:normAutofit/>
          </a:bodyPr>
          <a:lstStyle>
            <a:lvl1pPr algn="ctr">
              <a:defRPr sz="2400" spc="200" baseline="0">
                <a:solidFill>
                  <a:srgbClr val="FFFFFF"/>
                </a:solidFill>
              </a:defRPr>
            </a:lvl1pPr>
          </a:lstStyle>
          <a:p>
            <a:r>
              <a:rPr kumimoji="1" lang="ja-JP" altLang="en-US"/>
              <a:t>［中扉］</a:t>
            </a:r>
          </a:p>
        </p:txBody>
      </p:sp>
      <p:sp>
        <p:nvSpPr>
          <p:cNvPr id="13" name="TextBox 12"/>
          <p:cNvSpPr txBox="1"/>
          <p:nvPr userDrawn="1"/>
        </p:nvSpPr>
        <p:spPr>
          <a:xfrm>
            <a:off x="284658" y="6593331"/>
            <a:ext cx="1989222" cy="123111"/>
          </a:xfrm>
          <a:prstGeom prst="rect">
            <a:avLst/>
          </a:prstGeom>
          <a:noFill/>
        </p:spPr>
        <p:txBody>
          <a:bodyPr tIns="0" bIns="0">
            <a:spAutoFit/>
          </a:bodyPr>
          <a:lstStyle/>
          <a:p>
            <a:pPr defTabSz="609555">
              <a:defRPr/>
            </a:pPr>
            <a:r>
              <a:rPr kumimoji="0" lang="en-US" altLang="ja-JP" sz="800">
                <a:solidFill>
                  <a:srgbClr val="FFFFFF"/>
                </a:solidFill>
                <a:latin typeface="HGPGothicE" charset="-128"/>
                <a:ea typeface="HGPGothicE" charset="-128"/>
                <a:cs typeface="Meiryo UI" pitchFamily="50" charset="-128"/>
              </a:rPr>
              <a:t>© 2017 NTT DATA Corporation</a:t>
            </a:r>
          </a:p>
        </p:txBody>
      </p:sp>
      <p:sp>
        <p:nvSpPr>
          <p:cNvPr id="14" name="TextBox 16"/>
          <p:cNvSpPr txBox="1"/>
          <p:nvPr userDrawn="1"/>
        </p:nvSpPr>
        <p:spPr>
          <a:xfrm>
            <a:off x="5703194" y="6551482"/>
            <a:ext cx="824900" cy="184666"/>
          </a:xfrm>
          <a:prstGeom prst="rect">
            <a:avLst/>
          </a:prstGeom>
          <a:noFill/>
        </p:spPr>
        <p:txBody>
          <a:bodyPr wrap="square" tIns="0" bIns="0">
            <a:spAutoFit/>
          </a:bodyPr>
          <a:lstStyle/>
          <a:p>
            <a:pPr algn="ctr" defTabSz="925880">
              <a:defRPr/>
            </a:pPr>
            <a:fld id="{0F9AC1C8-10F2-4A77-9A6E-9375F974715F}" type="slidenum">
              <a:rPr lang="en-US" sz="1200">
                <a:solidFill>
                  <a:srgbClr val="FFFFFF"/>
                </a:solidFill>
                <a:latin typeface="HGPGothicE" charset="-128"/>
                <a:ea typeface="HGPGothicE" charset="-128"/>
                <a:cs typeface="HGPGothicE" charset="-128"/>
              </a:rPr>
              <a:pPr algn="ctr" defTabSz="925880">
                <a:defRPr/>
              </a:pPr>
              <a:t>‹#›</a:t>
            </a:fld>
            <a:endParaRPr lang="en-US" sz="1200">
              <a:solidFill>
                <a:srgbClr val="FFFFFF"/>
              </a:solidFill>
              <a:latin typeface="HGPGothicE" charset="-128"/>
              <a:ea typeface="HGPGothicE" charset="-128"/>
              <a:cs typeface="HGPGothicE" charset="-128"/>
            </a:endParaRPr>
          </a:p>
        </p:txBody>
      </p:sp>
      <p:pic>
        <p:nvPicPr>
          <p:cNvPr id="15" name="図 1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438637" y="6503752"/>
            <a:ext cx="1450278" cy="296174"/>
          </a:xfrm>
          <a:prstGeom prst="rect">
            <a:avLst/>
          </a:prstGeom>
        </p:spPr>
      </p:pic>
      <p:sp>
        <p:nvSpPr>
          <p:cNvPr id="2" name="正方形/長方形 1"/>
          <p:cNvSpPr/>
          <p:nvPr userDrawn="1"/>
        </p:nvSpPr>
        <p:spPr>
          <a:xfrm>
            <a:off x="-12692" y="0"/>
            <a:ext cx="12192000" cy="6858000"/>
          </a:xfrm>
          <a:prstGeom prst="rect">
            <a:avLst/>
          </a:prstGeom>
          <a:solidFill>
            <a:schemeClr val="accent1">
              <a:lumMod val="10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rgbClr val="002060"/>
              </a:solidFill>
            </a:endParaRPr>
          </a:p>
        </p:txBody>
      </p:sp>
    </p:spTree>
    <p:extLst>
      <p:ext uri="{BB962C8B-B14F-4D97-AF65-F5344CB8AC3E}">
        <p14:creationId xmlns:p14="http://schemas.microsoft.com/office/powerpoint/2010/main" val="41216937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コンテンツB">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p:txBody>
          <a:bodyPr/>
          <a:lstStyle>
            <a:lvl1pPr>
              <a:defRPr>
                <a:latin typeface="BIZ UDPゴシック" panose="020B0400000000000000" pitchFamily="50" charset="-128"/>
                <a:ea typeface="BIZ UDPゴシック" panose="020B0400000000000000" pitchFamily="50" charset="-128"/>
              </a:defRPr>
            </a:lvl1pPr>
          </a:lstStyle>
          <a:p>
            <a:r>
              <a:rPr kumimoji="1" lang="ja-JP" altLang="en-US" dirty="0"/>
              <a:t>［タイトル］</a:t>
            </a:r>
          </a:p>
        </p:txBody>
      </p:sp>
      <p:cxnSp>
        <p:nvCxnSpPr>
          <p:cNvPr id="4" name="直線コネクタ 3"/>
          <p:cNvCxnSpPr/>
          <p:nvPr userDrawn="1"/>
        </p:nvCxnSpPr>
        <p:spPr>
          <a:xfrm>
            <a:off x="407988" y="1225452"/>
            <a:ext cx="11376026" cy="0"/>
          </a:xfrm>
          <a:prstGeom prst="line">
            <a:avLst/>
          </a:prstGeom>
          <a:ln w="38100" cmpd="thickThin">
            <a:solidFill>
              <a:schemeClr val="accent2"/>
            </a:solidFill>
            <a:tailEnd type="none" w="lg" len="lg"/>
          </a:ln>
          <a:effectLst/>
        </p:spPr>
        <p:style>
          <a:lnRef idx="2">
            <a:schemeClr val="accent1"/>
          </a:lnRef>
          <a:fillRef idx="0">
            <a:schemeClr val="accent1"/>
          </a:fillRef>
          <a:effectRef idx="1">
            <a:schemeClr val="accent1"/>
          </a:effectRef>
          <a:fontRef idx="minor">
            <a:schemeClr val="tx1"/>
          </a:fontRef>
        </p:style>
      </p:cxnSp>
      <p:sp>
        <p:nvSpPr>
          <p:cNvPr id="5" name="コンテンツ プレースホルダー 2"/>
          <p:cNvSpPr>
            <a:spLocks noGrp="1"/>
          </p:cNvSpPr>
          <p:nvPr>
            <p:ph idx="1" hasCustomPrompt="1"/>
          </p:nvPr>
        </p:nvSpPr>
        <p:spPr>
          <a:xfrm>
            <a:off x="407988" y="650383"/>
            <a:ext cx="11376026" cy="561421"/>
          </a:xfrm>
          <a:prstGeom prst="rect">
            <a:avLst/>
          </a:prstGeom>
        </p:spPr>
        <p:txBody>
          <a:bodyPr lIns="72000" tIns="0" rIns="72000" bIns="0"/>
          <a:lstStyle>
            <a:lvl1pPr marL="0" indent="0" fontAlgn="ctr">
              <a:spcBef>
                <a:spcPts val="0"/>
              </a:spcBef>
              <a:buFont typeface="Arial" charset="0"/>
              <a:buNone/>
              <a:defRPr sz="1600" b="0" i="0" spc="100" baseline="0">
                <a:solidFill>
                  <a:schemeClr val="accent2"/>
                </a:solidFill>
                <a:latin typeface="BIZ UDPゴシック" panose="020B0400000000000000" pitchFamily="50" charset="-128"/>
                <a:ea typeface="BIZ UDPゴシック" panose="020B0400000000000000" pitchFamily="50" charset="-128"/>
                <a:cs typeface="BIZ UDPゴシック" panose="020B0400000000000000" pitchFamily="50" charset="-128"/>
              </a:defRPr>
            </a:lvl1pPr>
            <a:lvl2pPr marL="609570" indent="0" fontAlgn="ctr">
              <a:spcBef>
                <a:spcPts val="0"/>
              </a:spcBef>
              <a:buFont typeface="Arial" charset="0"/>
              <a:buNone/>
              <a:defRPr sz="2000" b="0" i="0" spc="100">
                <a:solidFill>
                  <a:schemeClr val="tx1"/>
                </a:solidFill>
                <a:latin typeface="HGPGothicE" charset="-128"/>
                <a:ea typeface="HGPGothicE" charset="-128"/>
                <a:cs typeface="HGPGothicE" charset="-128"/>
              </a:defRPr>
            </a:lvl2pPr>
            <a:lvl3pPr marL="1219138" indent="0" fontAlgn="ctr">
              <a:spcBef>
                <a:spcPts val="0"/>
              </a:spcBef>
              <a:buFont typeface="Arial" charset="0"/>
              <a:buNone/>
              <a:defRPr sz="2000" b="0" i="0" spc="100">
                <a:solidFill>
                  <a:schemeClr val="tx1"/>
                </a:solidFill>
                <a:latin typeface="HGPGothicE" charset="-128"/>
                <a:ea typeface="HGPGothicE" charset="-128"/>
                <a:cs typeface="HGPGothicE" charset="-128"/>
              </a:defRPr>
            </a:lvl3pPr>
            <a:lvl4pPr marL="1828710" indent="0">
              <a:buFontTx/>
              <a:buNone/>
              <a:defRPr>
                <a:solidFill>
                  <a:schemeClr val="tx2"/>
                </a:solidFill>
              </a:defRPr>
            </a:lvl4pPr>
            <a:lvl5pPr marL="2438279" indent="0">
              <a:buFontTx/>
              <a:buNone/>
              <a:defRPr>
                <a:solidFill>
                  <a:schemeClr val="tx2"/>
                </a:solidFill>
              </a:defRPr>
            </a:lvl5pPr>
          </a:lstStyle>
          <a:p>
            <a:pPr lvl="0"/>
            <a:r>
              <a:rPr kumimoji="1" lang="ja-JP" altLang="en-US" dirty="0"/>
              <a:t>テキストの入力</a:t>
            </a:r>
            <a:endParaRPr kumimoji="1" lang="en-US" altLang="ja-JP" dirty="0"/>
          </a:p>
        </p:txBody>
      </p:sp>
    </p:spTree>
    <p:extLst>
      <p:ext uri="{BB962C8B-B14F-4D97-AF65-F5344CB8AC3E}">
        <p14:creationId xmlns:p14="http://schemas.microsoft.com/office/powerpoint/2010/main" val="2624399479"/>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2_タイトルとコンテンツ_アウトライン無">
    <p:spTree>
      <p:nvGrpSpPr>
        <p:cNvPr id="1" name=""/>
        <p:cNvGrpSpPr/>
        <p:nvPr/>
      </p:nvGrpSpPr>
      <p:grpSpPr>
        <a:xfrm>
          <a:off x="0" y="0"/>
          <a:ext cx="0" cy="0"/>
          <a:chOff x="0" y="0"/>
          <a:chExt cx="0" cy="0"/>
        </a:xfrm>
      </p:grpSpPr>
      <p:pic>
        <p:nvPicPr>
          <p:cNvPr id="13" name="Picture 27"/>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gray">
          <a:xfrm>
            <a:off x="10934941" y="0"/>
            <a:ext cx="973900" cy="6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pic>
        <p:nvPicPr>
          <p:cNvPr id="7" name="Picture 24"/>
          <p:cNvPicPr>
            <a:picLocks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622770"/>
            <a:ext cx="10800000" cy="3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8"/>
          <p:cNvSpPr>
            <a:spLocks noGrp="1" noChangeArrowheads="1"/>
          </p:cNvSpPr>
          <p:nvPr>
            <p:ph type="title"/>
          </p:nvPr>
        </p:nvSpPr>
        <p:spPr bwMode="auto">
          <a:xfrm>
            <a:off x="360000" y="0"/>
            <a:ext cx="10080000" cy="61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sz="2400" baseline="0">
                <a:solidFill>
                  <a:schemeClr val="tx1"/>
                </a:solidFill>
                <a:latin typeface="游ゴシック Medium" panose="020B0500000000000000" pitchFamily="50" charset="-128"/>
                <a:ea typeface="游ゴシック Medium" panose="020B0500000000000000" pitchFamily="50" charset="-128"/>
              </a:defRPr>
            </a:lvl1pPr>
          </a:lstStyle>
          <a:p>
            <a:pPr lvl="0"/>
            <a:r>
              <a:rPr lang="ja-JP" altLang="en-US"/>
              <a:t>マスター タイトルの書式設定</a:t>
            </a:r>
          </a:p>
        </p:txBody>
      </p:sp>
      <p:sp>
        <p:nvSpPr>
          <p:cNvPr id="10" name="テキスト プレースホルダー 12"/>
          <p:cNvSpPr>
            <a:spLocks noGrp="1"/>
          </p:cNvSpPr>
          <p:nvPr>
            <p:ph type="body" sz="quarter" idx="10"/>
          </p:nvPr>
        </p:nvSpPr>
        <p:spPr>
          <a:xfrm>
            <a:off x="360000" y="981075"/>
            <a:ext cx="11476800" cy="5327650"/>
          </a:xfrm>
          <a:prstGeom prst="rect">
            <a:avLst/>
          </a:prstGeom>
        </p:spPr>
        <p:txBody>
          <a:bodyPr/>
          <a:lstStyle>
            <a:lvl1pPr marL="0" indent="0">
              <a:buClr>
                <a:schemeClr val="accent3"/>
              </a:buClr>
              <a:buFont typeface="Wingdings" panose="05000000000000000000" pitchFamily="2" charset="2"/>
              <a:buNone/>
              <a:defRPr sz="1600" baseline="0">
                <a:solidFill>
                  <a:schemeClr val="tx1"/>
                </a:solidFill>
                <a:latin typeface="游ゴシック Medium" panose="020B0500000000000000" pitchFamily="50" charset="-128"/>
                <a:ea typeface="游ゴシック Medium" panose="020B0500000000000000" pitchFamily="50" charset="-128"/>
              </a:defRPr>
            </a:lvl1pPr>
            <a:lvl2pPr marL="742950" indent="-285750">
              <a:buFont typeface="Wingdings" panose="05000000000000000000" pitchFamily="2" charset="2"/>
              <a:buChar char="n"/>
              <a:defRPr sz="1600">
                <a:solidFill>
                  <a:schemeClr val="tx1"/>
                </a:solidFill>
                <a:latin typeface="游ゴシック" panose="020B0400000000000000" pitchFamily="50" charset="-128"/>
                <a:ea typeface="游ゴシック" panose="020B0400000000000000" pitchFamily="50" charset="-128"/>
              </a:defRPr>
            </a:lvl2pPr>
            <a:lvl3pPr marL="1143000" indent="-228600">
              <a:buFont typeface="Wingdings" panose="05000000000000000000" pitchFamily="2" charset="2"/>
              <a:buChar char="n"/>
              <a:defRPr sz="1400">
                <a:solidFill>
                  <a:schemeClr val="tx1"/>
                </a:solidFill>
                <a:latin typeface="游ゴシック" panose="020B0400000000000000" pitchFamily="50" charset="-128"/>
                <a:ea typeface="游ゴシック" panose="020B0400000000000000" pitchFamily="50" charset="-128"/>
              </a:defRPr>
            </a:lvl3pPr>
            <a:lvl4pPr marL="1543050" indent="-171450">
              <a:buFont typeface="Wingdings" panose="05000000000000000000" pitchFamily="2" charset="2"/>
              <a:buChar char="n"/>
              <a:defRPr sz="1200">
                <a:solidFill>
                  <a:schemeClr val="tx1"/>
                </a:solidFill>
              </a:defRPr>
            </a:lvl4pPr>
            <a:lvl5pPr marL="2000250" indent="-171450">
              <a:buFont typeface="Wingdings" panose="05000000000000000000" pitchFamily="2" charset="2"/>
              <a:buChar char="n"/>
              <a:defRPr sz="1000">
                <a:solidFill>
                  <a:schemeClr val="tx1"/>
                </a:solidFill>
              </a:defRPr>
            </a:lvl5pPr>
          </a:lstStyle>
          <a:p>
            <a:pPr lvl="0"/>
            <a:r>
              <a:rPr kumimoji="1" lang="ja-JP" altLang="en-US"/>
              <a:t>マスター テキストの書式設定</a:t>
            </a:r>
          </a:p>
        </p:txBody>
      </p:sp>
    </p:spTree>
    <p:extLst>
      <p:ext uri="{BB962C8B-B14F-4D97-AF65-F5344CB8AC3E}">
        <p14:creationId xmlns:p14="http://schemas.microsoft.com/office/powerpoint/2010/main" val="37961080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コンテンツA">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9AD4885B-2DFA-D04D-AE48-F73602DA6A2E}"/>
              </a:ext>
            </a:extLst>
          </p:cNvPr>
          <p:cNvSpPr>
            <a:spLocks noGrp="1"/>
          </p:cNvSpPr>
          <p:nvPr>
            <p:ph type="title" hasCustomPrompt="1"/>
          </p:nvPr>
        </p:nvSpPr>
        <p:spPr/>
        <p:txBody>
          <a:bodyPr/>
          <a:lstStyle/>
          <a:p>
            <a:r>
              <a:rPr kumimoji="1" lang="ja-JP" altLang="en-US"/>
              <a:t>［タイトル］</a:t>
            </a:r>
          </a:p>
        </p:txBody>
      </p:sp>
      <p:sp>
        <p:nvSpPr>
          <p:cNvPr id="3" name="Text Placeholder 2">
            <a:extLst>
              <a:ext uri="{FF2B5EF4-FFF2-40B4-BE49-F238E27FC236}">
                <a16:creationId xmlns:a16="http://schemas.microsoft.com/office/drawing/2014/main" id="{C5C3BFEB-E3E2-40B7-A253-8DF9A4ADA8FA}"/>
              </a:ext>
            </a:extLst>
          </p:cNvPr>
          <p:cNvSpPr>
            <a:spLocks noGrp="1"/>
          </p:cNvSpPr>
          <p:nvPr>
            <p:ph type="body" sz="quarter" idx="12" hasCustomPrompt="1"/>
          </p:nvPr>
        </p:nvSpPr>
        <p:spPr>
          <a:xfrm>
            <a:off x="407988" y="689355"/>
            <a:ext cx="11376026" cy="363157"/>
          </a:xfrm>
          <a:prstGeom prst="rect">
            <a:avLst/>
          </a:prstGeom>
        </p:spPr>
        <p:txBody>
          <a:bodyPr tIns="46800" anchor="ctr" anchorCtr="0">
            <a:noAutofit/>
          </a:bodyPr>
          <a:lstStyle>
            <a:lvl1pPr>
              <a:defRPr lang="en-US" sz="2000" b="1" spc="0" baseline="0" dirty="0">
                <a:solidFill>
                  <a:schemeClr val="tx1"/>
                </a:solidFill>
                <a:latin typeface="+mj-ea"/>
                <a:ea typeface="+mj-ea"/>
                <a:cs typeface="Arial"/>
              </a:defRPr>
            </a:lvl1pPr>
          </a:lstStyle>
          <a:p>
            <a:pPr marL="226468" marR="0" lvl="0" indent="-226468">
              <a:lnSpc>
                <a:spcPct val="100000"/>
              </a:lnSpc>
              <a:spcBef>
                <a:spcPct val="20000"/>
              </a:spcBef>
              <a:buClrTx/>
              <a:buSzTx/>
              <a:buFont typeface="+mj-lt"/>
              <a:buNone/>
              <a:tabLst/>
            </a:pPr>
            <a:r>
              <a:rPr lang="ja-JP" altLang="en-US"/>
              <a:t>［サブタイトル］</a:t>
            </a:r>
            <a:endParaRPr lang="en-US"/>
          </a:p>
        </p:txBody>
      </p:sp>
      <p:sp>
        <p:nvSpPr>
          <p:cNvPr id="7" name="テキスト プレースホルダー 7">
            <a:extLst>
              <a:ext uri="{FF2B5EF4-FFF2-40B4-BE49-F238E27FC236}">
                <a16:creationId xmlns:a16="http://schemas.microsoft.com/office/drawing/2014/main" id="{C1BF904A-EDA9-CB42-9930-B694DF35C532}"/>
              </a:ext>
            </a:extLst>
          </p:cNvPr>
          <p:cNvSpPr>
            <a:spLocks noGrp="1"/>
          </p:cNvSpPr>
          <p:nvPr>
            <p:ph type="body" sz="quarter" idx="13" hasCustomPrompt="1"/>
          </p:nvPr>
        </p:nvSpPr>
        <p:spPr>
          <a:xfrm>
            <a:off x="407989" y="1160463"/>
            <a:ext cx="11376026" cy="669290"/>
          </a:xfrm>
          <a:prstGeom prst="rect">
            <a:avLst/>
          </a:prstGeom>
        </p:spPr>
        <p:txBody>
          <a:bodyPr/>
          <a:lstStyle>
            <a:lvl1pPr marL="0" indent="0">
              <a:buNone/>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a:t>テキストの入力</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158092669"/>
      </p:ext>
    </p:extLst>
  </p:cSld>
  <p:clrMapOvr>
    <a:masterClrMapping/>
  </p:clrMapOvr>
  <p:extLst>
    <p:ext uri="{DCECCB84-F9BA-43D5-87BE-67443E8EF086}">
      <p15:sldGuideLst xmlns:p15="http://schemas.microsoft.com/office/powerpoint/2012/main">
        <p15:guide id="3" orient="horz" pos="663">
          <p15:clr>
            <a:srgbClr val="FBAE40"/>
          </p15:clr>
        </p15:guide>
        <p15:guide id="4" orient="horz" pos="73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コンテンツB">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p:txBody>
          <a:bodyPr/>
          <a:lstStyle/>
          <a:p>
            <a:r>
              <a:rPr kumimoji="1" lang="ja-JP" altLang="en-US"/>
              <a:t>［タイトル］</a:t>
            </a:r>
          </a:p>
        </p:txBody>
      </p:sp>
      <p:sp>
        <p:nvSpPr>
          <p:cNvPr id="8" name="テキスト プレースホルダー 7">
            <a:extLst>
              <a:ext uri="{FF2B5EF4-FFF2-40B4-BE49-F238E27FC236}">
                <a16:creationId xmlns:a16="http://schemas.microsoft.com/office/drawing/2014/main" id="{7A82C159-A3E3-5C4A-85F2-522452EB1EBD}"/>
              </a:ext>
            </a:extLst>
          </p:cNvPr>
          <p:cNvSpPr>
            <a:spLocks noGrp="1"/>
          </p:cNvSpPr>
          <p:nvPr>
            <p:ph type="body" sz="quarter" idx="13" hasCustomPrompt="1"/>
          </p:nvPr>
        </p:nvSpPr>
        <p:spPr>
          <a:xfrm>
            <a:off x="407989" y="692151"/>
            <a:ext cx="11376026" cy="669290"/>
          </a:xfrm>
          <a:prstGeom prst="rect">
            <a:avLst/>
          </a:prstGeom>
        </p:spPr>
        <p:txBody>
          <a:bodyPr/>
          <a:lstStyle>
            <a:lvl1pPr marL="0" indent="0">
              <a:buNone/>
              <a:tabLst/>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a:t>テキストの入力</a:t>
            </a:r>
            <a:endParaRPr kumimoji="1" lang="en-US" altLang="ja-JP"/>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85687911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コンテンツC">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6503987" y="164693"/>
            <a:ext cx="5280025" cy="412538"/>
          </a:xfrm>
        </p:spPr>
        <p:txBody>
          <a:bodyPr/>
          <a:lstStyle/>
          <a:p>
            <a:r>
              <a:rPr kumimoji="1" lang="ja-JP" altLang="en-US"/>
              <a:t>［タイトル］</a:t>
            </a:r>
          </a:p>
        </p:txBody>
      </p:sp>
      <p:pic>
        <p:nvPicPr>
          <p:cNvPr id="2" name="図 1">
            <a:extLst>
              <a:ext uri="{FF2B5EF4-FFF2-40B4-BE49-F238E27FC236}">
                <a16:creationId xmlns:a16="http://schemas.microsoft.com/office/drawing/2014/main" id="{611C8694-04B4-F046-A6DE-C55A35E8C07F}"/>
              </a:ext>
            </a:extLst>
          </p:cNvPr>
          <p:cNvPicPr>
            <a:picLocks noChangeAspect="1"/>
          </p:cNvPicPr>
          <p:nvPr userDrawn="1"/>
        </p:nvPicPr>
        <p:blipFill>
          <a:blip r:embed="rId2"/>
          <a:stretch>
            <a:fillRect/>
          </a:stretch>
        </p:blipFill>
        <p:spPr>
          <a:xfrm>
            <a:off x="0" y="0"/>
            <a:ext cx="6096000" cy="6858000"/>
          </a:xfrm>
          <a:prstGeom prst="rect">
            <a:avLst/>
          </a:prstGeom>
        </p:spPr>
      </p:pic>
      <p:sp>
        <p:nvSpPr>
          <p:cNvPr id="8" name="テキスト プレースホルダー 7">
            <a:extLst>
              <a:ext uri="{FF2B5EF4-FFF2-40B4-BE49-F238E27FC236}">
                <a16:creationId xmlns:a16="http://schemas.microsoft.com/office/drawing/2014/main" id="{7A82C159-A3E3-5C4A-85F2-522452EB1EBD}"/>
              </a:ext>
            </a:extLst>
          </p:cNvPr>
          <p:cNvSpPr>
            <a:spLocks noGrp="1"/>
          </p:cNvSpPr>
          <p:nvPr>
            <p:ph type="body" sz="quarter" idx="13" hasCustomPrompt="1"/>
          </p:nvPr>
        </p:nvSpPr>
        <p:spPr>
          <a:xfrm>
            <a:off x="6503988" y="692151"/>
            <a:ext cx="5280025" cy="669290"/>
          </a:xfrm>
          <a:prstGeom prst="rect">
            <a:avLst/>
          </a:prstGeom>
        </p:spPr>
        <p:txBody>
          <a:bodyPr/>
          <a:lstStyle>
            <a:lvl1pPr marL="0" indent="0">
              <a:buNone/>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a:t>テキストの入力</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711396103"/>
      </p:ext>
    </p:extLst>
  </p:cSld>
  <p:clrMapOvr>
    <a:masterClrMapping/>
  </p:clrMapOvr>
  <p:extLst>
    <p:ext uri="{DCECCB84-F9BA-43D5-87BE-67443E8EF086}">
      <p15:sldGuideLst xmlns:p15="http://schemas.microsoft.com/office/powerpoint/2012/main">
        <p15:guide id="1" pos="4089">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コンテンツ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407989" y="3700675"/>
            <a:ext cx="11376024" cy="412538"/>
          </a:xfrm>
        </p:spPr>
        <p:txBody>
          <a:bodyPr/>
          <a:lstStyle/>
          <a:p>
            <a:r>
              <a:rPr kumimoji="1" lang="ja-JP" altLang="en-US"/>
              <a:t>［タイトル］</a:t>
            </a:r>
          </a:p>
        </p:txBody>
      </p:sp>
      <p:pic>
        <p:nvPicPr>
          <p:cNvPr id="2" name="図 1">
            <a:extLst>
              <a:ext uri="{FF2B5EF4-FFF2-40B4-BE49-F238E27FC236}">
                <a16:creationId xmlns:a16="http://schemas.microsoft.com/office/drawing/2014/main" id="{20414810-E387-BE40-A07B-DAEAE7DD40A8}"/>
              </a:ext>
            </a:extLst>
          </p:cNvPr>
          <p:cNvPicPr>
            <a:picLocks noChangeAspect="1"/>
          </p:cNvPicPr>
          <p:nvPr userDrawn="1"/>
        </p:nvPicPr>
        <p:blipFill>
          <a:blip r:embed="rId2"/>
          <a:stretch>
            <a:fillRect/>
          </a:stretch>
        </p:blipFill>
        <p:spPr>
          <a:xfrm>
            <a:off x="0" y="0"/>
            <a:ext cx="12192000" cy="3429000"/>
          </a:xfrm>
          <a:prstGeom prst="rect">
            <a:avLst/>
          </a:prstGeom>
        </p:spPr>
      </p:pic>
      <p:sp>
        <p:nvSpPr>
          <p:cNvPr id="8" name="テキスト プレースホルダー 7">
            <a:extLst>
              <a:ext uri="{FF2B5EF4-FFF2-40B4-BE49-F238E27FC236}">
                <a16:creationId xmlns:a16="http://schemas.microsoft.com/office/drawing/2014/main" id="{7A82C159-A3E3-5C4A-85F2-522452EB1EBD}"/>
              </a:ext>
            </a:extLst>
          </p:cNvPr>
          <p:cNvSpPr>
            <a:spLocks noGrp="1"/>
          </p:cNvSpPr>
          <p:nvPr>
            <p:ph type="body" sz="quarter" idx="13" hasCustomPrompt="1"/>
          </p:nvPr>
        </p:nvSpPr>
        <p:spPr>
          <a:xfrm>
            <a:off x="407989" y="4221163"/>
            <a:ext cx="11376024" cy="669290"/>
          </a:xfrm>
          <a:prstGeom prst="rect">
            <a:avLst/>
          </a:prstGeom>
        </p:spPr>
        <p:txBody>
          <a:bodyPr/>
          <a:lstStyle>
            <a:lvl1pPr marL="0" indent="0">
              <a:buNone/>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a:t>テキストの入力</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586181616"/>
      </p:ext>
    </p:extLst>
  </p:cSld>
  <p:clrMapOvr>
    <a:masterClrMapping/>
  </p:clrMapOvr>
  <p:extLst>
    <p:ext uri="{DCECCB84-F9BA-43D5-87BE-67443E8EF086}">
      <p15:sldGuideLst xmlns:p15="http://schemas.microsoft.com/office/powerpoint/2012/main">
        <p15:guide id="1" orient="horz" pos="2591">
          <p15:clr>
            <a:srgbClr val="FBAE40"/>
          </p15:clr>
        </p15:guide>
        <p15:guide id="2" orient="horz" pos="265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image" Target="../media/image15.gif"/><Relationship Id="rId5" Type="http://schemas.openxmlformats.org/officeDocument/2006/relationships/theme" Target="../theme/theme2.xml"/><Relationship Id="rId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スライド番号プレースホルダー 5">
            <a:extLst>
              <a:ext uri="{FF2B5EF4-FFF2-40B4-BE49-F238E27FC236}">
                <a16:creationId xmlns:a16="http://schemas.microsoft.com/office/drawing/2014/main" id="{ECCA0305-4FE5-F942-A65F-D32E64A8AAB9}"/>
              </a:ext>
            </a:extLst>
          </p:cNvPr>
          <p:cNvSpPr>
            <a:spLocks noGrp="1"/>
          </p:cNvSpPr>
          <p:nvPr>
            <p:ph type="sldNum" sz="quarter" idx="4"/>
          </p:nvPr>
        </p:nvSpPr>
        <p:spPr>
          <a:xfrm>
            <a:off x="10980738" y="6375400"/>
            <a:ext cx="323850" cy="363538"/>
          </a:xfrm>
          <a:prstGeom prst="rect">
            <a:avLst/>
          </a:prstGeom>
        </p:spPr>
        <p:txBody>
          <a:bodyPr vert="horz" lIns="72000" tIns="72000" rIns="72000" bIns="72000" rtlCol="0" anchor="ctr"/>
          <a:lstStyle>
            <a:lvl1pPr algn="r" eaLnBrk="1" fontAlgn="auto" hangingPunct="1">
              <a:spcBef>
                <a:spcPts val="0"/>
              </a:spcBef>
              <a:spcAft>
                <a:spcPts val="0"/>
              </a:spcAft>
              <a:defRPr sz="1000" b="0" i="0">
                <a:solidFill>
                  <a:schemeClr val="tx1"/>
                </a:solidFill>
                <a:latin typeface="Century Gothic" panose="020B0502020202020204" pitchFamily="34" charset="0"/>
                <a:ea typeface="+mn-ea"/>
                <a:cs typeface="Arial" panose="020B0604020202020204" pitchFamily="34" charset="0"/>
              </a:defRPr>
            </a:lvl1pPr>
          </a:lstStyle>
          <a:p>
            <a:pPr>
              <a:defRPr/>
            </a:pPr>
            <a:fld id="{E7B6B4BD-86FE-B340-8C76-276EA38678C0}" type="slidenum">
              <a:rPr lang="ja-JP" altLang="en-US"/>
              <a:pPr>
                <a:defRPr/>
              </a:pPr>
              <a:t>‹#›</a:t>
            </a:fld>
            <a:endParaRPr lang="ja-JP" altLang="en-US"/>
          </a:p>
        </p:txBody>
      </p:sp>
      <p:sp>
        <p:nvSpPr>
          <p:cNvPr id="34" name="日付プレースホルダー 3">
            <a:extLst>
              <a:ext uri="{FF2B5EF4-FFF2-40B4-BE49-F238E27FC236}">
                <a16:creationId xmlns:a16="http://schemas.microsoft.com/office/drawing/2014/main" id="{02D94F30-7D34-894A-8783-F29B3F2E1366}"/>
              </a:ext>
            </a:extLst>
          </p:cNvPr>
          <p:cNvSpPr>
            <a:spLocks noGrp="1"/>
          </p:cNvSpPr>
          <p:nvPr>
            <p:ph type="dt" sz="half" idx="2"/>
          </p:nvPr>
        </p:nvSpPr>
        <p:spPr>
          <a:xfrm>
            <a:off x="377825" y="6375400"/>
            <a:ext cx="1047750" cy="365125"/>
          </a:xfrm>
          <a:prstGeom prst="rect">
            <a:avLst/>
          </a:prstGeom>
        </p:spPr>
        <p:txBody>
          <a:bodyPr vert="horz" lIns="72000" tIns="72000" rIns="72000" bIns="72000" rtlCol="0" anchor="ctr"/>
          <a:lstStyle>
            <a:lvl1pPr algn="l" eaLnBrk="1" fontAlgn="auto" hangingPunct="1">
              <a:spcBef>
                <a:spcPts val="0"/>
              </a:spcBef>
              <a:spcAft>
                <a:spcPts val="0"/>
              </a:spcAft>
              <a:defRPr sz="1000" b="0" i="0" spc="100" baseline="0">
                <a:solidFill>
                  <a:schemeClr val="tx1"/>
                </a:solidFill>
                <a:latin typeface="Century Gothic" panose="020B0502020202020204" pitchFamily="34" charset="0"/>
                <a:ea typeface="+mn-ea"/>
                <a:cs typeface="Arial" panose="020B0604020202020204" pitchFamily="34" charset="0"/>
              </a:defRPr>
            </a:lvl1pPr>
          </a:lstStyle>
          <a:p>
            <a:pPr>
              <a:defRPr/>
            </a:pPr>
            <a:fld id="{3F77C94D-0405-CD41-8C32-0311136D3BBF}" type="datetime1">
              <a:rPr lang="ja-JP" altLang="en-US"/>
              <a:pPr>
                <a:defRPr/>
              </a:pPr>
              <a:t>2023/10/17</a:t>
            </a:fld>
            <a:endParaRPr lang="ja-JP" altLang="en-US"/>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 id="2147483799" r:id="rId18"/>
    <p:sldLayoutId id="2147483802" r:id="rId19"/>
    <p:sldLayoutId id="2147483803" r:id="rId20"/>
    <p:sldLayoutId id="2147483804" r:id="rId21"/>
    <p:sldLayoutId id="2147483805" r:id="rId22"/>
    <p:sldLayoutId id="2147483806" r:id="rId23"/>
    <p:sldLayoutId id="2147483807" r:id="rId24"/>
    <p:sldLayoutId id="2147483808" r:id="rId25"/>
    <p:sldLayoutId id="2147483815" r:id="rId26"/>
    <p:sldLayoutId id="2147483816" r:id="rId27"/>
  </p:sldLayoutIdLst>
  <p:hf hdr="0" ftr="0"/>
  <p:txStyles>
    <p:titleStyle>
      <a:lvl1pPr algn="ctr" rtl="0" eaLnBrk="1" fontAlgn="base" hangingPunct="1">
        <a:lnSpc>
          <a:spcPct val="90000"/>
        </a:lnSpc>
        <a:spcBef>
          <a:spcPct val="0"/>
        </a:spcBef>
        <a:spcAft>
          <a:spcPct val="0"/>
        </a:spcAft>
        <a:defRPr kumimoji="1" sz="3600" b="1" kern="1200" spc="300">
          <a:solidFill>
            <a:schemeClr val="tx1"/>
          </a:solidFill>
          <a:latin typeface="游ゴシック" panose="020B0400000000000000" pitchFamily="34" charset="-128"/>
          <a:ea typeface="游ゴシック" panose="020B0400000000000000" pitchFamily="34" charset="-128"/>
          <a:cs typeface="+mj-cs"/>
        </a:defRPr>
      </a:lvl1pPr>
      <a:lvl2pPr algn="ctr" rtl="0" eaLnBrk="1" fontAlgn="base" hangingPunct="1">
        <a:lnSpc>
          <a:spcPct val="90000"/>
        </a:lnSpc>
        <a:spcBef>
          <a:spcPct val="0"/>
        </a:spcBef>
        <a:spcAft>
          <a:spcPct val="0"/>
        </a:spcAft>
        <a:defRPr kumimoji="1" sz="3600" b="1">
          <a:solidFill>
            <a:schemeClr val="tx1"/>
          </a:solidFill>
          <a:latin typeface="游ゴシック" panose="020B0400000000000000" pitchFamily="34" charset="-128"/>
          <a:ea typeface="游ゴシック" panose="020B0400000000000000" pitchFamily="34" charset="-128"/>
        </a:defRPr>
      </a:lvl2pPr>
      <a:lvl3pPr algn="ctr" rtl="0" eaLnBrk="1" fontAlgn="base" hangingPunct="1">
        <a:lnSpc>
          <a:spcPct val="90000"/>
        </a:lnSpc>
        <a:spcBef>
          <a:spcPct val="0"/>
        </a:spcBef>
        <a:spcAft>
          <a:spcPct val="0"/>
        </a:spcAft>
        <a:defRPr kumimoji="1" sz="3600" b="1">
          <a:solidFill>
            <a:schemeClr val="tx1"/>
          </a:solidFill>
          <a:latin typeface="游ゴシック" panose="020B0400000000000000" pitchFamily="34" charset="-128"/>
          <a:ea typeface="游ゴシック" panose="020B0400000000000000" pitchFamily="34" charset="-128"/>
        </a:defRPr>
      </a:lvl3pPr>
      <a:lvl4pPr algn="ctr" rtl="0" eaLnBrk="1" fontAlgn="base" hangingPunct="1">
        <a:lnSpc>
          <a:spcPct val="90000"/>
        </a:lnSpc>
        <a:spcBef>
          <a:spcPct val="0"/>
        </a:spcBef>
        <a:spcAft>
          <a:spcPct val="0"/>
        </a:spcAft>
        <a:defRPr kumimoji="1" sz="3600" b="1">
          <a:solidFill>
            <a:schemeClr val="tx1"/>
          </a:solidFill>
          <a:latin typeface="游ゴシック" panose="020B0400000000000000" pitchFamily="34" charset="-128"/>
          <a:ea typeface="游ゴシック" panose="020B0400000000000000" pitchFamily="34" charset="-128"/>
        </a:defRPr>
      </a:lvl4pPr>
      <a:lvl5pPr algn="ctr" rtl="0" eaLnBrk="1" fontAlgn="base" hangingPunct="1">
        <a:lnSpc>
          <a:spcPct val="90000"/>
        </a:lnSpc>
        <a:spcBef>
          <a:spcPct val="0"/>
        </a:spcBef>
        <a:spcAft>
          <a:spcPct val="0"/>
        </a:spcAft>
        <a:defRPr kumimoji="1" sz="3600" b="1">
          <a:solidFill>
            <a:schemeClr val="tx1"/>
          </a:solidFill>
          <a:latin typeface="游ゴシック" panose="020B0400000000000000" pitchFamily="34" charset="-128"/>
          <a:ea typeface="游ゴシック" panose="020B0400000000000000" pitchFamily="34" charset="-128"/>
        </a:defRPr>
      </a:lvl5pPr>
      <a:lvl6pPr marL="457200" algn="ctr" rtl="0" eaLnBrk="1" fontAlgn="base" hangingPunct="1">
        <a:lnSpc>
          <a:spcPct val="90000"/>
        </a:lnSpc>
        <a:spcBef>
          <a:spcPct val="0"/>
        </a:spcBef>
        <a:spcAft>
          <a:spcPct val="0"/>
        </a:spcAft>
        <a:defRPr kumimoji="1" sz="3600" b="1">
          <a:solidFill>
            <a:schemeClr val="tx1"/>
          </a:solidFill>
          <a:latin typeface="游ゴシック" panose="020B0400000000000000" pitchFamily="34" charset="-128"/>
          <a:ea typeface="游ゴシック" panose="020B0400000000000000" pitchFamily="34" charset="-128"/>
        </a:defRPr>
      </a:lvl6pPr>
      <a:lvl7pPr marL="914400" algn="ctr" rtl="0" eaLnBrk="1" fontAlgn="base" hangingPunct="1">
        <a:lnSpc>
          <a:spcPct val="90000"/>
        </a:lnSpc>
        <a:spcBef>
          <a:spcPct val="0"/>
        </a:spcBef>
        <a:spcAft>
          <a:spcPct val="0"/>
        </a:spcAft>
        <a:defRPr kumimoji="1" sz="3600" b="1">
          <a:solidFill>
            <a:schemeClr val="tx1"/>
          </a:solidFill>
          <a:latin typeface="游ゴシック" panose="020B0400000000000000" pitchFamily="34" charset="-128"/>
          <a:ea typeface="游ゴシック" panose="020B0400000000000000" pitchFamily="34" charset="-128"/>
        </a:defRPr>
      </a:lvl7pPr>
      <a:lvl8pPr marL="1371600" algn="ctr" rtl="0" eaLnBrk="1" fontAlgn="base" hangingPunct="1">
        <a:lnSpc>
          <a:spcPct val="90000"/>
        </a:lnSpc>
        <a:spcBef>
          <a:spcPct val="0"/>
        </a:spcBef>
        <a:spcAft>
          <a:spcPct val="0"/>
        </a:spcAft>
        <a:defRPr kumimoji="1" sz="3600" b="1">
          <a:solidFill>
            <a:schemeClr val="tx1"/>
          </a:solidFill>
          <a:latin typeface="游ゴシック" panose="020B0400000000000000" pitchFamily="34" charset="-128"/>
          <a:ea typeface="游ゴシック" panose="020B0400000000000000" pitchFamily="34" charset="-128"/>
        </a:defRPr>
      </a:lvl8pPr>
      <a:lvl9pPr marL="1828800" algn="ctr" rtl="0" eaLnBrk="1" fontAlgn="base" hangingPunct="1">
        <a:lnSpc>
          <a:spcPct val="90000"/>
        </a:lnSpc>
        <a:spcBef>
          <a:spcPct val="0"/>
        </a:spcBef>
        <a:spcAft>
          <a:spcPct val="0"/>
        </a:spcAft>
        <a:defRPr kumimoji="1" sz="3600" b="1">
          <a:solidFill>
            <a:schemeClr val="tx1"/>
          </a:solidFill>
          <a:latin typeface="游ゴシック" panose="020B0400000000000000" pitchFamily="34" charset="-128"/>
          <a:ea typeface="游ゴシック" panose="020B0400000000000000" pitchFamily="34" charset="-128"/>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umimoji="1"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kumimoji="1"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kumimoji="1"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umimoji="1"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umimoj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45720" rIns="0" bIns="45720" rtlCol="0" anchor="t" anchorCtr="0">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7550"/>
          </a:xfrm>
          <a:prstGeom prst="rect">
            <a:avLst/>
          </a:prstGeom>
        </p:spPr>
        <p:txBody>
          <a:bodyPr vert="horz" lIns="0" tIns="45720" rIns="0" bIns="45720" rtlCol="0">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テキスト ボックス 9">
            <a:extLst>
              <a:ext uri="{FF2B5EF4-FFF2-40B4-BE49-F238E27FC236}">
                <a16:creationId xmlns:a16="http://schemas.microsoft.com/office/drawing/2014/main" id="{4006F447-EA40-6B45-B81D-264DC1DFDDFE}"/>
              </a:ext>
            </a:extLst>
          </p:cNvPr>
          <p:cNvSpPr txBox="1"/>
          <p:nvPr userDrawn="1"/>
        </p:nvSpPr>
        <p:spPr>
          <a:xfrm>
            <a:off x="8191928" y="6623438"/>
            <a:ext cx="1433085" cy="215444"/>
          </a:xfrm>
          <a:prstGeom prst="rect">
            <a:avLst/>
          </a:prstGeom>
          <a:noFill/>
          <a:ln>
            <a:noFill/>
          </a:ln>
        </p:spPr>
        <p:txBody>
          <a:bodyPr wrap="none" lIns="0" rIns="0" rtlCol="0">
            <a:spAutoFit/>
          </a:bodyPr>
          <a:lstStyle/>
          <a:p>
            <a:pPr algn="r"/>
            <a:r>
              <a:rPr kumimoji="0" lang="en-US" altLang="ja-JP" sz="800">
                <a:solidFill>
                  <a:schemeClr val="tx1"/>
                </a:solidFill>
                <a:latin typeface="+mn-lt"/>
                <a:cs typeface="Meiryo UI" pitchFamily="50" charset="-128"/>
              </a:rPr>
              <a:t>© 2023 NTT DATA Corporation</a:t>
            </a:r>
          </a:p>
        </p:txBody>
      </p:sp>
      <p:cxnSp>
        <p:nvCxnSpPr>
          <p:cNvPr id="11" name="直線コネクタ 10">
            <a:extLst>
              <a:ext uri="{FF2B5EF4-FFF2-40B4-BE49-F238E27FC236}">
                <a16:creationId xmlns:a16="http://schemas.microsoft.com/office/drawing/2014/main" id="{964F9529-9269-0444-AC06-0135C86878D1}"/>
              </a:ext>
            </a:extLst>
          </p:cNvPr>
          <p:cNvCxnSpPr>
            <a:cxnSpLocks/>
          </p:cNvCxnSpPr>
          <p:nvPr userDrawn="1"/>
        </p:nvCxnSpPr>
        <p:spPr>
          <a:xfrm>
            <a:off x="9840913" y="6597650"/>
            <a:ext cx="0" cy="26035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9" name="図 8">
            <a:extLst>
              <a:ext uri="{FF2B5EF4-FFF2-40B4-BE49-F238E27FC236}">
                <a16:creationId xmlns:a16="http://schemas.microsoft.com/office/drawing/2014/main" id="{4FBDFD7A-DEEB-CC46-8D4E-B36D85A43B0A}"/>
              </a:ext>
            </a:extLst>
          </p:cNvPr>
          <p:cNvPicPr>
            <a:picLocks noChangeAspect="1"/>
          </p:cNvPicPr>
          <p:nvPr userDrawn="1"/>
        </p:nvPicPr>
        <p:blipFill>
          <a:blip r:embed="rId6" cstate="email">
            <a:extLst>
              <a:ext uri="{28A0092B-C50C-407E-A947-70E740481C1C}">
                <a14:useLocalDpi xmlns:a14="http://schemas.microsoft.com/office/drawing/2010/main"/>
              </a:ext>
            </a:extLst>
          </a:blip>
          <a:srcRect/>
          <a:stretch/>
        </p:blipFill>
        <p:spPr>
          <a:xfrm>
            <a:off x="10043138" y="6603369"/>
            <a:ext cx="920823" cy="234561"/>
          </a:xfrm>
          <a:prstGeom prst="rect">
            <a:avLst/>
          </a:prstGeom>
        </p:spPr>
      </p:pic>
      <p:cxnSp>
        <p:nvCxnSpPr>
          <p:cNvPr id="12" name="直線コネクタ 11">
            <a:extLst>
              <a:ext uri="{FF2B5EF4-FFF2-40B4-BE49-F238E27FC236}">
                <a16:creationId xmlns:a16="http://schemas.microsoft.com/office/drawing/2014/main" id="{23800F2B-9D2F-6A43-8C8F-769A8F0AEB02}"/>
              </a:ext>
            </a:extLst>
          </p:cNvPr>
          <p:cNvCxnSpPr>
            <a:cxnSpLocks/>
          </p:cNvCxnSpPr>
          <p:nvPr userDrawn="1"/>
        </p:nvCxnSpPr>
        <p:spPr>
          <a:xfrm>
            <a:off x="11179862" y="6597650"/>
            <a:ext cx="0" cy="26035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4BE9AE59-F844-9F42-B777-4BE4EE1ECDDE}"/>
              </a:ext>
            </a:extLst>
          </p:cNvPr>
          <p:cNvSpPr txBox="1"/>
          <p:nvPr userDrawn="1"/>
        </p:nvSpPr>
        <p:spPr>
          <a:xfrm>
            <a:off x="11257850" y="6590696"/>
            <a:ext cx="537314" cy="261610"/>
          </a:xfrm>
          <a:prstGeom prst="rect">
            <a:avLst/>
          </a:prstGeom>
          <a:noFill/>
          <a:ln>
            <a:noFill/>
          </a:ln>
        </p:spPr>
        <p:txBody>
          <a:bodyPr wrap="square" lIns="0" rIns="0" rtlCol="0">
            <a:spAutoFit/>
          </a:bodyPr>
          <a:lstStyle/>
          <a:p>
            <a:pPr algn="r"/>
            <a:fld id="{8DD8EB0B-AB08-A54E-B33C-ED72A04D9CE9}" type="slidenum">
              <a:rPr lang="ja-JP" altLang="en-US" sz="1100" smtClean="0">
                <a:solidFill>
                  <a:schemeClr val="tx1"/>
                </a:solidFill>
              </a:rPr>
              <a:pPr algn="r"/>
              <a:t>‹#›</a:t>
            </a:fld>
            <a:endParaRPr kumimoji="0" lang="en-US" altLang="ja-JP" sz="1100">
              <a:solidFill>
                <a:schemeClr val="tx1"/>
              </a:solidFill>
              <a:latin typeface="+mn-ea"/>
              <a:cs typeface="Meiryo UI" pitchFamily="50" charset="-128"/>
            </a:endParaRPr>
          </a:p>
        </p:txBody>
      </p:sp>
    </p:spTree>
    <p:extLst>
      <p:ext uri="{BB962C8B-B14F-4D97-AF65-F5344CB8AC3E}">
        <p14:creationId xmlns:p14="http://schemas.microsoft.com/office/powerpoint/2010/main" val="2639558088"/>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Lst>
  <p:hf hdr="0" ftr="0" dt="0"/>
  <p:txStyles>
    <p:titleStyle>
      <a:lvl1pPr algn="l" defTabSz="609555" rtl="0" eaLnBrk="1" fontAlgn="base" hangingPunct="1">
        <a:spcBef>
          <a:spcPct val="0"/>
        </a:spcBef>
        <a:spcAft>
          <a:spcPct val="0"/>
        </a:spcAft>
        <a:defRPr kumimoji="1" sz="2400" b="1" i="0" kern="1200" spc="0" baseline="0">
          <a:solidFill>
            <a:schemeClr val="tx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tx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p15:clr>
            <a:srgbClr val="F26B43"/>
          </p15:clr>
        </p15:guide>
        <p15:guide id="4" orient="horz" pos="2160">
          <p15:clr>
            <a:srgbClr val="F26B43"/>
          </p15:clr>
        </p15:guide>
        <p15:guide id="6" orient="horz" pos="436">
          <p15:clr>
            <a:srgbClr val="F26B43"/>
          </p15:clr>
        </p15:guide>
        <p15:guide id="7" pos="3840">
          <p15:clr>
            <a:srgbClr val="F26B43"/>
          </p15:clr>
        </p15:guide>
        <p15:guide id="8" pos="7423">
          <p15:clr>
            <a:srgbClr val="F26B43"/>
          </p15:clr>
        </p15:guide>
        <p15:guide id="9" orient="horz" pos="4088">
          <p15:clr>
            <a:srgbClr val="F26B43"/>
          </p15:clr>
        </p15:guide>
        <p15:guide id="10" orient="horz" pos="368">
          <p15:clr>
            <a:srgbClr val="F26B43"/>
          </p15:clr>
        </p15:guide>
        <p15:guide id="11" orient="horz" pos="4269">
          <p15:clr>
            <a:srgbClr val="F26B43"/>
          </p15:clr>
        </p15:guide>
        <p15:guide id="12" orient="horz" pos="415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4.png"/><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プレースホルダー 11">
            <a:extLst>
              <a:ext uri="{FF2B5EF4-FFF2-40B4-BE49-F238E27FC236}">
                <a16:creationId xmlns:a16="http://schemas.microsoft.com/office/drawing/2014/main" id="{6139C85F-AD63-D306-1956-A7C2E0C03742}"/>
              </a:ext>
            </a:extLst>
          </p:cNvPr>
          <p:cNvSpPr>
            <a:spLocks noGrp="1"/>
          </p:cNvSpPr>
          <p:nvPr>
            <p:ph type="body" sz="quarter" idx="10"/>
          </p:nvPr>
        </p:nvSpPr>
        <p:spPr/>
        <p:txBody>
          <a:bodyPr/>
          <a:lstStyle/>
          <a:p>
            <a:r>
              <a:rPr lang="ja-JP" altLang="en-US" dirty="0"/>
              <a:t>　</a:t>
            </a:r>
          </a:p>
        </p:txBody>
      </p:sp>
      <p:sp>
        <p:nvSpPr>
          <p:cNvPr id="2" name="タイトル 1"/>
          <p:cNvSpPr>
            <a:spLocks noGrp="1"/>
          </p:cNvSpPr>
          <p:nvPr>
            <p:ph type="ctrTitle"/>
          </p:nvPr>
        </p:nvSpPr>
        <p:spPr/>
        <p:txBody>
          <a:bodyPr>
            <a:normAutofit fontScale="90000"/>
          </a:bodyPr>
          <a:lstStyle/>
          <a:p>
            <a:r>
              <a:rPr kumimoji="1" lang="ja-JP" altLang="en-US" dirty="0"/>
              <a:t>データドリブン経営トップ提言</a:t>
            </a:r>
          </a:p>
        </p:txBody>
      </p:sp>
      <p:graphicFrame>
        <p:nvGraphicFramePr>
          <p:cNvPr id="4" name="表 3"/>
          <p:cNvGraphicFramePr>
            <a:graphicFrameLocks noGrp="1"/>
          </p:cNvGraphicFramePr>
          <p:nvPr>
            <p:extLst>
              <p:ext uri="{D42A27DB-BD31-4B8C-83A1-F6EECF244321}">
                <p14:modId xmlns:p14="http://schemas.microsoft.com/office/powerpoint/2010/main" val="578448361"/>
              </p:ext>
            </p:extLst>
          </p:nvPr>
        </p:nvGraphicFramePr>
        <p:xfrm>
          <a:off x="184377" y="917991"/>
          <a:ext cx="11823245" cy="3239940"/>
        </p:xfrm>
        <a:graphic>
          <a:graphicData uri="http://schemas.openxmlformats.org/drawingml/2006/table">
            <a:tbl>
              <a:tblPr firstRow="1" bandRow="1">
                <a:tableStyleId>{5940675A-B579-460E-94D1-54222C63F5DA}</a:tableStyleId>
              </a:tblPr>
              <a:tblGrid>
                <a:gridCol w="2404196">
                  <a:extLst>
                    <a:ext uri="{9D8B030D-6E8A-4147-A177-3AD203B41FA5}">
                      <a16:colId xmlns:a16="http://schemas.microsoft.com/office/drawing/2014/main" val="602125831"/>
                    </a:ext>
                  </a:extLst>
                </a:gridCol>
                <a:gridCol w="1046561">
                  <a:extLst>
                    <a:ext uri="{9D8B030D-6E8A-4147-A177-3AD203B41FA5}">
                      <a16:colId xmlns:a16="http://schemas.microsoft.com/office/drawing/2014/main" val="2202297565"/>
                    </a:ext>
                  </a:extLst>
                </a:gridCol>
                <a:gridCol w="1046561">
                  <a:extLst>
                    <a:ext uri="{9D8B030D-6E8A-4147-A177-3AD203B41FA5}">
                      <a16:colId xmlns:a16="http://schemas.microsoft.com/office/drawing/2014/main" val="3751182057"/>
                    </a:ext>
                  </a:extLst>
                </a:gridCol>
                <a:gridCol w="1046561">
                  <a:extLst>
                    <a:ext uri="{9D8B030D-6E8A-4147-A177-3AD203B41FA5}">
                      <a16:colId xmlns:a16="http://schemas.microsoft.com/office/drawing/2014/main" val="2171563677"/>
                    </a:ext>
                  </a:extLst>
                </a:gridCol>
                <a:gridCol w="1046561">
                  <a:extLst>
                    <a:ext uri="{9D8B030D-6E8A-4147-A177-3AD203B41FA5}">
                      <a16:colId xmlns:a16="http://schemas.microsoft.com/office/drawing/2014/main" val="2511963388"/>
                    </a:ext>
                  </a:extLst>
                </a:gridCol>
                <a:gridCol w="1046561">
                  <a:extLst>
                    <a:ext uri="{9D8B030D-6E8A-4147-A177-3AD203B41FA5}">
                      <a16:colId xmlns:a16="http://schemas.microsoft.com/office/drawing/2014/main" val="3691512892"/>
                    </a:ext>
                  </a:extLst>
                </a:gridCol>
                <a:gridCol w="1046561">
                  <a:extLst>
                    <a:ext uri="{9D8B030D-6E8A-4147-A177-3AD203B41FA5}">
                      <a16:colId xmlns:a16="http://schemas.microsoft.com/office/drawing/2014/main" val="580355928"/>
                    </a:ext>
                  </a:extLst>
                </a:gridCol>
                <a:gridCol w="1046561">
                  <a:extLst>
                    <a:ext uri="{9D8B030D-6E8A-4147-A177-3AD203B41FA5}">
                      <a16:colId xmlns:a16="http://schemas.microsoft.com/office/drawing/2014/main" val="1010922508"/>
                    </a:ext>
                  </a:extLst>
                </a:gridCol>
                <a:gridCol w="1046561">
                  <a:extLst>
                    <a:ext uri="{9D8B030D-6E8A-4147-A177-3AD203B41FA5}">
                      <a16:colId xmlns:a16="http://schemas.microsoft.com/office/drawing/2014/main" val="1088760512"/>
                    </a:ext>
                  </a:extLst>
                </a:gridCol>
                <a:gridCol w="1046561">
                  <a:extLst>
                    <a:ext uri="{9D8B030D-6E8A-4147-A177-3AD203B41FA5}">
                      <a16:colId xmlns:a16="http://schemas.microsoft.com/office/drawing/2014/main" val="2490658840"/>
                    </a:ext>
                  </a:extLst>
                </a:gridCol>
              </a:tblGrid>
              <a:tr h="246574">
                <a:tc rowSpan="2">
                  <a:txBody>
                    <a:bodyPr/>
                    <a:lstStyle/>
                    <a:p>
                      <a:r>
                        <a:rPr kumimoji="1" lang="ja-JP" altLang="en-US" sz="1800" b="1" dirty="0">
                          <a:latin typeface="Meiryo UI" panose="020B0604030504040204" pitchFamily="50" charset="-128"/>
                          <a:ea typeface="Meiryo UI" panose="020B0604030504040204" pitchFamily="50" charset="-128"/>
                        </a:rPr>
                        <a:t>実施項目</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gridSpan="4">
                  <a:txBody>
                    <a:bodyPr/>
                    <a:lstStyle/>
                    <a:p>
                      <a:pPr algn="ctr"/>
                      <a:r>
                        <a:rPr kumimoji="1" lang="en-US" altLang="ja-JP" sz="1800" b="1" dirty="0">
                          <a:latin typeface="Meiryo UI" panose="020B0604030504040204" pitchFamily="50" charset="-128"/>
                          <a:ea typeface="Meiryo UI" panose="020B0604030504040204" pitchFamily="50" charset="-128"/>
                        </a:rPr>
                        <a:t>10</a:t>
                      </a:r>
                      <a:r>
                        <a:rPr kumimoji="1" lang="ja-JP" altLang="en-US" sz="1800" b="1" dirty="0">
                          <a:latin typeface="Meiryo UI" panose="020B0604030504040204" pitchFamily="50" charset="-128"/>
                          <a:ea typeface="Meiryo UI" panose="020B0604030504040204" pitchFamily="50" charset="-128"/>
                        </a:rPr>
                        <a:t>月</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800" b="1" dirty="0">
                          <a:latin typeface="Meiryo UI" panose="020B0604030504040204" pitchFamily="50" charset="-128"/>
                          <a:ea typeface="Meiryo UI" panose="020B0604030504040204" pitchFamily="50" charset="-128"/>
                        </a:rPr>
                        <a:t>11</a:t>
                      </a:r>
                      <a:r>
                        <a:rPr kumimoji="1" lang="ja-JP" altLang="en-US" sz="1800" b="1" dirty="0">
                          <a:latin typeface="Meiryo UI" panose="020B0604030504040204" pitchFamily="50" charset="-128"/>
                          <a:ea typeface="Meiryo UI" panose="020B0604030504040204" pitchFamily="50" charset="-128"/>
                        </a:rPr>
                        <a:t>月</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a:txBody>
                    <a:bodyPr/>
                    <a:lstStyle/>
                    <a:p>
                      <a:pPr algn="ctr"/>
                      <a:r>
                        <a:rPr kumimoji="1" lang="en-US" altLang="ja-JP" sz="1800" b="1" dirty="0">
                          <a:latin typeface="Meiryo UI" panose="020B0604030504040204" pitchFamily="50" charset="-128"/>
                          <a:ea typeface="Meiryo UI" panose="020B0604030504040204" pitchFamily="50" charset="-128"/>
                        </a:rPr>
                        <a:t>12</a:t>
                      </a:r>
                      <a:r>
                        <a:rPr kumimoji="1" lang="ja-JP" altLang="en-US" sz="1800" b="1" dirty="0">
                          <a:latin typeface="Meiryo UI" panose="020B0604030504040204" pitchFamily="50" charset="-128"/>
                          <a:ea typeface="Meiryo UI" panose="020B0604030504040204" pitchFamily="50" charset="-128"/>
                        </a:rPr>
                        <a:t>月</a:t>
                      </a:r>
                      <a:endParaRPr kumimoji="1" lang="en-US" altLang="ja-JP" sz="1800" b="1"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011286320"/>
                  </a:ext>
                </a:extLst>
              </a:tr>
              <a:tr h="244033">
                <a:tc vMerge="1">
                  <a:txBody>
                    <a:bodyPr/>
                    <a:lstStyle/>
                    <a:p>
                      <a:endParaRPr kumimoji="1" lang="ja-JP" altLang="en-US" sz="1800" b="1"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a:r>
                        <a:rPr kumimoji="1" lang="en-US" altLang="ja-JP" sz="1800" b="0" dirty="0">
                          <a:latin typeface="Meiryo UI" panose="020B0604030504040204" pitchFamily="50" charset="-128"/>
                          <a:ea typeface="Meiryo UI" panose="020B0604030504040204" pitchFamily="50" charset="-128"/>
                        </a:rPr>
                        <a:t>1W</a:t>
                      </a:r>
                      <a:endParaRPr kumimoji="1" lang="ja-JP" altLang="en-US" sz="1800" b="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a:r>
                        <a:rPr kumimoji="1" lang="en-US" altLang="ja-JP" sz="1800" b="0" dirty="0">
                          <a:latin typeface="Meiryo UI" panose="020B0604030504040204" pitchFamily="50" charset="-128"/>
                          <a:ea typeface="Meiryo UI" panose="020B0604030504040204" pitchFamily="50" charset="-128"/>
                        </a:rPr>
                        <a:t>2W</a:t>
                      </a:r>
                      <a:endParaRPr kumimoji="1" lang="ja-JP" altLang="en-US" sz="1800" b="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a:r>
                        <a:rPr kumimoji="1" lang="en-US" altLang="ja-JP" sz="1800" b="0" dirty="0">
                          <a:latin typeface="Meiryo UI" panose="020B0604030504040204" pitchFamily="50" charset="-128"/>
                          <a:ea typeface="Meiryo UI" panose="020B0604030504040204" pitchFamily="50" charset="-128"/>
                        </a:rPr>
                        <a:t>3W</a:t>
                      </a:r>
                      <a:endParaRPr kumimoji="1" lang="ja-JP" altLang="en-US" sz="1800" b="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a:r>
                        <a:rPr kumimoji="1" lang="en-US" altLang="ja-JP" sz="1800" b="0" dirty="0">
                          <a:latin typeface="Meiryo UI" panose="020B0604030504040204" pitchFamily="50" charset="-128"/>
                          <a:ea typeface="Meiryo UI" panose="020B0604030504040204" pitchFamily="50" charset="-128"/>
                        </a:rPr>
                        <a:t>4W</a:t>
                      </a:r>
                      <a:endParaRPr kumimoji="1" lang="ja-JP" altLang="en-US" sz="1800" b="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a:r>
                        <a:rPr kumimoji="1" lang="en-US" altLang="ja-JP" sz="1800" b="0" dirty="0">
                          <a:latin typeface="Meiryo UI" panose="020B0604030504040204" pitchFamily="50" charset="-128"/>
                          <a:ea typeface="Meiryo UI" panose="020B0604030504040204" pitchFamily="50" charset="-128"/>
                        </a:rPr>
                        <a:t>1W</a:t>
                      </a:r>
                      <a:endParaRPr kumimoji="1" lang="ja-JP" altLang="en-US" sz="1800" b="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a:r>
                        <a:rPr kumimoji="1" lang="en-US" altLang="ja-JP" sz="1800" b="0" dirty="0">
                          <a:latin typeface="Meiryo UI" panose="020B0604030504040204" pitchFamily="50" charset="-128"/>
                          <a:ea typeface="Meiryo UI" panose="020B0604030504040204" pitchFamily="50" charset="-128"/>
                        </a:rPr>
                        <a:t>2W</a:t>
                      </a:r>
                      <a:endParaRPr kumimoji="1" lang="ja-JP" altLang="en-US" sz="1800" b="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a:r>
                        <a:rPr kumimoji="1" lang="en-US" altLang="ja-JP" sz="1800" b="0" dirty="0">
                          <a:latin typeface="Meiryo UI" panose="020B0604030504040204" pitchFamily="50" charset="-128"/>
                          <a:ea typeface="Meiryo UI" panose="020B0604030504040204" pitchFamily="50" charset="-128"/>
                        </a:rPr>
                        <a:t>3W</a:t>
                      </a:r>
                      <a:endParaRPr kumimoji="1" lang="ja-JP" altLang="en-US" sz="1800" b="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a:r>
                        <a:rPr kumimoji="1" lang="en-US" altLang="ja-JP" sz="1800" b="0" dirty="0">
                          <a:latin typeface="Meiryo UI" panose="020B0604030504040204" pitchFamily="50" charset="-128"/>
                          <a:ea typeface="Meiryo UI" panose="020B0604030504040204" pitchFamily="50" charset="-128"/>
                        </a:rPr>
                        <a:t>4W</a:t>
                      </a:r>
                      <a:endParaRPr kumimoji="1" lang="ja-JP" altLang="en-US" sz="1800" b="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a:r>
                        <a:rPr kumimoji="1" lang="en-US" altLang="ja-JP" sz="1800" b="0" dirty="0">
                          <a:latin typeface="Meiryo UI" panose="020B0604030504040204" pitchFamily="50" charset="-128"/>
                          <a:ea typeface="Meiryo UI" panose="020B0604030504040204" pitchFamily="50" charset="-128"/>
                        </a:rPr>
                        <a:t>1W</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867914724"/>
                  </a:ext>
                </a:extLst>
              </a:tr>
              <a:tr h="502821">
                <a:tc>
                  <a:txBody>
                    <a:bodyPr/>
                    <a:lstStyle/>
                    <a:p>
                      <a:pPr marL="0" indent="0">
                        <a:buFont typeface="Wingdings" panose="05000000000000000000" pitchFamily="2" charset="2"/>
                        <a:buNone/>
                      </a:pPr>
                      <a:r>
                        <a:rPr kumimoji="1" lang="ja-JP" altLang="en-US" sz="1400" b="1" dirty="0">
                          <a:latin typeface="Meiryo UI" panose="020B0604030504040204" pitchFamily="50" charset="-128"/>
                          <a:ea typeface="Meiryo UI" panose="020B0604030504040204" pitchFamily="50" charset="-128"/>
                        </a:rPr>
                        <a:t>マイルストン</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indent="0">
                        <a:buFont typeface="Wingdings" panose="05000000000000000000" pitchFamily="2" charset="2"/>
                        <a:buNone/>
                      </a:pPr>
                      <a:endParaRPr kumimoji="1" lang="ja-JP" altLang="en-US" sz="1400" b="1"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indent="0">
                        <a:buFont typeface="Wingdings" panose="05000000000000000000" pitchFamily="2" charset="2"/>
                        <a:buNone/>
                      </a:pPr>
                      <a:endParaRPr kumimoji="1" lang="ja-JP" altLang="en-US" sz="1400" b="1"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indent="0">
                        <a:buFont typeface="Wingdings" panose="05000000000000000000" pitchFamily="2" charset="2"/>
                        <a:buNone/>
                      </a:pPr>
                      <a:endParaRPr kumimoji="1" lang="ja-JP" altLang="en-US" sz="1400" b="1"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indent="0">
                        <a:buFont typeface="Wingdings" panose="05000000000000000000" pitchFamily="2" charset="2"/>
                        <a:buNone/>
                      </a:pPr>
                      <a:endParaRPr kumimoji="1" lang="ja-JP" altLang="en-US" sz="1400" b="1"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indent="0">
                        <a:buFont typeface="Wingdings" panose="05000000000000000000" pitchFamily="2" charset="2"/>
                        <a:buNone/>
                      </a:pPr>
                      <a:endParaRPr kumimoji="1" lang="ja-JP" altLang="en-US" sz="1400" b="1"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indent="0">
                        <a:buFont typeface="Wingdings" panose="05000000000000000000" pitchFamily="2" charset="2"/>
                        <a:buNone/>
                      </a:pPr>
                      <a:endParaRPr kumimoji="1" lang="ja-JP" altLang="en-US" sz="1400" b="1"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indent="0">
                        <a:buFont typeface="Wingdings" panose="05000000000000000000" pitchFamily="2" charset="2"/>
                        <a:buNone/>
                      </a:pPr>
                      <a:endParaRPr kumimoji="1" lang="ja-JP" altLang="en-US" sz="1400" b="1"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indent="0">
                        <a:buFont typeface="Wingdings" panose="05000000000000000000" pitchFamily="2" charset="2"/>
                        <a:buNone/>
                      </a:pPr>
                      <a:endParaRPr kumimoji="1" lang="ja-JP" altLang="en-US" sz="1400" b="1"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indent="0">
                        <a:buFont typeface="Wingdings" panose="05000000000000000000" pitchFamily="2" charset="2"/>
                        <a:buNone/>
                      </a:pPr>
                      <a:endParaRPr kumimoji="1" lang="ja-JP" altLang="en-US" sz="1400" b="1"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610912477"/>
                  </a:ext>
                </a:extLst>
              </a:tr>
              <a:tr h="2005599">
                <a:tc>
                  <a:txBody>
                    <a:bodyPr/>
                    <a:lstStyle/>
                    <a:p>
                      <a:r>
                        <a:rPr kumimoji="1" lang="ja-JP" altLang="en-US" sz="1400" dirty="0">
                          <a:latin typeface="Meiryo UI" panose="020B0604030504040204" pitchFamily="50" charset="-128"/>
                          <a:ea typeface="Meiryo UI" panose="020B0604030504040204" pitchFamily="50" charset="-128"/>
                        </a:rPr>
                        <a:t>データドリブン提言検討</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kumimoji="1" lang="ja-JP" altLang="en-US" sz="180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kumimoji="1" lang="ja-JP" altLang="en-US" sz="180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kumimoji="1" lang="ja-JP" altLang="en-US" sz="180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kumimoji="1" lang="ja-JP" altLang="en-US" sz="180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kumimoji="1" lang="ja-JP" altLang="en-US" sz="180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kumimoji="1" lang="ja-JP" altLang="en-US" sz="180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kumimoji="1" lang="ja-JP" altLang="en-US" sz="180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kumimoji="1" lang="ja-JP" altLang="en-US" sz="180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endParaRPr kumimoji="1" lang="ja-JP" altLang="en-US" sz="1800" dirty="0">
                        <a:latin typeface="Meiryo UI" panose="020B0604030504040204" pitchFamily="50" charset="-128"/>
                        <a:ea typeface="Meiryo UI" panose="020B0604030504040204" pitchFamily="50" charset="-128"/>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02039421"/>
                  </a:ext>
                </a:extLst>
              </a:tr>
            </a:tbl>
          </a:graphicData>
        </a:graphic>
      </p:graphicFrame>
      <p:sp>
        <p:nvSpPr>
          <p:cNvPr id="55" name="テキスト ボックス 54">
            <a:extLst>
              <a:ext uri="{FF2B5EF4-FFF2-40B4-BE49-F238E27FC236}">
                <a16:creationId xmlns:a16="http://schemas.microsoft.com/office/drawing/2014/main" id="{7858606D-C5FA-C14B-094E-BA8333FD3913}"/>
              </a:ext>
            </a:extLst>
          </p:cNvPr>
          <p:cNvSpPr txBox="1"/>
          <p:nvPr/>
        </p:nvSpPr>
        <p:spPr>
          <a:xfrm>
            <a:off x="2566207" y="1607690"/>
            <a:ext cx="1988037" cy="302495"/>
          </a:xfrm>
          <a:prstGeom prst="rect">
            <a:avLst/>
          </a:prstGeom>
          <a:noFill/>
        </p:spPr>
        <p:txBody>
          <a:bodyPr wrap="square" lIns="0" rIns="0" rtlCol="0">
            <a:noAutofit/>
          </a:bodyPr>
          <a:lstStyle/>
          <a:p>
            <a:pPr algn="l" defTabSz="288000"/>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10/2</a:t>
            </a:r>
            <a:r>
              <a:rPr lang="ja-JP" altLang="en-US" sz="1400" dirty="0">
                <a:latin typeface="Meiryo UI" panose="020B0604030504040204" pitchFamily="50" charset="-128"/>
                <a:ea typeface="Meiryo UI" panose="020B0604030504040204" pitchFamily="50" charset="-128"/>
              </a:rPr>
              <a:t>支援開始</a:t>
            </a:r>
            <a:endParaRPr kumimoji="1" lang="ja-JP" altLang="en-US" sz="1400" dirty="0">
              <a:solidFill>
                <a:srgbClr val="4472C4"/>
              </a:solidFill>
              <a:latin typeface="Meiryo UI" panose="020B0604030504040204" pitchFamily="50" charset="-128"/>
              <a:ea typeface="Meiryo UI" panose="020B0604030504040204" pitchFamily="50" charset="-128"/>
            </a:endParaRPr>
          </a:p>
        </p:txBody>
      </p:sp>
      <p:sp>
        <p:nvSpPr>
          <p:cNvPr id="60" name="テキスト ボックス 59">
            <a:extLst>
              <a:ext uri="{FF2B5EF4-FFF2-40B4-BE49-F238E27FC236}">
                <a16:creationId xmlns:a16="http://schemas.microsoft.com/office/drawing/2014/main" id="{7858606D-C5FA-C14B-094E-BA8333FD3913}"/>
              </a:ext>
            </a:extLst>
          </p:cNvPr>
          <p:cNvSpPr txBox="1"/>
          <p:nvPr/>
        </p:nvSpPr>
        <p:spPr>
          <a:xfrm>
            <a:off x="10787386" y="1603530"/>
            <a:ext cx="1706183" cy="302495"/>
          </a:xfrm>
          <a:prstGeom prst="rect">
            <a:avLst/>
          </a:prstGeom>
          <a:noFill/>
        </p:spPr>
        <p:txBody>
          <a:bodyPr wrap="square" lIns="0" rIns="0" rtlCol="0">
            <a:noAutofit/>
          </a:bodyPr>
          <a:lstStyle/>
          <a:p>
            <a:pPr algn="l" defTabSz="288000"/>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12/1</a:t>
            </a:r>
          </a:p>
          <a:p>
            <a:pPr algn="l" defTabSz="288000"/>
            <a:r>
              <a:rPr lang="ja-JP" altLang="en-US" sz="1400" dirty="0">
                <a:latin typeface="Meiryo UI" panose="020B0604030504040204" pitchFamily="50" charset="-128"/>
                <a:ea typeface="Meiryo UI" panose="020B0604030504040204" pitchFamily="50" charset="-128"/>
              </a:rPr>
              <a:t>高浦さん定例で提言</a:t>
            </a:r>
            <a:endParaRPr kumimoji="1" lang="ja-JP" altLang="en-US" sz="1050" dirty="0">
              <a:solidFill>
                <a:srgbClr val="4472C4"/>
              </a:solidFill>
              <a:latin typeface="Meiryo UI" panose="020B0604030504040204" pitchFamily="50" charset="-128"/>
              <a:ea typeface="Meiryo UI" panose="020B0604030504040204" pitchFamily="50" charset="-128"/>
            </a:endParaRPr>
          </a:p>
        </p:txBody>
      </p:sp>
      <p:sp>
        <p:nvSpPr>
          <p:cNvPr id="39" name="ホームベース 38"/>
          <p:cNvSpPr/>
          <p:nvPr/>
        </p:nvSpPr>
        <p:spPr>
          <a:xfrm>
            <a:off x="2617410" y="2313519"/>
            <a:ext cx="2048980" cy="455559"/>
          </a:xfrm>
          <a:prstGeom prst="homePlate">
            <a:avLst>
              <a:gd name="adj" fmla="val 41497"/>
            </a:avLst>
          </a:prstGeom>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dirty="0">
                <a:latin typeface="Meiryo UI" panose="020B0604030504040204" pitchFamily="50" charset="-128"/>
                <a:ea typeface="Meiryo UI" panose="020B0604030504040204" pitchFamily="50" charset="-128"/>
              </a:rPr>
              <a:t>PJ</a:t>
            </a:r>
            <a:r>
              <a:rPr lang="ja-JP" altLang="en-US" sz="1400" dirty="0">
                <a:latin typeface="Meiryo UI" panose="020B0604030504040204" pitchFamily="50" charset="-128"/>
                <a:ea typeface="Meiryo UI" panose="020B0604030504040204" pitchFamily="50" charset="-128"/>
              </a:rPr>
              <a:t>検討状況</a:t>
            </a:r>
            <a:endParaRPr lang="en-US" altLang="ja-JP" sz="1400" dirty="0">
              <a:latin typeface="Meiryo UI" panose="020B0604030504040204" pitchFamily="50" charset="-128"/>
              <a:ea typeface="Meiryo UI" panose="020B0604030504040204" pitchFamily="50" charset="-128"/>
            </a:endParaRPr>
          </a:p>
          <a:p>
            <a:pPr algn="ctr"/>
            <a:r>
              <a:rPr lang="ja-JP" altLang="en-US" sz="1400" dirty="0">
                <a:latin typeface="Meiryo UI" panose="020B0604030504040204" pitchFamily="50" charset="-128"/>
                <a:ea typeface="Meiryo UI" panose="020B0604030504040204" pitchFamily="50" charset="-128"/>
              </a:rPr>
              <a:t>キャッチアップ</a:t>
            </a:r>
            <a:endParaRPr lang="en-US" altLang="ja-JP" sz="1200" dirty="0">
              <a:latin typeface="Meiryo UI" panose="020B0604030504040204" pitchFamily="50" charset="-128"/>
              <a:ea typeface="Meiryo UI" panose="020B0604030504040204" pitchFamily="50" charset="-128"/>
            </a:endParaRPr>
          </a:p>
        </p:txBody>
      </p:sp>
      <p:sp>
        <p:nvSpPr>
          <p:cNvPr id="41" name="テキスト ボックス 40">
            <a:extLst>
              <a:ext uri="{FF2B5EF4-FFF2-40B4-BE49-F238E27FC236}">
                <a16:creationId xmlns:a16="http://schemas.microsoft.com/office/drawing/2014/main" id="{7858606D-C5FA-C14B-094E-BA8333FD3913}"/>
              </a:ext>
            </a:extLst>
          </p:cNvPr>
          <p:cNvSpPr txBox="1"/>
          <p:nvPr/>
        </p:nvSpPr>
        <p:spPr>
          <a:xfrm>
            <a:off x="4459491" y="1603530"/>
            <a:ext cx="2259987" cy="302495"/>
          </a:xfrm>
          <a:prstGeom prst="rect">
            <a:avLst/>
          </a:prstGeom>
          <a:noFill/>
        </p:spPr>
        <p:txBody>
          <a:bodyPr wrap="square" lIns="0" rIns="0" rtlCol="0">
            <a:noAutofit/>
          </a:bodyPr>
          <a:lstStyle/>
          <a:p>
            <a:pPr algn="l" defTabSz="288000"/>
            <a:r>
              <a:rPr lang="ja-JP" altLang="en-US" sz="1400" dirty="0">
                <a:latin typeface="Meiryo UI" panose="020B0604030504040204" pitchFamily="50" charset="-128"/>
                <a:ea typeface="Meiryo UI" panose="020B0604030504040204" pitchFamily="50" charset="-128"/>
              </a:rPr>
              <a:t>▼ストーリーブレスト</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クニエ</a:t>
            </a:r>
            <a:endParaRPr kumimoji="1" lang="ja-JP" altLang="en-US" sz="1400" dirty="0">
              <a:solidFill>
                <a:srgbClr val="4472C4"/>
              </a:solidFill>
              <a:latin typeface="Meiryo UI" panose="020B0604030504040204" pitchFamily="50" charset="-128"/>
              <a:ea typeface="Meiryo UI" panose="020B0604030504040204" pitchFamily="50" charset="-128"/>
            </a:endParaRPr>
          </a:p>
        </p:txBody>
      </p:sp>
      <p:sp>
        <p:nvSpPr>
          <p:cNvPr id="42" name="ホームベース 41"/>
          <p:cNvSpPr/>
          <p:nvPr/>
        </p:nvSpPr>
        <p:spPr>
          <a:xfrm>
            <a:off x="4459490" y="2989534"/>
            <a:ext cx="2255879" cy="461031"/>
          </a:xfrm>
          <a:prstGeom prst="homePlate">
            <a:avLst>
              <a:gd name="adj" fmla="val 41497"/>
            </a:avLst>
          </a:prstGeom>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err="1">
                <a:latin typeface="Meiryo UI" panose="020B0604030504040204" pitchFamily="50" charset="-128"/>
                <a:ea typeface="Meiryo UI" panose="020B0604030504040204" pitchFamily="50" charset="-128"/>
              </a:rPr>
              <a:t>べ</a:t>
            </a:r>
            <a:r>
              <a:rPr lang="ja-JP" altLang="en-US" sz="1400" dirty="0">
                <a:latin typeface="Meiryo UI" panose="020B0604030504040204" pitchFamily="50" charset="-128"/>
                <a:ea typeface="Meiryo UI" panose="020B0604030504040204" pitchFamily="50" charset="-128"/>
              </a:rPr>
              <a:t>スプラとの</a:t>
            </a:r>
            <a:endParaRPr lang="en-US" altLang="ja-JP" sz="1400" dirty="0">
              <a:latin typeface="Meiryo UI" panose="020B0604030504040204" pitchFamily="50" charset="-128"/>
              <a:ea typeface="Meiryo UI" panose="020B0604030504040204" pitchFamily="50" charset="-128"/>
            </a:endParaRPr>
          </a:p>
          <a:p>
            <a:pPr algn="ctr"/>
            <a:r>
              <a:rPr lang="en-US" altLang="ja-JP" sz="1400" dirty="0">
                <a:latin typeface="Meiryo UI" panose="020B0604030504040204" pitchFamily="50" charset="-128"/>
                <a:ea typeface="Meiryo UI" panose="020B0604030504040204" pitchFamily="50" charset="-128"/>
              </a:rPr>
              <a:t>FIT&amp;GAP</a:t>
            </a:r>
            <a:endParaRPr lang="en-US" altLang="ja-JP" sz="1200" dirty="0">
              <a:latin typeface="Meiryo UI" panose="020B0604030504040204" pitchFamily="50" charset="-128"/>
              <a:ea typeface="Meiryo UI" panose="020B0604030504040204" pitchFamily="50" charset="-128"/>
            </a:endParaRPr>
          </a:p>
        </p:txBody>
      </p:sp>
      <p:sp>
        <p:nvSpPr>
          <p:cNvPr id="43" name="テキスト ボックス 42">
            <a:extLst>
              <a:ext uri="{FF2B5EF4-FFF2-40B4-BE49-F238E27FC236}">
                <a16:creationId xmlns:a16="http://schemas.microsoft.com/office/drawing/2014/main" id="{7858606D-C5FA-C14B-094E-BA8333FD3913}"/>
              </a:ext>
            </a:extLst>
          </p:cNvPr>
          <p:cNvSpPr txBox="1"/>
          <p:nvPr/>
        </p:nvSpPr>
        <p:spPr>
          <a:xfrm>
            <a:off x="6147391" y="1823986"/>
            <a:ext cx="1089671" cy="302495"/>
          </a:xfrm>
          <a:prstGeom prst="rect">
            <a:avLst/>
          </a:prstGeom>
          <a:noFill/>
        </p:spPr>
        <p:txBody>
          <a:bodyPr wrap="square" lIns="0" rIns="0" rtlCol="0">
            <a:noAutofit/>
          </a:bodyPr>
          <a:lstStyle/>
          <a:p>
            <a:pPr algn="l" defTabSz="288000"/>
            <a:r>
              <a:rPr lang="ja-JP" altLang="en-US" sz="1400" dirty="0">
                <a:latin typeface="Meiryo UI" panose="020B0604030504040204" pitchFamily="50" charset="-128"/>
                <a:ea typeface="Meiryo UI" panose="020B0604030504040204" pitchFamily="50" charset="-128"/>
              </a:rPr>
              <a:t>▼進捗定例</a:t>
            </a:r>
            <a:endParaRPr kumimoji="1" lang="ja-JP" altLang="en-US" sz="1400" dirty="0">
              <a:solidFill>
                <a:srgbClr val="4472C4"/>
              </a:solidFill>
              <a:latin typeface="Meiryo UI" panose="020B0604030504040204" pitchFamily="50" charset="-128"/>
              <a:ea typeface="Meiryo UI" panose="020B0604030504040204" pitchFamily="50" charset="-128"/>
            </a:endParaRPr>
          </a:p>
        </p:txBody>
      </p:sp>
      <p:sp>
        <p:nvSpPr>
          <p:cNvPr id="45" name="テキスト ボックス 44">
            <a:extLst>
              <a:ext uri="{FF2B5EF4-FFF2-40B4-BE49-F238E27FC236}">
                <a16:creationId xmlns:a16="http://schemas.microsoft.com/office/drawing/2014/main" id="{7858606D-C5FA-C14B-094E-BA8333FD3913}"/>
              </a:ext>
            </a:extLst>
          </p:cNvPr>
          <p:cNvSpPr txBox="1"/>
          <p:nvPr/>
        </p:nvSpPr>
        <p:spPr>
          <a:xfrm>
            <a:off x="7222954" y="1823986"/>
            <a:ext cx="1089671" cy="302495"/>
          </a:xfrm>
          <a:prstGeom prst="rect">
            <a:avLst/>
          </a:prstGeom>
          <a:noFill/>
        </p:spPr>
        <p:txBody>
          <a:bodyPr wrap="square" lIns="0" rIns="0" rtlCol="0">
            <a:noAutofit/>
          </a:bodyPr>
          <a:lstStyle/>
          <a:p>
            <a:pPr algn="l" defTabSz="288000"/>
            <a:r>
              <a:rPr lang="ja-JP" altLang="en-US" sz="1400" dirty="0">
                <a:latin typeface="Meiryo UI" panose="020B0604030504040204" pitchFamily="50" charset="-128"/>
                <a:ea typeface="Meiryo UI" panose="020B0604030504040204" pitchFamily="50" charset="-128"/>
              </a:rPr>
              <a:t>▼進捗定例</a:t>
            </a:r>
            <a:endParaRPr kumimoji="1" lang="ja-JP" altLang="en-US" sz="1400" dirty="0">
              <a:solidFill>
                <a:srgbClr val="4472C4"/>
              </a:solidFill>
              <a:latin typeface="Meiryo UI" panose="020B0604030504040204" pitchFamily="50" charset="-128"/>
              <a:ea typeface="Meiryo UI" panose="020B0604030504040204" pitchFamily="50" charset="-128"/>
            </a:endParaRPr>
          </a:p>
        </p:txBody>
      </p:sp>
      <p:sp>
        <p:nvSpPr>
          <p:cNvPr id="46" name="テキスト ボックス 45">
            <a:extLst>
              <a:ext uri="{FF2B5EF4-FFF2-40B4-BE49-F238E27FC236}">
                <a16:creationId xmlns:a16="http://schemas.microsoft.com/office/drawing/2014/main" id="{7858606D-C5FA-C14B-094E-BA8333FD3913}"/>
              </a:ext>
            </a:extLst>
          </p:cNvPr>
          <p:cNvSpPr txBox="1"/>
          <p:nvPr/>
        </p:nvSpPr>
        <p:spPr>
          <a:xfrm>
            <a:off x="8244917" y="1823986"/>
            <a:ext cx="1089671" cy="302495"/>
          </a:xfrm>
          <a:prstGeom prst="rect">
            <a:avLst/>
          </a:prstGeom>
          <a:noFill/>
        </p:spPr>
        <p:txBody>
          <a:bodyPr wrap="square" lIns="0" rIns="0" rtlCol="0">
            <a:noAutofit/>
          </a:bodyPr>
          <a:lstStyle/>
          <a:p>
            <a:pPr algn="l" defTabSz="288000"/>
            <a:r>
              <a:rPr lang="ja-JP" altLang="en-US" sz="1400" dirty="0">
                <a:latin typeface="Meiryo UI" panose="020B0604030504040204" pitchFamily="50" charset="-128"/>
                <a:ea typeface="Meiryo UI" panose="020B0604030504040204" pitchFamily="50" charset="-128"/>
              </a:rPr>
              <a:t>▼進捗定例</a:t>
            </a:r>
            <a:endParaRPr kumimoji="1" lang="ja-JP" altLang="en-US" sz="1400" dirty="0">
              <a:solidFill>
                <a:srgbClr val="4472C4"/>
              </a:solidFill>
              <a:latin typeface="Meiryo UI" panose="020B0604030504040204" pitchFamily="50" charset="-128"/>
              <a:ea typeface="Meiryo UI" panose="020B0604030504040204" pitchFamily="50" charset="-128"/>
            </a:endParaRPr>
          </a:p>
        </p:txBody>
      </p:sp>
      <p:sp>
        <p:nvSpPr>
          <p:cNvPr id="47" name="テキスト ボックス 46">
            <a:extLst>
              <a:ext uri="{FF2B5EF4-FFF2-40B4-BE49-F238E27FC236}">
                <a16:creationId xmlns:a16="http://schemas.microsoft.com/office/drawing/2014/main" id="{7858606D-C5FA-C14B-094E-BA8333FD3913}"/>
              </a:ext>
            </a:extLst>
          </p:cNvPr>
          <p:cNvSpPr txBox="1"/>
          <p:nvPr/>
        </p:nvSpPr>
        <p:spPr>
          <a:xfrm>
            <a:off x="9320480" y="1832397"/>
            <a:ext cx="1089671" cy="302495"/>
          </a:xfrm>
          <a:prstGeom prst="rect">
            <a:avLst/>
          </a:prstGeom>
          <a:noFill/>
        </p:spPr>
        <p:txBody>
          <a:bodyPr wrap="square" lIns="0" rIns="0" rtlCol="0">
            <a:noAutofit/>
          </a:bodyPr>
          <a:lstStyle/>
          <a:p>
            <a:pPr algn="l" defTabSz="288000"/>
            <a:r>
              <a:rPr lang="ja-JP" altLang="en-US" sz="1400" dirty="0">
                <a:latin typeface="Meiryo UI" panose="020B0604030504040204" pitchFamily="50" charset="-128"/>
                <a:ea typeface="Meiryo UI" panose="020B0604030504040204" pitchFamily="50" charset="-128"/>
              </a:rPr>
              <a:t>▼進捗定例</a:t>
            </a:r>
            <a:endParaRPr kumimoji="1" lang="ja-JP" altLang="en-US" sz="1400" dirty="0">
              <a:solidFill>
                <a:srgbClr val="4472C4"/>
              </a:solidFill>
              <a:latin typeface="Meiryo UI" panose="020B0604030504040204" pitchFamily="50" charset="-128"/>
              <a:ea typeface="Meiryo UI" panose="020B0604030504040204" pitchFamily="50" charset="-128"/>
            </a:endParaRPr>
          </a:p>
        </p:txBody>
      </p:sp>
      <p:sp>
        <p:nvSpPr>
          <p:cNvPr id="49" name="テキスト ボックス 48">
            <a:extLst>
              <a:ext uri="{FF2B5EF4-FFF2-40B4-BE49-F238E27FC236}">
                <a16:creationId xmlns:a16="http://schemas.microsoft.com/office/drawing/2014/main" id="{7858606D-C5FA-C14B-094E-BA8333FD3913}"/>
              </a:ext>
            </a:extLst>
          </p:cNvPr>
          <p:cNvSpPr txBox="1"/>
          <p:nvPr/>
        </p:nvSpPr>
        <p:spPr>
          <a:xfrm>
            <a:off x="5111262" y="1823986"/>
            <a:ext cx="2259987" cy="302495"/>
          </a:xfrm>
          <a:prstGeom prst="rect">
            <a:avLst/>
          </a:prstGeom>
          <a:noFill/>
        </p:spPr>
        <p:txBody>
          <a:bodyPr wrap="square" lIns="0" rIns="0" rtlCol="0">
            <a:noAutofit/>
          </a:bodyPr>
          <a:lstStyle/>
          <a:p>
            <a:pPr algn="l" defTabSz="288000"/>
            <a:r>
              <a:rPr lang="ja-JP" altLang="en-US" sz="1400" dirty="0">
                <a:latin typeface="Meiryo UI" panose="020B0604030504040204" pitchFamily="50" charset="-128"/>
                <a:ea typeface="Meiryo UI" panose="020B0604030504040204" pitchFamily="50" charset="-128"/>
              </a:rPr>
              <a:t>▼クニエ発注</a:t>
            </a:r>
            <a:endParaRPr kumimoji="1" lang="ja-JP" altLang="en-US" sz="1400" dirty="0">
              <a:solidFill>
                <a:srgbClr val="4472C4"/>
              </a:solidFill>
              <a:latin typeface="Meiryo UI" panose="020B0604030504040204" pitchFamily="50" charset="-128"/>
              <a:ea typeface="Meiryo UI" panose="020B0604030504040204" pitchFamily="50" charset="-128"/>
            </a:endParaRPr>
          </a:p>
        </p:txBody>
      </p:sp>
      <p:sp>
        <p:nvSpPr>
          <p:cNvPr id="50" name="ホームベース 49"/>
          <p:cNvSpPr/>
          <p:nvPr/>
        </p:nvSpPr>
        <p:spPr>
          <a:xfrm>
            <a:off x="6810399" y="2980797"/>
            <a:ext cx="1502226" cy="461031"/>
          </a:xfrm>
          <a:prstGeom prst="homePlate">
            <a:avLst>
              <a:gd name="adj" fmla="val 41497"/>
            </a:avLst>
          </a:prstGeom>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latin typeface="Meiryo UI" panose="020B0604030504040204" pitchFamily="50" charset="-128"/>
                <a:ea typeface="Meiryo UI" panose="020B0604030504040204" pitchFamily="50" charset="-128"/>
              </a:rPr>
              <a:t>課題</a:t>
            </a:r>
            <a:r>
              <a:rPr lang="en-US" altLang="ja-JP" sz="1400" dirty="0">
                <a:latin typeface="Meiryo UI" panose="020B0604030504040204" pitchFamily="50" charset="-128"/>
                <a:ea typeface="Meiryo UI" panose="020B0604030504040204" pitchFamily="50" charset="-128"/>
              </a:rPr>
              <a:t>(GAP)</a:t>
            </a:r>
            <a:r>
              <a:rPr lang="ja-JP" altLang="en-US" sz="1400" dirty="0">
                <a:latin typeface="Meiryo UI" panose="020B0604030504040204" pitchFamily="50" charset="-128"/>
                <a:ea typeface="Meiryo UI" panose="020B0604030504040204" pitchFamily="50" charset="-128"/>
              </a:rPr>
              <a:t>への</a:t>
            </a:r>
            <a:endParaRPr lang="en-US" altLang="ja-JP" sz="1400" dirty="0">
              <a:latin typeface="Meiryo UI" panose="020B0604030504040204" pitchFamily="50" charset="-128"/>
              <a:ea typeface="Meiryo UI" panose="020B0604030504040204" pitchFamily="50" charset="-128"/>
            </a:endParaRPr>
          </a:p>
          <a:p>
            <a:pPr algn="ctr"/>
            <a:r>
              <a:rPr lang="ja-JP" altLang="en-US" sz="1400" dirty="0">
                <a:latin typeface="Meiryo UI" panose="020B0604030504040204" pitchFamily="50" charset="-128"/>
                <a:ea typeface="Meiryo UI" panose="020B0604030504040204" pitchFamily="50" charset="-128"/>
              </a:rPr>
              <a:t>対策案まとめ</a:t>
            </a:r>
            <a:endParaRPr lang="en-US" altLang="ja-JP" sz="1200" dirty="0">
              <a:latin typeface="Meiryo UI" panose="020B0604030504040204" pitchFamily="50" charset="-128"/>
              <a:ea typeface="Meiryo UI" panose="020B0604030504040204" pitchFamily="50" charset="-128"/>
            </a:endParaRPr>
          </a:p>
        </p:txBody>
      </p:sp>
      <p:sp>
        <p:nvSpPr>
          <p:cNvPr id="52" name="ホームベース 51"/>
          <p:cNvSpPr/>
          <p:nvPr/>
        </p:nvSpPr>
        <p:spPr>
          <a:xfrm>
            <a:off x="7371249" y="3558876"/>
            <a:ext cx="2065549" cy="461031"/>
          </a:xfrm>
          <a:prstGeom prst="homePlate">
            <a:avLst>
              <a:gd name="adj" fmla="val 41497"/>
            </a:avLst>
          </a:prstGeom>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latin typeface="Meiryo UI" panose="020B0604030504040204" pitchFamily="50" charset="-128"/>
                <a:ea typeface="Meiryo UI" panose="020B0604030504040204" pitchFamily="50" charset="-128"/>
              </a:rPr>
              <a:t>提言まとめ</a:t>
            </a:r>
            <a:endParaRPr lang="en-US" altLang="ja-JP" sz="1200" dirty="0">
              <a:latin typeface="Meiryo UI" panose="020B0604030504040204" pitchFamily="50" charset="-128"/>
              <a:ea typeface="Meiryo UI" panose="020B0604030504040204" pitchFamily="50" charset="-128"/>
            </a:endParaRPr>
          </a:p>
        </p:txBody>
      </p:sp>
      <p:sp>
        <p:nvSpPr>
          <p:cNvPr id="53" name="ホームベース 52"/>
          <p:cNvSpPr/>
          <p:nvPr/>
        </p:nvSpPr>
        <p:spPr>
          <a:xfrm>
            <a:off x="4459490" y="3558876"/>
            <a:ext cx="2255879" cy="461031"/>
          </a:xfrm>
          <a:prstGeom prst="homePlate">
            <a:avLst>
              <a:gd name="adj" fmla="val 41497"/>
            </a:avLst>
          </a:prstGeom>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dirty="0">
                <a:latin typeface="Meiryo UI" panose="020B0604030504040204" pitchFamily="50" charset="-128"/>
                <a:ea typeface="Meiryo UI" panose="020B0604030504040204" pitchFamily="50" charset="-128"/>
              </a:rPr>
              <a:t>優良事例整理</a:t>
            </a:r>
            <a:endParaRPr lang="en-US" altLang="ja-JP" sz="1200" dirty="0">
              <a:latin typeface="Meiryo UI" panose="020B0604030504040204" pitchFamily="50" charset="-128"/>
              <a:ea typeface="Meiryo UI" panose="020B0604030504040204" pitchFamily="50" charset="-128"/>
            </a:endParaRPr>
          </a:p>
        </p:txBody>
      </p:sp>
      <p:sp>
        <p:nvSpPr>
          <p:cNvPr id="11" name="テキスト ボックス 10"/>
          <p:cNvSpPr txBox="1"/>
          <p:nvPr/>
        </p:nvSpPr>
        <p:spPr>
          <a:xfrm>
            <a:off x="348916" y="4124323"/>
            <a:ext cx="11658706" cy="2084399"/>
          </a:xfrm>
          <a:prstGeom prst="rect">
            <a:avLst/>
          </a:prstGeom>
        </p:spPr>
        <p:txBody>
          <a:bodyPr wrap="square" lIns="72000" tIns="72000" rIns="72000" bIns="72000" rtlCol="0" anchor="t" anchorCtr="0">
            <a:spAutoFit/>
          </a:bodyPr>
          <a:lstStyle/>
          <a:p>
            <a:pPr algn="l"/>
            <a:r>
              <a:rPr kumimoji="1" lang="en-US" altLang="ja-JP" b="1" i="0" dirty="0">
                <a:latin typeface="Century Gothic" panose="020B0502020202020204" pitchFamily="34" charset="0"/>
                <a:ea typeface="Yu Gothic" panose="020B0400000000000000" pitchFamily="34" charset="-128"/>
              </a:rPr>
              <a:t>Agenda</a:t>
            </a:r>
          </a:p>
          <a:p>
            <a:r>
              <a:rPr lang="ja-JP" altLang="en-US" b="1" dirty="0">
                <a:latin typeface="Century Gothic" panose="020B0502020202020204" pitchFamily="34" charset="0"/>
                <a:ea typeface="Yu Gothic" panose="020B0400000000000000" pitchFamily="34" charset="-128"/>
              </a:rPr>
              <a:t>１．データドリブン経営とは</a:t>
            </a:r>
            <a:r>
              <a:rPr lang="en-US" altLang="ja-JP" b="1" dirty="0">
                <a:latin typeface="Century Gothic" panose="020B0502020202020204" pitchFamily="34" charset="0"/>
                <a:ea typeface="Yu Gothic" panose="020B0400000000000000" pitchFamily="34" charset="-128"/>
              </a:rPr>
              <a:t>(</a:t>
            </a:r>
            <a:r>
              <a:rPr lang="ja-JP" altLang="en-US" b="1" dirty="0">
                <a:latin typeface="Century Gothic" panose="020B0502020202020204" pitchFamily="34" charset="0"/>
                <a:ea typeface="Yu Gothic" panose="020B0400000000000000" pitchFamily="34" charset="-128"/>
              </a:rPr>
              <a:t>取組み目的、</a:t>
            </a:r>
            <a:r>
              <a:rPr lang="en-US" altLang="ja-JP" b="1" dirty="0">
                <a:latin typeface="Century Gothic" panose="020B0502020202020204" pitchFamily="34" charset="0"/>
                <a:ea typeface="Yu Gothic" panose="020B0400000000000000" pitchFamily="34" charset="-128"/>
              </a:rPr>
              <a:t>11</a:t>
            </a:r>
            <a:r>
              <a:rPr lang="ja-JP" altLang="en-US" b="1" dirty="0">
                <a:latin typeface="Century Gothic" panose="020B0502020202020204" pitchFamily="34" charset="0"/>
                <a:ea typeface="Yu Gothic" panose="020B0400000000000000" pitchFamily="34" charset="-128"/>
              </a:rPr>
              <a:t>の</a:t>
            </a:r>
            <a:r>
              <a:rPr lang="en-US" altLang="ja-JP" b="1" dirty="0">
                <a:latin typeface="Century Gothic" panose="020B0502020202020204" pitchFamily="34" charset="0"/>
                <a:ea typeface="Yu Gothic" panose="020B0400000000000000" pitchFamily="34" charset="-128"/>
              </a:rPr>
              <a:t>Wheel</a:t>
            </a:r>
            <a:r>
              <a:rPr lang="ja-JP" altLang="en-US" b="1" dirty="0">
                <a:latin typeface="Century Gothic" panose="020B0502020202020204" pitchFamily="34" charset="0"/>
                <a:ea typeface="Yu Gothic" panose="020B0400000000000000" pitchFamily="34" charset="-128"/>
              </a:rPr>
              <a:t>の話、なぜこれらが必要なのかをさらっと</a:t>
            </a:r>
            <a:r>
              <a:rPr lang="en-US" altLang="ja-JP" b="1" dirty="0">
                <a:latin typeface="Century Gothic" panose="020B0502020202020204" pitchFamily="34" charset="0"/>
                <a:ea typeface="Yu Gothic" panose="020B0400000000000000" pitchFamily="34" charset="-128"/>
              </a:rPr>
              <a:t>)</a:t>
            </a:r>
            <a:r>
              <a:rPr lang="ja-JP" altLang="en-US" sz="1600" b="1" dirty="0">
                <a:solidFill>
                  <a:srgbClr val="FF0000"/>
                </a:solidFill>
                <a:latin typeface="Century Gothic" panose="020B0502020202020204" pitchFamily="34" charset="0"/>
                <a:ea typeface="Yu Gothic" panose="020B0400000000000000" pitchFamily="34" charset="-128"/>
              </a:rPr>
              <a:t>・・デファクト</a:t>
            </a:r>
            <a:endParaRPr lang="en-US" altLang="ja-JP" b="1" dirty="0">
              <a:solidFill>
                <a:srgbClr val="FF0000"/>
              </a:solidFill>
              <a:latin typeface="Century Gothic" panose="020B0502020202020204" pitchFamily="34" charset="0"/>
              <a:ea typeface="Yu Gothic" panose="020B0400000000000000" pitchFamily="34" charset="-128"/>
            </a:endParaRPr>
          </a:p>
          <a:p>
            <a:pPr algn="l"/>
            <a:r>
              <a:rPr lang="ja-JP" altLang="en-US" b="1" dirty="0">
                <a:latin typeface="Century Gothic" panose="020B0502020202020204" pitchFamily="34" charset="0"/>
                <a:ea typeface="Yu Gothic" panose="020B0400000000000000" pitchFamily="34" charset="-128"/>
              </a:rPr>
              <a:t>２．データ起点でのマネジメントプロセスを作った事例／データ起点の意思決定プロセスへと変えた事例</a:t>
            </a:r>
            <a:endParaRPr lang="en-US" altLang="ja-JP" b="1" dirty="0">
              <a:latin typeface="Century Gothic" panose="020B0502020202020204" pitchFamily="34" charset="0"/>
              <a:ea typeface="Yu Gothic" panose="020B0400000000000000" pitchFamily="34" charset="-128"/>
            </a:endParaRPr>
          </a:p>
          <a:p>
            <a:pPr algn="l"/>
            <a:r>
              <a:rPr lang="ja-JP" altLang="en-US" b="1" dirty="0">
                <a:latin typeface="Century Gothic" panose="020B0502020202020204" pitchFamily="34" charset="0"/>
                <a:ea typeface="Yu Gothic" panose="020B0400000000000000" pitchFamily="34" charset="-128"/>
              </a:rPr>
              <a:t>　 </a:t>
            </a:r>
            <a:r>
              <a:rPr lang="en-US" altLang="ja-JP" b="1" dirty="0">
                <a:latin typeface="Century Gothic" panose="020B0502020202020204" pitchFamily="34" charset="0"/>
                <a:ea typeface="Yu Gothic" panose="020B0400000000000000" pitchFamily="34" charset="-128"/>
              </a:rPr>
              <a:t>(</a:t>
            </a:r>
            <a:r>
              <a:rPr lang="ja-JP" altLang="en-US" b="1" dirty="0">
                <a:latin typeface="Century Gothic" panose="020B0502020202020204" pitchFamily="34" charset="0"/>
                <a:ea typeface="Yu Gothic" panose="020B0400000000000000" pitchFamily="34" charset="-128"/>
              </a:rPr>
              <a:t>単発的な事例は多分うけない</a:t>
            </a:r>
            <a:r>
              <a:rPr lang="en-US" altLang="ja-JP" b="1" dirty="0">
                <a:latin typeface="Century Gothic" panose="020B0502020202020204" pitchFamily="34" charset="0"/>
                <a:ea typeface="Yu Gothic" panose="020B0400000000000000" pitchFamily="34" charset="-128"/>
              </a:rPr>
              <a:t>※</a:t>
            </a:r>
            <a:r>
              <a:rPr lang="ja-JP" altLang="en-US" b="1" dirty="0">
                <a:latin typeface="Century Gothic" panose="020B0502020202020204" pitchFamily="34" charset="0"/>
                <a:ea typeface="Yu Gothic" panose="020B0400000000000000" pitchFamily="34" charset="-128"/>
              </a:rPr>
              <a:t>新田さん紹介済み</a:t>
            </a:r>
            <a:r>
              <a:rPr lang="en-US" altLang="ja-JP" b="1" dirty="0">
                <a:latin typeface="Century Gothic" panose="020B0502020202020204" pitchFamily="34" charset="0"/>
                <a:ea typeface="Yu Gothic" panose="020B0400000000000000" pitchFamily="34" charset="-128"/>
              </a:rPr>
              <a:t>)</a:t>
            </a:r>
            <a:r>
              <a:rPr lang="ja-JP" altLang="en-US" b="1" dirty="0">
                <a:solidFill>
                  <a:srgbClr val="FF0000"/>
                </a:solidFill>
                <a:latin typeface="Century Gothic" panose="020B0502020202020204" pitchFamily="34" charset="0"/>
                <a:ea typeface="Yu Gothic" panose="020B0400000000000000" pitchFamily="34" charset="-128"/>
              </a:rPr>
              <a:t>・・優良事例からの示唆</a:t>
            </a:r>
            <a:endParaRPr lang="en-US" altLang="ja-JP" b="1" dirty="0">
              <a:solidFill>
                <a:srgbClr val="FF0000"/>
              </a:solidFill>
              <a:latin typeface="Century Gothic" panose="020B0502020202020204" pitchFamily="34" charset="0"/>
              <a:ea typeface="Yu Gothic" panose="020B0400000000000000" pitchFamily="34" charset="-128"/>
            </a:endParaRPr>
          </a:p>
          <a:p>
            <a:r>
              <a:rPr lang="ja-JP" altLang="en-US" b="1" dirty="0">
                <a:latin typeface="Century Gothic" panose="020B0502020202020204" pitchFamily="34" charset="0"/>
                <a:ea typeface="Yu Gothic" panose="020B0400000000000000" pitchFamily="34" charset="-128"/>
              </a:rPr>
              <a:t>３．</a:t>
            </a:r>
            <a:r>
              <a:rPr lang="en-US" altLang="ja-JP" b="1" dirty="0">
                <a:latin typeface="Century Gothic" panose="020B0502020202020204" pitchFamily="34" charset="0"/>
                <a:ea typeface="Yu Gothic" panose="020B0400000000000000" pitchFamily="34" charset="-128"/>
              </a:rPr>
              <a:t>MHI</a:t>
            </a:r>
            <a:r>
              <a:rPr lang="ja-JP" altLang="en-US" b="1" dirty="0">
                <a:latin typeface="Century Gothic" panose="020B0502020202020204" pitchFamily="34" charset="0"/>
                <a:ea typeface="Yu Gothic" panose="020B0400000000000000" pitchFamily="34" charset="-128"/>
              </a:rPr>
              <a:t>の取組みの理解</a:t>
            </a:r>
            <a:r>
              <a:rPr lang="en-US" altLang="ja-JP" b="1" dirty="0">
                <a:latin typeface="Century Gothic" panose="020B0502020202020204" pitchFamily="34" charset="0"/>
                <a:ea typeface="Yu Gothic" panose="020B0400000000000000" pitchFamily="34" charset="-128"/>
              </a:rPr>
              <a:t>(</a:t>
            </a:r>
            <a:r>
              <a:rPr lang="ja-JP" altLang="en-US" b="1" dirty="0">
                <a:latin typeface="Century Gothic" panose="020B0502020202020204" pitchFamily="34" charset="0"/>
                <a:ea typeface="Yu Gothic" panose="020B0400000000000000" pitchFamily="34" charset="-128"/>
              </a:rPr>
              <a:t>次期コーポ</a:t>
            </a:r>
            <a:r>
              <a:rPr lang="en-US" altLang="ja-JP" b="1" dirty="0">
                <a:latin typeface="Century Gothic" panose="020B0502020202020204" pitchFamily="34" charset="0"/>
                <a:ea typeface="Yu Gothic" panose="020B0400000000000000" pitchFamily="34" charset="-128"/>
              </a:rPr>
              <a:t>/D-MAP)</a:t>
            </a:r>
            <a:r>
              <a:rPr lang="ja-JP" altLang="en-US" sz="1400" b="1" dirty="0">
                <a:solidFill>
                  <a:srgbClr val="FF0000"/>
                </a:solidFill>
                <a:latin typeface="Century Gothic" panose="020B0502020202020204" pitchFamily="34" charset="0"/>
                <a:ea typeface="Yu Gothic" panose="020B0400000000000000" pitchFamily="34" charset="-128"/>
              </a:rPr>
              <a:t>・・</a:t>
            </a:r>
            <a:r>
              <a:rPr lang="en-US" altLang="ja-JP" sz="1400" b="1" dirty="0">
                <a:solidFill>
                  <a:srgbClr val="FF0000"/>
                </a:solidFill>
                <a:latin typeface="Century Gothic" panose="020B0502020202020204" pitchFamily="34" charset="0"/>
                <a:ea typeface="Yu Gothic" panose="020B0400000000000000" pitchFamily="34" charset="-128"/>
              </a:rPr>
              <a:t>11</a:t>
            </a:r>
            <a:r>
              <a:rPr lang="ja-JP" altLang="en-US" sz="1400" b="1" dirty="0" err="1">
                <a:solidFill>
                  <a:srgbClr val="FF0000"/>
                </a:solidFill>
                <a:latin typeface="Century Gothic" panose="020B0502020202020204" pitchFamily="34" charset="0"/>
                <a:ea typeface="Yu Gothic" panose="020B0400000000000000" pitchFamily="34" charset="-128"/>
              </a:rPr>
              <a:t>つの</a:t>
            </a:r>
            <a:r>
              <a:rPr lang="ja-JP" altLang="en-US" sz="1400" b="1" dirty="0">
                <a:solidFill>
                  <a:srgbClr val="FF0000"/>
                </a:solidFill>
                <a:latin typeface="Century Gothic" panose="020B0502020202020204" pitchFamily="34" charset="0"/>
                <a:ea typeface="Yu Gothic" panose="020B0400000000000000" pitchFamily="34" charset="-128"/>
              </a:rPr>
              <a:t>うちどこが出来ていないか＋時間軸</a:t>
            </a:r>
            <a:r>
              <a:rPr lang="en-US" altLang="ja-JP" sz="1400" b="1" dirty="0">
                <a:solidFill>
                  <a:srgbClr val="FF0000"/>
                </a:solidFill>
                <a:latin typeface="Century Gothic" panose="020B0502020202020204" pitchFamily="34" charset="0"/>
                <a:ea typeface="Yu Gothic" panose="020B0400000000000000" pitchFamily="34" charset="-128"/>
              </a:rPr>
              <a:t>(GEMS</a:t>
            </a:r>
            <a:r>
              <a:rPr lang="ja-JP" altLang="en-US" sz="1400" b="1" dirty="0">
                <a:solidFill>
                  <a:srgbClr val="FF0000"/>
                </a:solidFill>
                <a:latin typeface="Century Gothic" panose="020B0502020202020204" pitchFamily="34" charset="0"/>
                <a:ea typeface="Yu Gothic" panose="020B0400000000000000" pitchFamily="34" charset="-128"/>
              </a:rPr>
              <a:t>対応の後どうするの？</a:t>
            </a:r>
            <a:r>
              <a:rPr lang="en-US" altLang="ja-JP" sz="1400" b="1" dirty="0">
                <a:solidFill>
                  <a:srgbClr val="FF0000"/>
                </a:solidFill>
                <a:latin typeface="Century Gothic" panose="020B0502020202020204" pitchFamily="34" charset="0"/>
                <a:ea typeface="Yu Gothic" panose="020B0400000000000000" pitchFamily="34" charset="-128"/>
              </a:rPr>
              <a:t>)</a:t>
            </a:r>
            <a:endParaRPr lang="en-US" altLang="ja-JP" b="1" dirty="0">
              <a:solidFill>
                <a:srgbClr val="FF0000"/>
              </a:solidFill>
              <a:latin typeface="Century Gothic" panose="020B0502020202020204" pitchFamily="34" charset="0"/>
              <a:ea typeface="Yu Gothic" panose="020B0400000000000000" pitchFamily="34" charset="-128"/>
            </a:endParaRPr>
          </a:p>
          <a:p>
            <a:pPr algn="l"/>
            <a:r>
              <a:rPr lang="ja-JP" altLang="en-US" b="1" dirty="0">
                <a:latin typeface="Century Gothic" panose="020B0502020202020204" pitchFamily="34" charset="0"/>
                <a:ea typeface="Yu Gothic" panose="020B0400000000000000" pitchFamily="34" charset="-128"/>
              </a:rPr>
              <a:t>４．</a:t>
            </a:r>
            <a:r>
              <a:rPr lang="en-US" altLang="ja-JP" b="1" dirty="0">
                <a:latin typeface="Century Gothic" panose="020B0502020202020204" pitchFamily="34" charset="0"/>
                <a:ea typeface="Yu Gothic" panose="020B0400000000000000" pitchFamily="34" charset="-128"/>
              </a:rPr>
              <a:t>MHI</a:t>
            </a:r>
            <a:r>
              <a:rPr lang="ja-JP" altLang="en-US" b="1" dirty="0">
                <a:latin typeface="Century Gothic" panose="020B0502020202020204" pitchFamily="34" charset="0"/>
                <a:ea typeface="Yu Gothic" panose="020B0400000000000000" pitchFamily="34" charset="-128"/>
              </a:rPr>
              <a:t>の取組みの今後の方向性</a:t>
            </a:r>
            <a:r>
              <a:rPr lang="en-US" altLang="ja-JP" b="1" dirty="0">
                <a:latin typeface="Century Gothic" panose="020B0502020202020204" pitchFamily="34" charset="0"/>
                <a:ea typeface="Yu Gothic" panose="020B0400000000000000" pitchFamily="34" charset="-128"/>
              </a:rPr>
              <a:t>(</a:t>
            </a:r>
            <a:r>
              <a:rPr lang="ja-JP" altLang="en-US" b="1" dirty="0">
                <a:latin typeface="Century Gothic" panose="020B0502020202020204" pitchFamily="34" charset="0"/>
                <a:ea typeface="Yu Gothic" panose="020B0400000000000000" pitchFamily="34" charset="-128"/>
              </a:rPr>
              <a:t>事例</a:t>
            </a:r>
            <a:r>
              <a:rPr lang="en-US" altLang="ja-JP" b="1" dirty="0">
                <a:latin typeface="Century Gothic" panose="020B0502020202020204" pitchFamily="34" charset="0"/>
                <a:ea typeface="Yu Gothic" panose="020B0400000000000000" pitchFamily="34" charset="-128"/>
              </a:rPr>
              <a:t>or</a:t>
            </a:r>
            <a:r>
              <a:rPr lang="ja-JP" altLang="en-US" b="1" dirty="0" err="1">
                <a:latin typeface="Century Gothic" panose="020B0502020202020204" pitchFamily="34" charset="0"/>
                <a:ea typeface="Yu Gothic" panose="020B0400000000000000" pitchFamily="34" charset="-128"/>
              </a:rPr>
              <a:t>べ</a:t>
            </a:r>
            <a:r>
              <a:rPr lang="ja-JP" altLang="en-US" b="1" dirty="0">
                <a:latin typeface="Century Gothic" panose="020B0502020202020204" pitchFamily="34" charset="0"/>
                <a:ea typeface="Yu Gothic" panose="020B0400000000000000" pitchFamily="34" charset="-128"/>
              </a:rPr>
              <a:t>スプラと対比した不足への取組み案</a:t>
            </a:r>
            <a:r>
              <a:rPr lang="en-US" altLang="ja-JP" b="1" dirty="0">
                <a:latin typeface="Century Gothic" panose="020B0502020202020204" pitchFamily="34" charset="0"/>
                <a:ea typeface="Yu Gothic" panose="020B0400000000000000" pitchFamily="34" charset="-128"/>
              </a:rPr>
              <a:t>+</a:t>
            </a:r>
            <a:r>
              <a:rPr lang="ja-JP" altLang="en-US" b="1" dirty="0">
                <a:latin typeface="Century Gothic" panose="020B0502020202020204" pitchFamily="34" charset="0"/>
                <a:ea typeface="Yu Gothic" panose="020B0400000000000000" pitchFamily="34" charset="-128"/>
              </a:rPr>
              <a:t>今後の進め方イメージ</a:t>
            </a:r>
            <a:r>
              <a:rPr lang="en-US" altLang="ja-JP" b="1" dirty="0">
                <a:latin typeface="Century Gothic" panose="020B0502020202020204" pitchFamily="34" charset="0"/>
                <a:ea typeface="Yu Gothic" panose="020B0400000000000000" pitchFamily="34" charset="-128"/>
              </a:rPr>
              <a:t>)</a:t>
            </a:r>
          </a:p>
          <a:p>
            <a:pPr algn="l"/>
            <a:r>
              <a:rPr lang="ja-JP" altLang="en-US" b="1" dirty="0">
                <a:solidFill>
                  <a:srgbClr val="FF0000"/>
                </a:solidFill>
                <a:latin typeface="Century Gothic" panose="020B0502020202020204" pitchFamily="34" charset="0"/>
                <a:ea typeface="Yu Gothic" panose="020B0400000000000000" pitchFamily="34" charset="-128"/>
              </a:rPr>
              <a:t>　</a:t>
            </a:r>
            <a:r>
              <a:rPr lang="ja-JP" altLang="en-US" sz="1400" b="1" dirty="0">
                <a:solidFill>
                  <a:srgbClr val="FF0000"/>
                </a:solidFill>
                <a:latin typeface="Century Gothic" panose="020B0502020202020204" pitchFamily="34" charset="0"/>
                <a:ea typeface="Yu Gothic" panose="020B0400000000000000" pitchFamily="34" charset="-128"/>
              </a:rPr>
              <a:t>・・・例えば旧三菱パワーの事業部を巻き込む </a:t>
            </a:r>
            <a:r>
              <a:rPr lang="en-US" altLang="ja-JP" sz="1400" b="1" dirty="0">
                <a:solidFill>
                  <a:srgbClr val="FF0000"/>
                </a:solidFill>
                <a:latin typeface="Century Gothic" panose="020B0502020202020204" pitchFamily="34" charset="0"/>
                <a:ea typeface="Yu Gothic" panose="020B0400000000000000" pitchFamily="34" charset="-128"/>
              </a:rPr>
              <a:t>(</a:t>
            </a:r>
            <a:r>
              <a:rPr lang="ja-JP" altLang="en-US" sz="1400" b="1" dirty="0">
                <a:solidFill>
                  <a:srgbClr val="FF0000"/>
                </a:solidFill>
                <a:latin typeface="Century Gothic" panose="020B0502020202020204" pitchFamily="34" charset="0"/>
                <a:ea typeface="Yu Gothic" panose="020B0400000000000000" pitchFamily="34" charset="-128"/>
              </a:rPr>
              <a:t>長崎？</a:t>
            </a:r>
            <a:r>
              <a:rPr lang="en-US" altLang="ja-JP" sz="1400" b="1" dirty="0">
                <a:solidFill>
                  <a:srgbClr val="FF0000"/>
                </a:solidFill>
                <a:latin typeface="Century Gothic" panose="020B0502020202020204" pitchFamily="34" charset="0"/>
                <a:ea typeface="Yu Gothic" panose="020B0400000000000000" pitchFamily="34" charset="-128"/>
              </a:rPr>
              <a:t>)</a:t>
            </a:r>
          </a:p>
        </p:txBody>
      </p:sp>
      <p:sp>
        <p:nvSpPr>
          <p:cNvPr id="54" name="ホームベース 53"/>
          <p:cNvSpPr/>
          <p:nvPr/>
        </p:nvSpPr>
        <p:spPr>
          <a:xfrm>
            <a:off x="9095715" y="2232131"/>
            <a:ext cx="1314436" cy="461031"/>
          </a:xfrm>
          <a:prstGeom prst="homePlate">
            <a:avLst>
              <a:gd name="adj" fmla="val 41497"/>
            </a:avLst>
          </a:prstGeom>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dirty="0">
                <a:latin typeface="Meiryo UI" panose="020B0604030504040204" pitchFamily="50" charset="-128"/>
                <a:ea typeface="Meiryo UI" panose="020B0604030504040204" pitchFamily="50" charset="-128"/>
              </a:rPr>
              <a:t>杉山さん定例での</a:t>
            </a:r>
            <a:endParaRPr lang="en-US" altLang="ja-JP" sz="1200" dirty="0">
              <a:latin typeface="Meiryo UI" panose="020B0604030504040204" pitchFamily="50" charset="-128"/>
              <a:ea typeface="Meiryo UI" panose="020B0604030504040204" pitchFamily="50" charset="-128"/>
            </a:endParaRPr>
          </a:p>
          <a:p>
            <a:pPr algn="ctr"/>
            <a:r>
              <a:rPr lang="ja-JP" altLang="en-US" sz="1200" dirty="0">
                <a:latin typeface="Meiryo UI" panose="020B0604030504040204" pitchFamily="50" charset="-128"/>
                <a:ea typeface="Meiryo UI" panose="020B0604030504040204" pitchFamily="50" charset="-128"/>
              </a:rPr>
              <a:t>事前レビュー</a:t>
            </a:r>
            <a:endParaRPr lang="en-US" altLang="ja-JP" sz="1100" dirty="0">
              <a:latin typeface="Meiryo UI" panose="020B0604030504040204" pitchFamily="50" charset="-128"/>
              <a:ea typeface="Meiryo UI" panose="020B0604030504040204" pitchFamily="50" charset="-128"/>
            </a:endParaRPr>
          </a:p>
        </p:txBody>
      </p:sp>
      <p:sp>
        <p:nvSpPr>
          <p:cNvPr id="56" name="ホームベース 55"/>
          <p:cNvSpPr/>
          <p:nvPr/>
        </p:nvSpPr>
        <p:spPr>
          <a:xfrm>
            <a:off x="7746805" y="2243529"/>
            <a:ext cx="1314436" cy="461031"/>
          </a:xfrm>
          <a:prstGeom prst="homePlate">
            <a:avLst>
              <a:gd name="adj" fmla="val 41497"/>
            </a:avLst>
          </a:prstGeom>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200" dirty="0">
                <a:latin typeface="Meiryo UI" panose="020B0604030504040204" pitchFamily="50" charset="-128"/>
                <a:ea typeface="Meiryo UI" panose="020B0604030504040204" pitchFamily="50" charset="-128"/>
              </a:rPr>
              <a:t>小布施さん、小祝さん説明</a:t>
            </a:r>
            <a:endParaRPr lang="en-US" altLang="ja-JP" sz="11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265625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2697BD2-AC9F-E8C5-3B79-9210DB26ABCA}"/>
              </a:ext>
            </a:extLst>
          </p:cNvPr>
          <p:cNvSpPr>
            <a:spLocks noGrp="1"/>
          </p:cNvSpPr>
          <p:nvPr>
            <p:ph type="title"/>
          </p:nvPr>
        </p:nvSpPr>
        <p:spPr/>
        <p:txBody>
          <a:bodyPr/>
          <a:lstStyle/>
          <a:p>
            <a:r>
              <a:rPr kumimoji="1" lang="ja-JP" altLang="en-US" dirty="0"/>
              <a:t>データドリブン経営トップ提言</a:t>
            </a:r>
            <a:endParaRPr lang="en-US" dirty="0"/>
          </a:p>
        </p:txBody>
      </p:sp>
      <p:sp>
        <p:nvSpPr>
          <p:cNvPr id="7" name="Text Placeholder 6">
            <a:extLst>
              <a:ext uri="{FF2B5EF4-FFF2-40B4-BE49-F238E27FC236}">
                <a16:creationId xmlns:a16="http://schemas.microsoft.com/office/drawing/2014/main" id="{E727B223-7204-4CD2-5EAD-485EDE9B9334}"/>
              </a:ext>
            </a:extLst>
          </p:cNvPr>
          <p:cNvSpPr>
            <a:spLocks noGrp="1"/>
          </p:cNvSpPr>
          <p:nvPr>
            <p:ph type="body" sz="quarter" idx="12"/>
          </p:nvPr>
        </p:nvSpPr>
        <p:spPr/>
        <p:txBody>
          <a:bodyPr/>
          <a:lstStyle/>
          <a:p>
            <a:r>
              <a:rPr lang="en-US" altLang="ja-JP" dirty="0"/>
              <a:t>2023/12/01</a:t>
            </a:r>
            <a:endParaRPr lang="en-US" dirty="0"/>
          </a:p>
        </p:txBody>
      </p:sp>
      <p:sp>
        <p:nvSpPr>
          <p:cNvPr id="4" name="Slide Number Placeholder 3">
            <a:extLst>
              <a:ext uri="{FF2B5EF4-FFF2-40B4-BE49-F238E27FC236}">
                <a16:creationId xmlns:a16="http://schemas.microsoft.com/office/drawing/2014/main" id="{C4650E45-5352-9173-2309-1AC89D0E24A8}"/>
              </a:ext>
            </a:extLst>
          </p:cNvPr>
          <p:cNvSpPr>
            <a:spLocks noGrp="1"/>
          </p:cNvSpPr>
          <p:nvPr>
            <p:ph type="sldNum" sz="quarter" idx="13"/>
          </p:nvPr>
        </p:nvSpPr>
        <p:spPr/>
        <p:txBody>
          <a:bodyPr/>
          <a:lstStyle/>
          <a:p>
            <a:pPr>
              <a:defRPr/>
            </a:pPr>
            <a:fld id="{3762D5E5-80D6-F84E-AE37-D21AA22A993B}" type="slidenum">
              <a:rPr lang="ja-JP" altLang="en-US" smtClean="0"/>
              <a:pPr>
                <a:defRPr/>
              </a:pPr>
              <a:t>2</a:t>
            </a:fld>
            <a:endParaRPr lang="ja-JP" altLang="en-US"/>
          </a:p>
        </p:txBody>
      </p:sp>
    </p:spTree>
    <p:extLst>
      <p:ext uri="{BB962C8B-B14F-4D97-AF65-F5344CB8AC3E}">
        <p14:creationId xmlns:p14="http://schemas.microsoft.com/office/powerpoint/2010/main" val="4122014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49D1F79-EC10-BBB8-9793-5122E7664EED}"/>
              </a:ext>
            </a:extLst>
          </p:cNvPr>
          <p:cNvSpPr>
            <a:spLocks noGrp="1"/>
          </p:cNvSpPr>
          <p:nvPr>
            <p:ph type="ctrTitle"/>
          </p:nvPr>
        </p:nvSpPr>
        <p:spPr/>
        <p:txBody>
          <a:bodyPr/>
          <a:lstStyle/>
          <a:p>
            <a:endParaRPr lang="en-US"/>
          </a:p>
        </p:txBody>
      </p:sp>
      <p:sp>
        <p:nvSpPr>
          <p:cNvPr id="7" name="Text Placeholder 6">
            <a:extLst>
              <a:ext uri="{FF2B5EF4-FFF2-40B4-BE49-F238E27FC236}">
                <a16:creationId xmlns:a16="http://schemas.microsoft.com/office/drawing/2014/main" id="{97E662D0-287E-CBE4-2627-514D14ACD13A}"/>
              </a:ext>
            </a:extLst>
          </p:cNvPr>
          <p:cNvSpPr>
            <a:spLocks noGrp="1"/>
          </p:cNvSpPr>
          <p:nvPr>
            <p:ph type="body" sz="quarter" idx="10"/>
          </p:nvPr>
        </p:nvSpPr>
        <p:spPr/>
        <p:txBody>
          <a:bodyPr/>
          <a:lstStyle/>
          <a:p>
            <a:pPr marL="457200" indent="-457200">
              <a:buFont typeface="+mj-lt"/>
              <a:buAutoNum type="arabicPeriod"/>
            </a:pPr>
            <a:r>
              <a:rPr lang="ja-JP" altLang="en-US" dirty="0"/>
              <a:t>データミックス経営とは</a:t>
            </a:r>
            <a:endParaRPr lang="en-US" altLang="ja-JP" dirty="0"/>
          </a:p>
          <a:p>
            <a:pPr marL="457200" indent="-457200">
              <a:buFont typeface="+mj-lt"/>
              <a:buAutoNum type="arabicPeriod"/>
            </a:pPr>
            <a:r>
              <a:rPr lang="ja-JP" altLang="en-US" dirty="0"/>
              <a:t>データ活用の先進事例</a:t>
            </a:r>
            <a:endParaRPr lang="en-US" altLang="ja-JP" dirty="0"/>
          </a:p>
          <a:p>
            <a:pPr marL="457200" indent="-457200">
              <a:buFont typeface="+mj-lt"/>
              <a:buAutoNum type="arabicPeriod"/>
            </a:pPr>
            <a:r>
              <a:rPr lang="en-US" altLang="ja-JP" dirty="0"/>
              <a:t>MHI</a:t>
            </a:r>
            <a:r>
              <a:rPr lang="ja-JP" altLang="en-US" dirty="0"/>
              <a:t>の取り組み状況に関する弊社理解</a:t>
            </a:r>
            <a:endParaRPr lang="en-US" altLang="ja-JP" dirty="0"/>
          </a:p>
          <a:p>
            <a:pPr marL="457200" indent="-457200">
              <a:buFont typeface="+mj-lt"/>
              <a:buAutoNum type="arabicPeriod"/>
            </a:pPr>
            <a:r>
              <a:rPr lang="en-US" altLang="ja-JP" b="1" dirty="0">
                <a:latin typeface="Century Gothic" panose="020B0502020202020204" pitchFamily="34" charset="0"/>
                <a:ea typeface="Yu Gothic" panose="020B0400000000000000" pitchFamily="34" charset="-128"/>
              </a:rPr>
              <a:t>MHI</a:t>
            </a:r>
            <a:r>
              <a:rPr lang="ja-JP" altLang="en-US" b="1" dirty="0">
                <a:latin typeface="Century Gothic" panose="020B0502020202020204" pitchFamily="34" charset="0"/>
                <a:ea typeface="Yu Gothic" panose="020B0400000000000000" pitchFamily="34" charset="-128"/>
              </a:rPr>
              <a:t>の取組みの今後の方向性</a:t>
            </a:r>
            <a:endParaRPr lang="en-US" altLang="ja-JP" dirty="0"/>
          </a:p>
          <a:p>
            <a:pPr marL="457200" indent="-457200">
              <a:buFont typeface="+mj-lt"/>
              <a:buAutoNum type="arabicPeriod"/>
            </a:pPr>
            <a:endParaRPr lang="en-US" dirty="0"/>
          </a:p>
        </p:txBody>
      </p:sp>
      <p:sp>
        <p:nvSpPr>
          <p:cNvPr id="4" name="Slide Number Placeholder 3">
            <a:extLst>
              <a:ext uri="{FF2B5EF4-FFF2-40B4-BE49-F238E27FC236}">
                <a16:creationId xmlns:a16="http://schemas.microsoft.com/office/drawing/2014/main" id="{3CF2FDB0-FB46-C750-3D65-052C1AD6D8A7}"/>
              </a:ext>
            </a:extLst>
          </p:cNvPr>
          <p:cNvSpPr>
            <a:spLocks noGrp="1"/>
          </p:cNvSpPr>
          <p:nvPr>
            <p:ph type="sldNum" sz="quarter" idx="11"/>
          </p:nvPr>
        </p:nvSpPr>
        <p:spPr/>
        <p:txBody>
          <a:bodyPr/>
          <a:lstStyle/>
          <a:p>
            <a:pPr>
              <a:defRPr/>
            </a:pPr>
            <a:fld id="{C4E8A190-B4F7-5E43-8E35-1F0B34BE6BE1}" type="slidenum">
              <a:rPr lang="ja-JP" altLang="en-US" smtClean="0"/>
              <a:pPr>
                <a:defRPr/>
              </a:pPr>
              <a:t>3</a:t>
            </a:fld>
            <a:endParaRPr lang="ja-JP" altLang="en-US"/>
          </a:p>
        </p:txBody>
      </p:sp>
      <p:sp>
        <p:nvSpPr>
          <p:cNvPr id="5" name="Date Placeholder 4">
            <a:extLst>
              <a:ext uri="{FF2B5EF4-FFF2-40B4-BE49-F238E27FC236}">
                <a16:creationId xmlns:a16="http://schemas.microsoft.com/office/drawing/2014/main" id="{CFF78A92-C5E2-BDF9-E931-17ECB53FAD8B}"/>
              </a:ext>
            </a:extLst>
          </p:cNvPr>
          <p:cNvSpPr>
            <a:spLocks noGrp="1"/>
          </p:cNvSpPr>
          <p:nvPr>
            <p:ph type="dt" sz="half" idx="12"/>
          </p:nvPr>
        </p:nvSpPr>
        <p:spPr/>
        <p:txBody>
          <a:bodyPr/>
          <a:lstStyle/>
          <a:p>
            <a:pPr>
              <a:defRPr/>
            </a:pPr>
            <a:fld id="{6E157380-B8BF-004C-8A68-97A50FC22056}" type="datetime1">
              <a:rPr lang="ja-JP" altLang="en-US" smtClean="0"/>
              <a:pPr>
                <a:defRPr/>
              </a:pPr>
              <a:t>2023/10/17</a:t>
            </a:fld>
            <a:endParaRPr lang="ja-JP" altLang="en-US"/>
          </a:p>
        </p:txBody>
      </p:sp>
    </p:spTree>
    <p:extLst>
      <p:ext uri="{BB962C8B-B14F-4D97-AF65-F5344CB8AC3E}">
        <p14:creationId xmlns:p14="http://schemas.microsoft.com/office/powerpoint/2010/main" val="1005998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3109063-E405-2C2A-71E1-C2A451F4059E}"/>
              </a:ext>
            </a:extLst>
          </p:cNvPr>
          <p:cNvSpPr>
            <a:spLocks noGrp="1"/>
          </p:cNvSpPr>
          <p:nvPr>
            <p:ph type="ctrTitle"/>
          </p:nvPr>
        </p:nvSpPr>
        <p:spPr/>
        <p:txBody>
          <a:bodyPr/>
          <a:lstStyle/>
          <a:p>
            <a:r>
              <a:rPr lang="ja-JP" altLang="en-US" dirty="0"/>
              <a:t>データミックス経営とは</a:t>
            </a:r>
            <a:endParaRPr lang="en-US" dirty="0"/>
          </a:p>
        </p:txBody>
      </p:sp>
      <p:sp>
        <p:nvSpPr>
          <p:cNvPr id="4" name="Slide Number Placeholder 3">
            <a:extLst>
              <a:ext uri="{FF2B5EF4-FFF2-40B4-BE49-F238E27FC236}">
                <a16:creationId xmlns:a16="http://schemas.microsoft.com/office/drawing/2014/main" id="{CCAE6D70-152E-7D92-93AB-BA00CE6E7F2F}"/>
              </a:ext>
            </a:extLst>
          </p:cNvPr>
          <p:cNvSpPr>
            <a:spLocks noGrp="1"/>
          </p:cNvSpPr>
          <p:nvPr>
            <p:ph type="sldNum" sz="quarter" idx="14"/>
          </p:nvPr>
        </p:nvSpPr>
        <p:spPr/>
        <p:txBody>
          <a:bodyPr/>
          <a:lstStyle/>
          <a:p>
            <a:pPr>
              <a:defRPr/>
            </a:pPr>
            <a:fld id="{98801705-9237-B248-8CCD-5AE70991EC85}" type="slidenum">
              <a:rPr lang="ja-JP" altLang="en-US" smtClean="0"/>
              <a:pPr>
                <a:defRPr/>
              </a:pPr>
              <a:t>4</a:t>
            </a:fld>
            <a:endParaRPr lang="ja-JP" altLang="en-US"/>
          </a:p>
        </p:txBody>
      </p:sp>
    </p:spTree>
    <p:extLst>
      <p:ext uri="{BB962C8B-B14F-4D97-AF65-F5344CB8AC3E}">
        <p14:creationId xmlns:p14="http://schemas.microsoft.com/office/powerpoint/2010/main" val="3055326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CE668E6-04C6-D35C-2CE4-2A4844EAE493}"/>
              </a:ext>
            </a:extLst>
          </p:cNvPr>
          <p:cNvSpPr>
            <a:spLocks noGrp="1"/>
          </p:cNvSpPr>
          <p:nvPr>
            <p:ph type="body" sz="quarter" idx="10"/>
          </p:nvPr>
        </p:nvSpPr>
        <p:spPr>
          <a:xfrm>
            <a:off x="348916" y="695320"/>
            <a:ext cx="11494169" cy="4989094"/>
          </a:xfrm>
        </p:spPr>
        <p:txBody>
          <a:bodyPr/>
          <a:lstStyle/>
          <a:p>
            <a:r>
              <a:rPr lang="ja-JP" altLang="en-US" dirty="0"/>
              <a:t>社内の様々なデータを、その精度や意思決定の種類によって適材適所に活用できるように整備することで経営者の価値創造に向けた意思決定をより合理的かつ客観的なものにする仕組みを指します。</a:t>
            </a:r>
            <a:endParaRPr lang="en-US" dirty="0"/>
          </a:p>
        </p:txBody>
      </p:sp>
      <p:sp>
        <p:nvSpPr>
          <p:cNvPr id="9" name="Title 8">
            <a:extLst>
              <a:ext uri="{FF2B5EF4-FFF2-40B4-BE49-F238E27FC236}">
                <a16:creationId xmlns:a16="http://schemas.microsoft.com/office/drawing/2014/main" id="{EF02C525-1BCB-F602-73A6-370E9B93691D}"/>
              </a:ext>
            </a:extLst>
          </p:cNvPr>
          <p:cNvSpPr>
            <a:spLocks noGrp="1"/>
          </p:cNvSpPr>
          <p:nvPr>
            <p:ph type="ctrTitle"/>
          </p:nvPr>
        </p:nvSpPr>
        <p:spPr/>
        <p:txBody>
          <a:bodyPr/>
          <a:lstStyle/>
          <a:p>
            <a:r>
              <a:rPr lang="ja-JP" altLang="en-US" dirty="0"/>
              <a:t>データミックス経営とは</a:t>
            </a:r>
            <a:endParaRPr lang="en-US" dirty="0"/>
          </a:p>
        </p:txBody>
      </p:sp>
      <p:sp>
        <p:nvSpPr>
          <p:cNvPr id="4" name="Slide Number Placeholder 3">
            <a:extLst>
              <a:ext uri="{FF2B5EF4-FFF2-40B4-BE49-F238E27FC236}">
                <a16:creationId xmlns:a16="http://schemas.microsoft.com/office/drawing/2014/main" id="{2D3D5EF6-699C-E71E-9C02-B3B020521C16}"/>
              </a:ext>
            </a:extLst>
          </p:cNvPr>
          <p:cNvSpPr>
            <a:spLocks noGrp="1"/>
          </p:cNvSpPr>
          <p:nvPr>
            <p:ph type="sldNum" sz="quarter" idx="11"/>
          </p:nvPr>
        </p:nvSpPr>
        <p:spPr/>
        <p:txBody>
          <a:bodyPr/>
          <a:lstStyle/>
          <a:p>
            <a:pPr>
              <a:defRPr/>
            </a:pPr>
            <a:fld id="{98801705-9237-B248-8CCD-5AE70991EC85}" type="slidenum">
              <a:rPr lang="ja-JP" altLang="en-US" smtClean="0"/>
              <a:pPr>
                <a:defRPr/>
              </a:pPr>
              <a:t>5</a:t>
            </a:fld>
            <a:endParaRPr lang="ja-JP" altLang="en-US"/>
          </a:p>
        </p:txBody>
      </p:sp>
      <p:cxnSp>
        <p:nvCxnSpPr>
          <p:cNvPr id="12" name="Straight Arrow Connector 11">
            <a:extLst>
              <a:ext uri="{FF2B5EF4-FFF2-40B4-BE49-F238E27FC236}">
                <a16:creationId xmlns:a16="http://schemas.microsoft.com/office/drawing/2014/main" id="{C562905D-1B97-73D6-E490-1BF7EA52A995}"/>
              </a:ext>
            </a:extLst>
          </p:cNvPr>
          <p:cNvCxnSpPr>
            <a:cxnSpLocks/>
            <a:stCxn id="22" idx="3"/>
            <a:endCxn id="24" idx="1"/>
          </p:cNvCxnSpPr>
          <p:nvPr/>
        </p:nvCxnSpPr>
        <p:spPr>
          <a:xfrm>
            <a:off x="744305" y="3723423"/>
            <a:ext cx="107007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B946907-08B0-ED84-9B2B-D6F325FBF61E}"/>
              </a:ext>
            </a:extLst>
          </p:cNvPr>
          <p:cNvSpPr txBox="1"/>
          <p:nvPr/>
        </p:nvSpPr>
        <p:spPr>
          <a:xfrm>
            <a:off x="5215391" y="1494584"/>
            <a:ext cx="1761234" cy="360850"/>
          </a:xfrm>
          <a:prstGeom prst="rect">
            <a:avLst/>
          </a:prstGeom>
        </p:spPr>
        <p:txBody>
          <a:bodyPr wrap="none" lIns="72000" tIns="72000" rIns="72000" bIns="72000" rtlCol="0" anchor="ctr" anchorCtr="0">
            <a:spAutoFit/>
          </a:bodyPr>
          <a:lstStyle/>
          <a:p>
            <a:pPr algn="ctr"/>
            <a:r>
              <a:rPr kumimoji="1" lang="ja-JP" altLang="en-US" sz="1400" b="1" i="0" dirty="0">
                <a:latin typeface="Century Gothic" panose="020B0502020202020204" pitchFamily="34" charset="0"/>
                <a:ea typeface="Yu Gothic" panose="020B0400000000000000" pitchFamily="34" charset="-128"/>
              </a:rPr>
              <a:t>明確なアウトプット</a:t>
            </a:r>
            <a:endParaRPr kumimoji="1" lang="en-US" sz="1400" b="1" i="0" dirty="0">
              <a:latin typeface="Century Gothic" panose="020B0502020202020204" pitchFamily="34" charset="0"/>
              <a:ea typeface="Yu Gothic" panose="020B0400000000000000" pitchFamily="34" charset="-128"/>
            </a:endParaRPr>
          </a:p>
        </p:txBody>
      </p:sp>
      <p:sp>
        <p:nvSpPr>
          <p:cNvPr id="16" name="TextBox 15">
            <a:extLst>
              <a:ext uri="{FF2B5EF4-FFF2-40B4-BE49-F238E27FC236}">
                <a16:creationId xmlns:a16="http://schemas.microsoft.com/office/drawing/2014/main" id="{2A347A5C-BF4D-1D84-F435-B109D0A15161}"/>
              </a:ext>
            </a:extLst>
          </p:cNvPr>
          <p:cNvSpPr txBox="1"/>
          <p:nvPr/>
        </p:nvSpPr>
        <p:spPr>
          <a:xfrm>
            <a:off x="5125624" y="5591412"/>
            <a:ext cx="1940771" cy="360850"/>
          </a:xfrm>
          <a:prstGeom prst="rect">
            <a:avLst/>
          </a:prstGeom>
        </p:spPr>
        <p:txBody>
          <a:bodyPr wrap="none" lIns="72000" tIns="72000" rIns="72000" bIns="72000" rtlCol="0" anchor="ctr" anchorCtr="0">
            <a:spAutoFit/>
          </a:bodyPr>
          <a:lstStyle/>
          <a:p>
            <a:pPr algn="ctr"/>
            <a:r>
              <a:rPr kumimoji="1" lang="ja-JP" altLang="en-US" sz="1400" b="1" i="0" dirty="0">
                <a:latin typeface="Century Gothic" panose="020B0502020202020204" pitchFamily="34" charset="0"/>
                <a:ea typeface="Yu Gothic" panose="020B0400000000000000" pitchFamily="34" charset="-128"/>
              </a:rPr>
              <a:t>概念的なアウトプット</a:t>
            </a:r>
            <a:endParaRPr kumimoji="1" lang="en-US" sz="1400" b="1" i="0" dirty="0">
              <a:latin typeface="Century Gothic" panose="020B0502020202020204" pitchFamily="34" charset="0"/>
              <a:ea typeface="Yu Gothic" panose="020B0400000000000000" pitchFamily="34" charset="-128"/>
            </a:endParaRPr>
          </a:p>
        </p:txBody>
      </p:sp>
      <p:cxnSp>
        <p:nvCxnSpPr>
          <p:cNvPr id="20" name="Straight Arrow Connector 19">
            <a:extLst>
              <a:ext uri="{FF2B5EF4-FFF2-40B4-BE49-F238E27FC236}">
                <a16:creationId xmlns:a16="http://schemas.microsoft.com/office/drawing/2014/main" id="{71991C4D-F758-AED7-9198-DDDC37509D51}"/>
              </a:ext>
            </a:extLst>
          </p:cNvPr>
          <p:cNvCxnSpPr>
            <a:stCxn id="16" idx="0"/>
            <a:endCxn id="15" idx="2"/>
          </p:cNvCxnSpPr>
          <p:nvPr/>
        </p:nvCxnSpPr>
        <p:spPr>
          <a:xfrm flipH="1" flipV="1">
            <a:off x="6096008" y="1855434"/>
            <a:ext cx="2" cy="37359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04E91C9-1051-BDB3-263E-42BC808E6581}"/>
              </a:ext>
            </a:extLst>
          </p:cNvPr>
          <p:cNvSpPr txBox="1"/>
          <p:nvPr/>
        </p:nvSpPr>
        <p:spPr>
          <a:xfrm>
            <a:off x="383455" y="2629358"/>
            <a:ext cx="360850" cy="2188130"/>
          </a:xfrm>
          <a:prstGeom prst="rect">
            <a:avLst/>
          </a:prstGeom>
        </p:spPr>
        <p:txBody>
          <a:bodyPr vert="eaVert" wrap="square" lIns="72000" tIns="72000" rIns="72000" bIns="72000" rtlCol="0" anchor="ctr" anchorCtr="0">
            <a:spAutoFit/>
          </a:bodyPr>
          <a:lstStyle/>
          <a:p>
            <a:pPr algn="ctr"/>
            <a:r>
              <a:rPr kumimoji="1" lang="ja-JP" altLang="en-US" sz="1400" b="1" i="0" dirty="0">
                <a:latin typeface="Century Gothic" panose="020B0502020202020204" pitchFamily="34" charset="0"/>
                <a:ea typeface="Yu Gothic" panose="020B0400000000000000" pitchFamily="34" charset="-128"/>
              </a:rPr>
              <a:t>低いデータ精度</a:t>
            </a:r>
            <a:endParaRPr kumimoji="1" lang="en-US" sz="1400" b="1" i="0" dirty="0">
              <a:latin typeface="Century Gothic" panose="020B0502020202020204" pitchFamily="34" charset="0"/>
              <a:ea typeface="Yu Gothic" panose="020B0400000000000000" pitchFamily="34" charset="-128"/>
            </a:endParaRPr>
          </a:p>
        </p:txBody>
      </p:sp>
      <p:sp>
        <p:nvSpPr>
          <p:cNvPr id="24" name="TextBox 23">
            <a:extLst>
              <a:ext uri="{FF2B5EF4-FFF2-40B4-BE49-F238E27FC236}">
                <a16:creationId xmlns:a16="http://schemas.microsoft.com/office/drawing/2014/main" id="{A8DA2576-8217-9663-D315-362C94394B35}"/>
              </a:ext>
            </a:extLst>
          </p:cNvPr>
          <p:cNvSpPr txBox="1"/>
          <p:nvPr/>
        </p:nvSpPr>
        <p:spPr>
          <a:xfrm>
            <a:off x="11445059" y="2629358"/>
            <a:ext cx="360850" cy="2188130"/>
          </a:xfrm>
          <a:prstGeom prst="rect">
            <a:avLst/>
          </a:prstGeom>
        </p:spPr>
        <p:txBody>
          <a:bodyPr vert="eaVert" wrap="square" lIns="72000" tIns="72000" rIns="72000" bIns="72000" rtlCol="0" anchor="ctr" anchorCtr="0">
            <a:spAutoFit/>
          </a:bodyPr>
          <a:lstStyle/>
          <a:p>
            <a:pPr algn="ctr"/>
            <a:r>
              <a:rPr kumimoji="1" lang="ja-JP" altLang="en-US" sz="1400" b="1" i="0" dirty="0">
                <a:latin typeface="Century Gothic" panose="020B0502020202020204" pitchFamily="34" charset="0"/>
                <a:ea typeface="Yu Gothic" panose="020B0400000000000000" pitchFamily="34" charset="-128"/>
              </a:rPr>
              <a:t>高いデータ精度</a:t>
            </a:r>
            <a:endParaRPr kumimoji="1" lang="en-US" sz="1400" b="1" i="0" dirty="0">
              <a:latin typeface="Century Gothic" panose="020B0502020202020204" pitchFamily="34" charset="0"/>
              <a:ea typeface="Yu Gothic" panose="020B0400000000000000" pitchFamily="34" charset="-128"/>
            </a:endParaRPr>
          </a:p>
        </p:txBody>
      </p:sp>
      <p:sp>
        <p:nvSpPr>
          <p:cNvPr id="31" name="TextBox 30">
            <a:extLst>
              <a:ext uri="{FF2B5EF4-FFF2-40B4-BE49-F238E27FC236}">
                <a16:creationId xmlns:a16="http://schemas.microsoft.com/office/drawing/2014/main" id="{28CBDC0E-34FD-A71B-0DCB-96F5CF4EC852}"/>
              </a:ext>
            </a:extLst>
          </p:cNvPr>
          <p:cNvSpPr txBox="1"/>
          <p:nvPr/>
        </p:nvSpPr>
        <p:spPr>
          <a:xfrm>
            <a:off x="897731" y="5484876"/>
            <a:ext cx="2459112" cy="461665"/>
          </a:xfrm>
          <a:prstGeom prst="rect">
            <a:avLst/>
          </a:prstGeom>
          <a:solidFill>
            <a:schemeClr val="bg1"/>
          </a:solidFill>
        </p:spPr>
        <p:txBody>
          <a:bodyPr wrap="square">
            <a:spAutoFit/>
          </a:bodyPr>
          <a:lstStyle/>
          <a:p>
            <a:pPr algn="ctr"/>
            <a:r>
              <a:rPr lang="ja-JP" altLang="en-US" sz="1200" dirty="0">
                <a:solidFill>
                  <a:sysClr val="windowText" lastClr="000000"/>
                </a:solidFill>
                <a:latin typeface="Meiryo UI" panose="020B0604030504040204" pitchFamily="50" charset="-128"/>
                <a:ea typeface="Meiryo UI" panose="020B0604030504040204" pitchFamily="50" charset="-128"/>
              </a:rPr>
              <a:t>意思決定のインプット</a:t>
            </a:r>
            <a:endParaRPr lang="en-US" altLang="ja-JP" sz="1200" dirty="0">
              <a:solidFill>
                <a:sysClr val="windowText" lastClr="000000"/>
              </a:solidFill>
              <a:latin typeface="Meiryo UI" panose="020B0604030504040204" pitchFamily="50" charset="-128"/>
              <a:ea typeface="Meiryo UI" panose="020B0604030504040204" pitchFamily="50" charset="-128"/>
            </a:endParaRPr>
          </a:p>
          <a:p>
            <a:pPr algn="ctr"/>
            <a:r>
              <a:rPr lang="ja-JP" altLang="en-US" sz="1200" dirty="0">
                <a:solidFill>
                  <a:sysClr val="windowText" lastClr="000000"/>
                </a:solidFill>
                <a:latin typeface="Meiryo UI" panose="020B0604030504040204" pitchFamily="50" charset="-128"/>
                <a:ea typeface="Meiryo UI" panose="020B0604030504040204" pitchFamily="50" charset="-128"/>
              </a:rPr>
              <a:t>データ　＜　</a:t>
            </a:r>
            <a:r>
              <a:rPr lang="ja-JP" altLang="en-US" sz="1200" b="1" dirty="0">
                <a:solidFill>
                  <a:sysClr val="windowText" lastClr="000000"/>
                </a:solidFill>
                <a:latin typeface="Meiryo UI" panose="020B0604030504040204" pitchFamily="50" charset="-128"/>
                <a:ea typeface="Meiryo UI" panose="020B0604030504040204" pitchFamily="50" charset="-128"/>
              </a:rPr>
              <a:t>その他</a:t>
            </a:r>
            <a:endParaRPr lang="en-US" sz="1200" b="1" dirty="0"/>
          </a:p>
        </p:txBody>
      </p:sp>
      <p:sp>
        <p:nvSpPr>
          <p:cNvPr id="32" name="TextBox 31">
            <a:extLst>
              <a:ext uri="{FF2B5EF4-FFF2-40B4-BE49-F238E27FC236}">
                <a16:creationId xmlns:a16="http://schemas.microsoft.com/office/drawing/2014/main" id="{04AA2D79-7297-5161-EF08-E04CB1B5FEF9}"/>
              </a:ext>
            </a:extLst>
          </p:cNvPr>
          <p:cNvSpPr txBox="1"/>
          <p:nvPr/>
        </p:nvSpPr>
        <p:spPr>
          <a:xfrm>
            <a:off x="4871603" y="4391166"/>
            <a:ext cx="2459112" cy="461665"/>
          </a:xfrm>
          <a:prstGeom prst="rect">
            <a:avLst/>
          </a:prstGeom>
          <a:solidFill>
            <a:schemeClr val="bg1"/>
          </a:solidFill>
        </p:spPr>
        <p:txBody>
          <a:bodyPr wrap="square">
            <a:spAutoFit/>
          </a:bodyPr>
          <a:lstStyle/>
          <a:p>
            <a:pPr algn="ctr"/>
            <a:r>
              <a:rPr lang="ja-JP" altLang="en-US" sz="1200" dirty="0">
                <a:solidFill>
                  <a:sysClr val="windowText" lastClr="000000"/>
                </a:solidFill>
                <a:latin typeface="Meiryo UI" panose="020B0604030504040204" pitchFamily="50" charset="-128"/>
                <a:ea typeface="Meiryo UI" panose="020B0604030504040204" pitchFamily="50" charset="-128"/>
              </a:rPr>
              <a:t>意思決定のインプット</a:t>
            </a:r>
            <a:endParaRPr lang="en-US" altLang="ja-JP" sz="1200" dirty="0">
              <a:solidFill>
                <a:sysClr val="windowText" lastClr="000000"/>
              </a:solidFill>
              <a:latin typeface="Meiryo UI" panose="020B0604030504040204" pitchFamily="50" charset="-128"/>
              <a:ea typeface="Meiryo UI" panose="020B0604030504040204" pitchFamily="50" charset="-128"/>
            </a:endParaRPr>
          </a:p>
          <a:p>
            <a:pPr algn="ctr"/>
            <a:r>
              <a:rPr lang="ja-JP" altLang="en-US" sz="1200" b="1" dirty="0">
                <a:solidFill>
                  <a:sysClr val="windowText" lastClr="000000"/>
                </a:solidFill>
                <a:latin typeface="Meiryo UI" panose="020B0604030504040204" pitchFamily="50" charset="-128"/>
                <a:ea typeface="Meiryo UI" panose="020B0604030504040204" pitchFamily="50" charset="-128"/>
              </a:rPr>
              <a:t>データ</a:t>
            </a:r>
            <a:r>
              <a:rPr lang="ja-JP" altLang="en-US" sz="1200" dirty="0">
                <a:solidFill>
                  <a:sysClr val="windowText" lastClr="000000"/>
                </a:solidFill>
                <a:latin typeface="Meiryo UI" panose="020B0604030504040204" pitchFamily="50" charset="-128"/>
                <a:ea typeface="Meiryo UI" panose="020B0604030504040204" pitchFamily="50" charset="-128"/>
              </a:rPr>
              <a:t>　≧　</a:t>
            </a:r>
            <a:r>
              <a:rPr lang="ja-JP" altLang="en-US" sz="1200" b="1" dirty="0">
                <a:solidFill>
                  <a:sysClr val="windowText" lastClr="000000"/>
                </a:solidFill>
                <a:latin typeface="Meiryo UI" panose="020B0604030504040204" pitchFamily="50" charset="-128"/>
                <a:ea typeface="Meiryo UI" panose="020B0604030504040204" pitchFamily="50" charset="-128"/>
              </a:rPr>
              <a:t>その他</a:t>
            </a:r>
            <a:endParaRPr lang="en-US" sz="1200" b="1" dirty="0"/>
          </a:p>
        </p:txBody>
      </p:sp>
      <p:sp>
        <p:nvSpPr>
          <p:cNvPr id="33" name="TextBox 32">
            <a:extLst>
              <a:ext uri="{FF2B5EF4-FFF2-40B4-BE49-F238E27FC236}">
                <a16:creationId xmlns:a16="http://schemas.microsoft.com/office/drawing/2014/main" id="{2E36CBD8-EE3D-C723-1D2F-CE183032522D}"/>
              </a:ext>
            </a:extLst>
          </p:cNvPr>
          <p:cNvSpPr txBox="1"/>
          <p:nvPr/>
        </p:nvSpPr>
        <p:spPr>
          <a:xfrm>
            <a:off x="8845476" y="3082750"/>
            <a:ext cx="2459112" cy="461665"/>
          </a:xfrm>
          <a:prstGeom prst="rect">
            <a:avLst/>
          </a:prstGeom>
          <a:solidFill>
            <a:schemeClr val="bg1"/>
          </a:solidFill>
        </p:spPr>
        <p:txBody>
          <a:bodyPr wrap="square">
            <a:spAutoFit/>
          </a:bodyPr>
          <a:lstStyle/>
          <a:p>
            <a:pPr algn="ctr"/>
            <a:r>
              <a:rPr lang="ja-JP" altLang="en-US" sz="1200" dirty="0">
                <a:solidFill>
                  <a:sysClr val="windowText" lastClr="000000"/>
                </a:solidFill>
                <a:latin typeface="Meiryo UI" panose="020B0604030504040204" pitchFamily="50" charset="-128"/>
                <a:ea typeface="Meiryo UI" panose="020B0604030504040204" pitchFamily="50" charset="-128"/>
              </a:rPr>
              <a:t>意思決定のインプット</a:t>
            </a:r>
            <a:endParaRPr lang="en-US" altLang="ja-JP" sz="1200" dirty="0">
              <a:solidFill>
                <a:sysClr val="windowText" lastClr="000000"/>
              </a:solidFill>
              <a:latin typeface="Meiryo UI" panose="020B0604030504040204" pitchFamily="50" charset="-128"/>
              <a:ea typeface="Meiryo UI" panose="020B0604030504040204" pitchFamily="50" charset="-128"/>
            </a:endParaRPr>
          </a:p>
          <a:p>
            <a:pPr algn="ctr"/>
            <a:r>
              <a:rPr lang="ja-JP" altLang="en-US" sz="1200" b="1" dirty="0">
                <a:solidFill>
                  <a:sysClr val="windowText" lastClr="000000"/>
                </a:solidFill>
                <a:latin typeface="Meiryo UI" panose="020B0604030504040204" pitchFamily="50" charset="-128"/>
                <a:ea typeface="Meiryo UI" panose="020B0604030504040204" pitchFamily="50" charset="-128"/>
              </a:rPr>
              <a:t>データ</a:t>
            </a:r>
            <a:r>
              <a:rPr lang="ja-JP" altLang="en-US" sz="1200" dirty="0">
                <a:solidFill>
                  <a:sysClr val="windowText" lastClr="000000"/>
                </a:solidFill>
                <a:latin typeface="Meiryo UI" panose="020B0604030504040204" pitchFamily="50" charset="-128"/>
                <a:ea typeface="Meiryo UI" panose="020B0604030504040204" pitchFamily="50" charset="-128"/>
              </a:rPr>
              <a:t>　</a:t>
            </a:r>
            <a:r>
              <a:rPr lang="en-US" altLang="ja-JP" sz="1200" dirty="0">
                <a:solidFill>
                  <a:sysClr val="windowText" lastClr="000000"/>
                </a:solidFill>
                <a:latin typeface="Meiryo UI" panose="020B0604030504040204" pitchFamily="50" charset="-128"/>
                <a:ea typeface="Meiryo UI" panose="020B0604030504040204" pitchFamily="50" charset="-128"/>
              </a:rPr>
              <a:t>&gt;</a:t>
            </a:r>
            <a:r>
              <a:rPr lang="ja-JP" altLang="en-US" sz="1200" dirty="0">
                <a:solidFill>
                  <a:sysClr val="windowText" lastClr="000000"/>
                </a:solidFill>
                <a:latin typeface="Meiryo UI" panose="020B0604030504040204" pitchFamily="50" charset="-128"/>
                <a:ea typeface="Meiryo UI" panose="020B0604030504040204" pitchFamily="50" charset="-128"/>
              </a:rPr>
              <a:t>　その他</a:t>
            </a:r>
            <a:endParaRPr lang="en-US" sz="1200" dirty="0"/>
          </a:p>
        </p:txBody>
      </p:sp>
      <p:cxnSp>
        <p:nvCxnSpPr>
          <p:cNvPr id="35" name="Connector: Elbow 34">
            <a:extLst>
              <a:ext uri="{FF2B5EF4-FFF2-40B4-BE49-F238E27FC236}">
                <a16:creationId xmlns:a16="http://schemas.microsoft.com/office/drawing/2014/main" id="{6F04936B-A0CE-6503-FB2C-B8BC38AFABA7}"/>
              </a:ext>
            </a:extLst>
          </p:cNvPr>
          <p:cNvCxnSpPr>
            <a:endCxn id="33" idx="2"/>
          </p:cNvCxnSpPr>
          <p:nvPr/>
        </p:nvCxnSpPr>
        <p:spPr>
          <a:xfrm flipV="1">
            <a:off x="3356843" y="3544415"/>
            <a:ext cx="6718189" cy="183545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FD9F7CCB-18B9-195A-20B6-481F90A5FD4A}"/>
              </a:ext>
            </a:extLst>
          </p:cNvPr>
          <p:cNvCxnSpPr>
            <a:cxnSpLocks/>
            <a:endCxn id="33" idx="2"/>
          </p:cNvCxnSpPr>
          <p:nvPr/>
        </p:nvCxnSpPr>
        <p:spPr>
          <a:xfrm flipV="1">
            <a:off x="7321652" y="3544415"/>
            <a:ext cx="2753380" cy="71172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8DFFCAF-D034-DC42-B503-33E22438D29F}"/>
              </a:ext>
            </a:extLst>
          </p:cNvPr>
          <p:cNvSpPr/>
          <p:nvPr/>
        </p:nvSpPr>
        <p:spPr>
          <a:xfrm>
            <a:off x="897731" y="4163921"/>
            <a:ext cx="2459112" cy="1322769"/>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b="1" dirty="0">
                <a:solidFill>
                  <a:sysClr val="windowText" lastClr="000000"/>
                </a:solidFill>
                <a:latin typeface="Meiryo UI" panose="020B0604030504040204" pitchFamily="50" charset="-128"/>
                <a:ea typeface="Meiryo UI" panose="020B0604030504040204" pitchFamily="50" charset="-128"/>
              </a:rPr>
              <a:t>データ・インスパイアド</a:t>
            </a:r>
            <a:endParaRPr kumimoji="1" lang="en-US" altLang="ja-JP" sz="1400" b="1" dirty="0">
              <a:solidFill>
                <a:sysClr val="windowText" lastClr="000000"/>
              </a:solidFill>
              <a:latin typeface="Meiryo UI" panose="020B0604030504040204" pitchFamily="50" charset="-128"/>
              <a:ea typeface="Meiryo UI" panose="020B0604030504040204" pitchFamily="50" charset="-128"/>
            </a:endParaRPr>
          </a:p>
          <a:p>
            <a:endParaRPr lang="en-US" altLang="ja-JP" sz="900" dirty="0">
              <a:solidFill>
                <a:sysClr val="windowText" lastClr="000000"/>
              </a:solidFill>
              <a:latin typeface="Meiryo UI" panose="020B0604030504040204" pitchFamily="50" charset="-128"/>
              <a:ea typeface="Meiryo UI" panose="020B0604030504040204" pitchFamily="50" charset="-128"/>
            </a:endParaRPr>
          </a:p>
          <a:p>
            <a:r>
              <a:rPr lang="ja-JP" altLang="en-US" sz="1200" dirty="0">
                <a:solidFill>
                  <a:sysClr val="windowText" lastClr="000000"/>
                </a:solidFill>
                <a:latin typeface="Meiryo UI" panose="020B0604030504040204" pitchFamily="50" charset="-128"/>
                <a:ea typeface="Meiryo UI" panose="020B0604030504040204" pitchFamily="50" charset="-128"/>
              </a:rPr>
              <a:t>社内データの精度が低い将来予測や新事業立ち上げに際しては、</a:t>
            </a:r>
            <a:r>
              <a:rPr lang="ja-JP" altLang="en-US" sz="1200" b="1" dirty="0">
                <a:solidFill>
                  <a:sysClr val="windowText" lastClr="000000"/>
                </a:solidFill>
                <a:latin typeface="Meiryo UI" panose="020B0604030504040204" pitchFamily="50" charset="-128"/>
                <a:ea typeface="Meiryo UI" panose="020B0604030504040204" pitchFamily="50" charset="-128"/>
              </a:rPr>
              <a:t>バイアスを可能な限り取り除く</a:t>
            </a:r>
            <a:r>
              <a:rPr lang="ja-JP" altLang="en-US" sz="1200" dirty="0">
                <a:solidFill>
                  <a:sysClr val="windowText" lastClr="000000"/>
                </a:solidFill>
                <a:latin typeface="Meiryo UI" panose="020B0604030504040204" pitchFamily="50" charset="-128"/>
                <a:ea typeface="Meiryo UI" panose="020B0604030504040204" pitchFamily="50" charset="-128"/>
              </a:rPr>
              <a:t>ため、経営仮説を多角的に検証し意思決定を下す。</a:t>
            </a:r>
            <a:endParaRPr kumimoji="1" lang="en-US" sz="1200" dirty="0">
              <a:solidFill>
                <a:sysClr val="windowText" lastClr="000000"/>
              </a:solidFill>
              <a:latin typeface="Meiryo UI" panose="020B0604030504040204" pitchFamily="50" charset="-128"/>
              <a:ea typeface="Meiryo UI" panose="020B0604030504040204" pitchFamily="50" charset="-128"/>
            </a:endParaRPr>
          </a:p>
        </p:txBody>
      </p:sp>
      <p:sp>
        <p:nvSpPr>
          <p:cNvPr id="29" name="Rectangle 28">
            <a:extLst>
              <a:ext uri="{FF2B5EF4-FFF2-40B4-BE49-F238E27FC236}">
                <a16:creationId xmlns:a16="http://schemas.microsoft.com/office/drawing/2014/main" id="{E688BE4D-08F5-0392-90C1-31AED8271BB2}"/>
              </a:ext>
            </a:extLst>
          </p:cNvPr>
          <p:cNvSpPr/>
          <p:nvPr/>
        </p:nvSpPr>
        <p:spPr>
          <a:xfrm>
            <a:off x="8845476" y="1747085"/>
            <a:ext cx="2459112" cy="1322769"/>
          </a:xfrm>
          <a:prstGeom prst="rect">
            <a:avLst/>
          </a:prstGeom>
          <a:solidFill>
            <a:schemeClr val="accent4">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b="1" dirty="0">
                <a:solidFill>
                  <a:schemeClr val="bg1"/>
                </a:solidFill>
                <a:latin typeface="Meiryo UI" panose="020B0604030504040204" pitchFamily="50" charset="-128"/>
                <a:ea typeface="Meiryo UI" panose="020B0604030504040204" pitchFamily="50" charset="-128"/>
              </a:rPr>
              <a:t>データ・ドリブン</a:t>
            </a:r>
            <a:endParaRPr kumimoji="1" lang="en-US" altLang="ja-JP" sz="1400" b="1" dirty="0">
              <a:solidFill>
                <a:schemeClr val="bg1"/>
              </a:solidFill>
              <a:latin typeface="Meiryo UI" panose="020B0604030504040204" pitchFamily="50" charset="-128"/>
              <a:ea typeface="Meiryo UI" panose="020B060403050404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altLang="ja-JP" sz="8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rPr>
              <a:t>主力事業で的確な経営判断が求められる局面では長年培ってきた</a:t>
            </a:r>
            <a:r>
              <a:rPr kumimoji="1" lang="ja-JP" altLang="en-US" sz="1200" b="1"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rPr>
              <a:t>社内の各種データを正しく活用</a:t>
            </a: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rPr>
              <a:t>し、最適な</a:t>
            </a:r>
            <a:br>
              <a:rPr kumimoji="1" lang="en-US" altLang="ja-JP"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rPr>
            </a:br>
            <a:r>
              <a:rPr kumimoji="1" lang="ja-JP" altLang="en-US" sz="1200" b="0"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rPr>
              <a:t>意思決定を下す。</a:t>
            </a:r>
            <a:endParaRPr kumimoji="1" lang="en-US" sz="1400" b="1" i="0" u="none" strike="noStrike" kern="120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28" name="Rectangle 27">
            <a:extLst>
              <a:ext uri="{FF2B5EF4-FFF2-40B4-BE49-F238E27FC236}">
                <a16:creationId xmlns:a16="http://schemas.microsoft.com/office/drawing/2014/main" id="{B4E8C878-B1C0-2198-02E5-6D4A961A30C6}"/>
              </a:ext>
            </a:extLst>
          </p:cNvPr>
          <p:cNvSpPr/>
          <p:nvPr/>
        </p:nvSpPr>
        <p:spPr>
          <a:xfrm>
            <a:off x="4871603" y="3062039"/>
            <a:ext cx="2459112" cy="1322769"/>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b="1" dirty="0">
                <a:solidFill>
                  <a:sysClr val="windowText" lastClr="000000"/>
                </a:solidFill>
                <a:latin typeface="Meiryo UI" panose="020B0604030504040204" pitchFamily="50" charset="-128"/>
                <a:ea typeface="Meiryo UI" panose="020B0604030504040204" pitchFamily="50" charset="-128"/>
              </a:rPr>
              <a:t>データ・インフォームド</a:t>
            </a:r>
            <a:endParaRPr kumimoji="1" lang="en-US" altLang="ja-JP" sz="1400" b="1" dirty="0">
              <a:solidFill>
                <a:sysClr val="windowText" lastClr="000000"/>
              </a:solidFill>
              <a:latin typeface="Meiryo UI" panose="020B0604030504040204" pitchFamily="50" charset="-128"/>
              <a:ea typeface="Meiryo UI" panose="020B060403050404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altLang="ja-JP" sz="800" b="0" i="0" u="none" strike="noStrike" kern="1200" cap="none" spc="0" normalizeH="0" baseline="0" noProof="0" dirty="0">
              <a:ln>
                <a:noFill/>
              </a:ln>
              <a:solidFill>
                <a:sysClr val="windowText" lastClr="000000"/>
              </a:solidFill>
              <a:effectLst/>
              <a:uLnTx/>
              <a:uFillTx/>
              <a:latin typeface="Meiryo UI" panose="020B0604030504040204" pitchFamily="50" charset="-128"/>
              <a:ea typeface="Meiryo UI" panose="020B060403050404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ja-JP" altLang="en-US" sz="1200" dirty="0">
                <a:solidFill>
                  <a:sysClr val="windowText" lastClr="000000"/>
                </a:solidFill>
                <a:latin typeface="Meiryo UI" panose="020B0604030504040204" pitchFamily="50" charset="-128"/>
                <a:ea typeface="Meiryo UI" panose="020B0604030504040204" pitchFamily="50" charset="-128"/>
              </a:rPr>
              <a:t>先導指標と後追い指標間の関係性が曖昧になりがちな事業の方向性や中期計画策定においては、</a:t>
            </a:r>
            <a:r>
              <a:rPr lang="ja-JP" altLang="en-US" sz="1200" b="1" dirty="0">
                <a:solidFill>
                  <a:sysClr val="windowText" lastClr="000000"/>
                </a:solidFill>
                <a:latin typeface="Meiryo UI" panose="020B0604030504040204" pitchFamily="50" charset="-128"/>
                <a:ea typeface="Meiryo UI" panose="020B0604030504040204" pitchFamily="50" charset="-128"/>
              </a:rPr>
              <a:t>組織の暗黙知をデータで補正</a:t>
            </a:r>
            <a:r>
              <a:rPr lang="ja-JP" altLang="en-US" sz="1200" dirty="0">
                <a:solidFill>
                  <a:sysClr val="windowText" lastClr="000000"/>
                </a:solidFill>
                <a:latin typeface="Meiryo UI" panose="020B0604030504040204" pitchFamily="50" charset="-128"/>
                <a:ea typeface="Meiryo UI" panose="020B0604030504040204" pitchFamily="50" charset="-128"/>
              </a:rPr>
              <a:t>しながら意思決定を下す</a:t>
            </a:r>
            <a:r>
              <a:rPr kumimoji="1" lang="ja-JP" altLang="en-US" sz="1200" b="0" i="0" u="none" strike="noStrike" kern="1200" cap="none" spc="0" normalizeH="0" baseline="0" noProof="0" dirty="0">
                <a:ln>
                  <a:noFill/>
                </a:ln>
                <a:solidFill>
                  <a:sysClr val="windowText" lastClr="000000"/>
                </a:solidFill>
                <a:effectLst/>
                <a:uLnTx/>
                <a:uFillTx/>
                <a:latin typeface="Meiryo UI" panose="020B0604030504040204" pitchFamily="50" charset="-128"/>
                <a:ea typeface="Meiryo UI" panose="020B0604030504040204" pitchFamily="50" charset="-128"/>
              </a:rPr>
              <a:t>。</a:t>
            </a:r>
            <a:endParaRPr kumimoji="1" lang="en-US" sz="1400" b="1" dirty="0">
              <a:solidFill>
                <a:sysClr val="windowText" lastClr="000000"/>
              </a:solidFill>
              <a:latin typeface="Meiryo UI" panose="020B0604030504040204" pitchFamily="50" charset="-128"/>
              <a:ea typeface="Meiryo UI" panose="020B0604030504040204" pitchFamily="50" charset="-128"/>
            </a:endParaRPr>
          </a:p>
        </p:txBody>
      </p:sp>
      <p:sp>
        <p:nvSpPr>
          <p:cNvPr id="44" name="Rectangle 43">
            <a:extLst>
              <a:ext uri="{FF2B5EF4-FFF2-40B4-BE49-F238E27FC236}">
                <a16:creationId xmlns:a16="http://schemas.microsoft.com/office/drawing/2014/main" id="{6E061CFB-91F7-BCE9-1617-233A09641F4E}"/>
              </a:ext>
            </a:extLst>
          </p:cNvPr>
          <p:cNvSpPr/>
          <p:nvPr/>
        </p:nvSpPr>
        <p:spPr>
          <a:xfrm>
            <a:off x="7637041" y="3902432"/>
            <a:ext cx="2152786" cy="1959812"/>
          </a:xfrm>
          <a:prstGeom prst="rect">
            <a:avLst/>
          </a:prstGeom>
          <a:solidFill>
            <a:srgbClr val="F2F2F2">
              <a:alpha val="4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ja-JP" altLang="en-US" sz="1200" b="1" dirty="0">
                <a:solidFill>
                  <a:schemeClr val="tx1"/>
                </a:solidFill>
                <a:latin typeface="Meiryo UI" panose="020B0604030504040204" pitchFamily="50" charset="-128"/>
                <a:ea typeface="Meiryo UI" panose="020B0604030504040204" pitchFamily="50" charset="-128"/>
              </a:rPr>
              <a:t>データマネジメント</a:t>
            </a:r>
            <a:endParaRPr kumimoji="1" lang="en-US" sz="1200" b="1" dirty="0">
              <a:solidFill>
                <a:schemeClr val="tx1"/>
              </a:solidFill>
              <a:latin typeface="Meiryo UI" panose="020B0604030504040204" pitchFamily="50" charset="-128"/>
              <a:ea typeface="Meiryo UI" panose="020B0604030504040204" pitchFamily="50" charset="-128"/>
            </a:endParaRPr>
          </a:p>
        </p:txBody>
      </p:sp>
      <p:sp>
        <p:nvSpPr>
          <p:cNvPr id="36" name="Rectangle 35">
            <a:extLst>
              <a:ext uri="{FF2B5EF4-FFF2-40B4-BE49-F238E27FC236}">
                <a16:creationId xmlns:a16="http://schemas.microsoft.com/office/drawing/2014/main" id="{B6003BD8-C242-EA2E-738C-D99F1B43AAA5}"/>
              </a:ext>
            </a:extLst>
          </p:cNvPr>
          <p:cNvSpPr/>
          <p:nvPr/>
        </p:nvSpPr>
        <p:spPr>
          <a:xfrm>
            <a:off x="7759589" y="5168324"/>
            <a:ext cx="1907690" cy="42308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AI</a:t>
            </a:r>
            <a:r>
              <a:rPr kumimoji="1" lang="ja-JP" altLang="en-US" sz="1200" dirty="0">
                <a:solidFill>
                  <a:schemeClr val="tx1"/>
                </a:solidFill>
                <a:latin typeface="Meiryo UI" panose="020B0604030504040204" pitchFamily="50" charset="-128"/>
                <a:ea typeface="Meiryo UI" panose="020B0604030504040204" pitchFamily="50" charset="-128"/>
              </a:rPr>
              <a:t>技術等新技術による</a:t>
            </a:r>
            <a:endParaRPr kumimoji="1" lang="en-US" altLang="ja-JP" sz="1200" dirty="0">
              <a:solidFill>
                <a:schemeClr val="tx1"/>
              </a:solidFill>
              <a:latin typeface="Meiryo UI" panose="020B0604030504040204" pitchFamily="50" charset="-128"/>
              <a:ea typeface="Meiryo UI" panose="020B0604030504040204" pitchFamily="50" charset="-128"/>
            </a:endParaRPr>
          </a:p>
          <a:p>
            <a:pPr algn="ctr"/>
            <a:r>
              <a:rPr kumimoji="1" lang="ja-JP" altLang="en-US" sz="1200" dirty="0">
                <a:solidFill>
                  <a:schemeClr val="tx1"/>
                </a:solidFill>
                <a:latin typeface="Meiryo UI" panose="020B0604030504040204" pitchFamily="50" charset="-128"/>
                <a:ea typeface="Meiryo UI" panose="020B0604030504040204" pitchFamily="50" charset="-128"/>
              </a:rPr>
              <a:t>予測精度向上</a:t>
            </a:r>
            <a:endParaRPr kumimoji="1" lang="en-US" sz="1200" dirty="0">
              <a:solidFill>
                <a:schemeClr val="tx1"/>
              </a:solidFill>
              <a:latin typeface="Meiryo UI" panose="020B0604030504040204" pitchFamily="50" charset="-128"/>
              <a:ea typeface="Meiryo UI" panose="020B0604030504040204" pitchFamily="50" charset="-128"/>
            </a:endParaRPr>
          </a:p>
        </p:txBody>
      </p:sp>
      <p:sp>
        <p:nvSpPr>
          <p:cNvPr id="43" name="Rectangle 42">
            <a:extLst>
              <a:ext uri="{FF2B5EF4-FFF2-40B4-BE49-F238E27FC236}">
                <a16:creationId xmlns:a16="http://schemas.microsoft.com/office/drawing/2014/main" id="{5C2672FF-62E4-4734-2C82-60FF0BF06484}"/>
              </a:ext>
            </a:extLst>
          </p:cNvPr>
          <p:cNvSpPr/>
          <p:nvPr/>
        </p:nvSpPr>
        <p:spPr>
          <a:xfrm>
            <a:off x="7759589" y="4043178"/>
            <a:ext cx="1907690" cy="42308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データ民主化による</a:t>
            </a:r>
            <a:endParaRPr kumimoji="1" lang="en-US" altLang="ja-JP" sz="1200" dirty="0">
              <a:solidFill>
                <a:schemeClr val="tx1"/>
              </a:solidFill>
              <a:latin typeface="Meiryo UI" panose="020B0604030504040204" pitchFamily="50" charset="-128"/>
              <a:ea typeface="Meiryo UI" panose="020B0604030504040204" pitchFamily="50" charset="-128"/>
            </a:endParaRPr>
          </a:p>
          <a:p>
            <a:pPr algn="ctr"/>
            <a:r>
              <a:rPr lang="ja-JP" altLang="en-US" sz="1200" dirty="0">
                <a:solidFill>
                  <a:schemeClr val="tx1"/>
                </a:solidFill>
                <a:latin typeface="Meiryo UI" panose="020B0604030504040204" pitchFamily="50" charset="-128"/>
                <a:ea typeface="Meiryo UI" panose="020B0604030504040204" pitchFamily="50" charset="-128"/>
              </a:rPr>
              <a:t>良質なデータの大量蓄積</a:t>
            </a:r>
            <a:endParaRPr kumimoji="1" lang="en-US" sz="1200" dirty="0">
              <a:solidFill>
                <a:schemeClr val="tx1"/>
              </a:solidFill>
              <a:latin typeface="Meiryo UI" panose="020B0604030504040204" pitchFamily="50" charset="-128"/>
              <a:ea typeface="Meiryo UI" panose="020B0604030504040204" pitchFamily="50" charset="-128"/>
            </a:endParaRPr>
          </a:p>
        </p:txBody>
      </p:sp>
      <p:grpSp>
        <p:nvGrpSpPr>
          <p:cNvPr id="51" name="Group 50">
            <a:extLst>
              <a:ext uri="{FF2B5EF4-FFF2-40B4-BE49-F238E27FC236}">
                <a16:creationId xmlns:a16="http://schemas.microsoft.com/office/drawing/2014/main" id="{B8AB3B82-F5C0-4DEE-7B67-5847114CB132}"/>
              </a:ext>
            </a:extLst>
          </p:cNvPr>
          <p:cNvGrpSpPr/>
          <p:nvPr/>
        </p:nvGrpSpPr>
        <p:grpSpPr>
          <a:xfrm>
            <a:off x="925156" y="1503853"/>
            <a:ext cx="4184909" cy="2219570"/>
            <a:chOff x="685455" y="1503853"/>
            <a:chExt cx="4184909" cy="2219570"/>
          </a:xfrm>
        </p:grpSpPr>
        <p:sp>
          <p:nvSpPr>
            <p:cNvPr id="50" name="Rectangle 49">
              <a:extLst>
                <a:ext uri="{FF2B5EF4-FFF2-40B4-BE49-F238E27FC236}">
                  <a16:creationId xmlns:a16="http://schemas.microsoft.com/office/drawing/2014/main" id="{ABF52E21-0607-8D05-FA33-8C0B2CA88835}"/>
                </a:ext>
              </a:extLst>
            </p:cNvPr>
            <p:cNvSpPr/>
            <p:nvPr/>
          </p:nvSpPr>
          <p:spPr>
            <a:xfrm>
              <a:off x="685455" y="1633491"/>
              <a:ext cx="3618402" cy="19489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sz="1400" b="1" dirty="0">
                <a:latin typeface="Meiryo UI" panose="020B0604030504040204" pitchFamily="50" charset="-128"/>
                <a:ea typeface="Meiryo UI" panose="020B0604030504040204" pitchFamily="50" charset="-128"/>
              </a:endParaRPr>
            </a:p>
          </p:txBody>
        </p:sp>
        <p:graphicFrame>
          <p:nvGraphicFramePr>
            <p:cNvPr id="49" name="Diagram 48">
              <a:extLst>
                <a:ext uri="{FF2B5EF4-FFF2-40B4-BE49-F238E27FC236}">
                  <a16:creationId xmlns:a16="http://schemas.microsoft.com/office/drawing/2014/main" id="{10B2F021-9C78-A760-F414-7F642B5E2475}"/>
                </a:ext>
              </a:extLst>
            </p:cNvPr>
            <p:cNvGraphicFramePr/>
            <p:nvPr>
              <p:extLst>
                <p:ext uri="{D42A27DB-BD31-4B8C-83A1-F6EECF244321}">
                  <p14:modId xmlns:p14="http://schemas.microsoft.com/office/powerpoint/2010/main" val="2089869849"/>
                </p:ext>
              </p:extLst>
            </p:nvPr>
          </p:nvGraphicFramePr>
          <p:xfrm>
            <a:off x="790780" y="1503853"/>
            <a:ext cx="4079584" cy="2219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pic>
        <p:nvPicPr>
          <p:cNvPr id="52" name="図 127">
            <a:extLst>
              <a:ext uri="{FF2B5EF4-FFF2-40B4-BE49-F238E27FC236}">
                <a16:creationId xmlns:a16="http://schemas.microsoft.com/office/drawing/2014/main" id="{B66C9988-AFB0-9E67-F777-9E41EFCBC9E1}"/>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9563359" y="5413297"/>
            <a:ext cx="1409358" cy="1369319"/>
          </a:xfrm>
          <a:prstGeom prst="rect">
            <a:avLst/>
          </a:prstGeom>
        </p:spPr>
      </p:pic>
    </p:spTree>
    <p:extLst>
      <p:ext uri="{BB962C8B-B14F-4D97-AF65-F5344CB8AC3E}">
        <p14:creationId xmlns:p14="http://schemas.microsoft.com/office/powerpoint/2010/main" val="2674129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3109063-E405-2C2A-71E1-C2A451F4059E}"/>
              </a:ext>
            </a:extLst>
          </p:cNvPr>
          <p:cNvSpPr>
            <a:spLocks noGrp="1"/>
          </p:cNvSpPr>
          <p:nvPr>
            <p:ph type="ctrTitle"/>
          </p:nvPr>
        </p:nvSpPr>
        <p:spPr/>
        <p:txBody>
          <a:bodyPr/>
          <a:lstStyle/>
          <a:p>
            <a:r>
              <a:rPr lang="ja-JP" altLang="en-US" dirty="0"/>
              <a:t>データ活用の先進事例</a:t>
            </a:r>
            <a:endParaRPr lang="en-US" dirty="0"/>
          </a:p>
        </p:txBody>
      </p:sp>
      <p:sp>
        <p:nvSpPr>
          <p:cNvPr id="4" name="Slide Number Placeholder 3">
            <a:extLst>
              <a:ext uri="{FF2B5EF4-FFF2-40B4-BE49-F238E27FC236}">
                <a16:creationId xmlns:a16="http://schemas.microsoft.com/office/drawing/2014/main" id="{CCAE6D70-152E-7D92-93AB-BA00CE6E7F2F}"/>
              </a:ext>
            </a:extLst>
          </p:cNvPr>
          <p:cNvSpPr>
            <a:spLocks noGrp="1"/>
          </p:cNvSpPr>
          <p:nvPr>
            <p:ph type="sldNum" sz="quarter" idx="14"/>
          </p:nvPr>
        </p:nvSpPr>
        <p:spPr/>
        <p:txBody>
          <a:bodyPr/>
          <a:lstStyle/>
          <a:p>
            <a:pPr>
              <a:defRPr/>
            </a:pPr>
            <a:fld id="{98801705-9237-B248-8CCD-5AE70991EC85}" type="slidenum">
              <a:rPr lang="ja-JP" altLang="en-US" smtClean="0"/>
              <a:pPr>
                <a:defRPr/>
              </a:pPr>
              <a:t>6</a:t>
            </a:fld>
            <a:endParaRPr lang="ja-JP" altLang="en-US"/>
          </a:p>
        </p:txBody>
      </p:sp>
      <p:sp>
        <p:nvSpPr>
          <p:cNvPr id="2" name="Rectangle 1">
            <a:extLst>
              <a:ext uri="{FF2B5EF4-FFF2-40B4-BE49-F238E27FC236}">
                <a16:creationId xmlns:a16="http://schemas.microsoft.com/office/drawing/2014/main" id="{F573665D-83DF-424D-0AAB-65BB2674E41B}"/>
              </a:ext>
            </a:extLst>
          </p:cNvPr>
          <p:cNvSpPr/>
          <p:nvPr/>
        </p:nvSpPr>
        <p:spPr>
          <a:xfrm>
            <a:off x="6096000" y="3684233"/>
            <a:ext cx="5715000" cy="2259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mj-lt"/>
              <a:buAutoNum type="arabicPeriod"/>
            </a:pPr>
            <a:r>
              <a:rPr kumimoji="1" lang="en-US" altLang="ja-JP" sz="1400" b="1" dirty="0">
                <a:latin typeface="Meiryo UI" panose="020B0604030504040204" pitchFamily="50" charset="-128"/>
                <a:ea typeface="Meiryo UI" panose="020B0604030504040204" pitchFamily="50" charset="-128"/>
              </a:rPr>
              <a:t>NTT</a:t>
            </a:r>
            <a:r>
              <a:rPr kumimoji="1" lang="ja-JP" altLang="en-US" sz="1400" b="1" dirty="0">
                <a:latin typeface="Meiryo UI" panose="020B0604030504040204" pitchFamily="50" charset="-128"/>
                <a:ea typeface="Meiryo UI" panose="020B0604030504040204" pitchFamily="50" charset="-128"/>
              </a:rPr>
              <a:t>データ事例 </a:t>
            </a:r>
            <a:r>
              <a:rPr kumimoji="1" lang="en-US" altLang="ja-JP" sz="1400" b="1" dirty="0">
                <a:latin typeface="Meiryo UI" panose="020B0604030504040204" pitchFamily="50" charset="-128"/>
                <a:ea typeface="Meiryo UI" panose="020B0604030504040204" pitchFamily="50" charset="-128"/>
              </a:rPr>
              <a:t>– </a:t>
            </a:r>
            <a:r>
              <a:rPr kumimoji="1" lang="ja-JP" altLang="en-US" sz="1400" b="1" dirty="0">
                <a:latin typeface="Meiryo UI" panose="020B0604030504040204" pitchFamily="50" charset="-128"/>
                <a:ea typeface="Meiryo UI" panose="020B0604030504040204" pitchFamily="50" charset="-128"/>
              </a:rPr>
              <a:t>不採算案件検知</a:t>
            </a:r>
            <a:endParaRPr kumimoji="1" lang="en-US" altLang="ja-JP" sz="1400" b="1" dirty="0">
              <a:latin typeface="Meiryo UI" panose="020B0604030504040204" pitchFamily="50" charset="-128"/>
              <a:ea typeface="Meiryo UI" panose="020B0604030504040204" pitchFamily="50" charset="-128"/>
            </a:endParaRPr>
          </a:p>
          <a:p>
            <a:pPr marL="342900" indent="-342900">
              <a:buFont typeface="+mj-lt"/>
              <a:buAutoNum type="arabicPeriod"/>
            </a:pPr>
            <a:r>
              <a:rPr lang="ja-JP" altLang="en-US" sz="1400" b="1" dirty="0">
                <a:latin typeface="Meiryo UI" panose="020B0604030504040204" pitchFamily="50" charset="-128"/>
                <a:ea typeface="Meiryo UI" panose="020B0604030504040204" pitchFamily="50" charset="-128"/>
              </a:rPr>
              <a:t>医薬原材料メーカ </a:t>
            </a:r>
            <a:r>
              <a:rPr lang="en-US" altLang="ja-JP" sz="1400" b="1" dirty="0">
                <a:latin typeface="Meiryo UI" panose="020B0604030504040204" pitchFamily="50" charset="-128"/>
                <a:ea typeface="Meiryo UI" panose="020B0604030504040204" pitchFamily="50" charset="-128"/>
              </a:rPr>
              <a:t>– </a:t>
            </a:r>
            <a:r>
              <a:rPr lang="ja-JP" altLang="en-US" sz="1400" b="1" dirty="0">
                <a:latin typeface="Meiryo UI" panose="020B0604030504040204" pitchFamily="50" charset="-128"/>
                <a:ea typeface="Meiryo UI" panose="020B0604030504040204" pitchFamily="50" charset="-128"/>
              </a:rPr>
              <a:t>顧客との共同研究基盤整備</a:t>
            </a:r>
            <a:endParaRPr lang="en-US" altLang="ja-JP" sz="1400" b="1" dirty="0">
              <a:latin typeface="Meiryo UI" panose="020B0604030504040204" pitchFamily="50" charset="-128"/>
              <a:ea typeface="Meiryo UI" panose="020B0604030504040204" pitchFamily="50" charset="-128"/>
            </a:endParaRPr>
          </a:p>
          <a:p>
            <a:pPr marL="342900" indent="-342900">
              <a:buFont typeface="+mj-lt"/>
              <a:buAutoNum type="arabicPeriod"/>
            </a:pPr>
            <a:r>
              <a:rPr kumimoji="1" lang="ja-JP" altLang="en-US" sz="1400" b="1" dirty="0">
                <a:latin typeface="Meiryo UI" panose="020B0604030504040204" pitchFamily="50" charset="-128"/>
                <a:ea typeface="Meiryo UI" panose="020B0604030504040204" pitchFamily="50" charset="-128"/>
              </a:rPr>
              <a:t>韓国造船業 </a:t>
            </a:r>
            <a:r>
              <a:rPr kumimoji="1" lang="en-US" altLang="ja-JP" sz="1400" b="1" dirty="0">
                <a:latin typeface="Meiryo UI" panose="020B0604030504040204" pitchFamily="50" charset="-128"/>
                <a:ea typeface="Meiryo UI" panose="020B0604030504040204" pitchFamily="50" charset="-128"/>
              </a:rPr>
              <a:t>– </a:t>
            </a:r>
            <a:r>
              <a:rPr kumimoji="1" lang="ja-JP" altLang="en-US" sz="1400" b="1" dirty="0">
                <a:latin typeface="Meiryo UI" panose="020B0604030504040204" pitchFamily="50" charset="-128"/>
                <a:ea typeface="Meiryo UI" panose="020B0604030504040204" pitchFamily="50" charset="-128"/>
              </a:rPr>
              <a:t>重工業版</a:t>
            </a:r>
            <a:r>
              <a:rPr kumimoji="1" lang="en-US" altLang="ja-JP" sz="1400" b="1" dirty="0">
                <a:latin typeface="Meiryo UI" panose="020B0604030504040204" pitchFamily="50" charset="-128"/>
                <a:ea typeface="Meiryo UI" panose="020B0604030504040204" pitchFamily="50" charset="-128"/>
              </a:rPr>
              <a:t>PDM</a:t>
            </a:r>
            <a:r>
              <a:rPr kumimoji="1" lang="ja-JP" altLang="en-US" sz="1400" b="1" dirty="0">
                <a:latin typeface="Meiryo UI" panose="020B0604030504040204" pitchFamily="50" charset="-128"/>
                <a:ea typeface="Meiryo UI" panose="020B0604030504040204" pitchFamily="50" charset="-128"/>
              </a:rPr>
              <a:t>の確立</a:t>
            </a:r>
            <a:endParaRPr kumimoji="1" lang="en-US" sz="14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869856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CE668E6-04C6-D35C-2CE4-2A4844EAE493}"/>
              </a:ext>
            </a:extLst>
          </p:cNvPr>
          <p:cNvSpPr>
            <a:spLocks noGrp="1"/>
          </p:cNvSpPr>
          <p:nvPr>
            <p:ph type="body" sz="quarter" idx="10"/>
          </p:nvPr>
        </p:nvSpPr>
        <p:spPr>
          <a:xfrm>
            <a:off x="348916" y="695320"/>
            <a:ext cx="11494169" cy="4989094"/>
          </a:xfrm>
        </p:spPr>
        <p:txBody>
          <a:bodyPr/>
          <a:lstStyle/>
          <a:p>
            <a:r>
              <a:rPr lang="ja-JP" altLang="en-US" dirty="0"/>
              <a:t>案件の規模や工数予測が難しく開発中の仕様変更が頻繁で</a:t>
            </a:r>
            <a:r>
              <a:rPr lang="ja-JP" altLang="en-US" dirty="0">
                <a:solidFill>
                  <a:srgbClr val="FF0000"/>
                </a:solidFill>
              </a:rPr>
              <a:t>原価管理のトレーサビリティ</a:t>
            </a:r>
            <a:r>
              <a:rPr lang="ja-JP" altLang="en-US" dirty="0"/>
              <a:t>が低い状態を、</a:t>
            </a:r>
            <a:br>
              <a:rPr lang="en-US" altLang="ja-JP" dirty="0"/>
            </a:br>
            <a:r>
              <a:rPr lang="ja-JP" altLang="en-US" dirty="0"/>
              <a:t>過去データを適切に活用することで</a:t>
            </a:r>
            <a:r>
              <a:rPr lang="ja-JP" altLang="en-US" dirty="0">
                <a:solidFill>
                  <a:srgbClr val="FF0000"/>
                </a:solidFill>
              </a:rPr>
              <a:t>事前検知</a:t>
            </a:r>
            <a:r>
              <a:rPr lang="ja-JP" altLang="en-US" dirty="0"/>
              <a:t>できるように改善しました。</a:t>
            </a:r>
            <a:endParaRPr lang="en-US" dirty="0"/>
          </a:p>
        </p:txBody>
      </p:sp>
      <p:sp>
        <p:nvSpPr>
          <p:cNvPr id="9" name="Title 8">
            <a:extLst>
              <a:ext uri="{FF2B5EF4-FFF2-40B4-BE49-F238E27FC236}">
                <a16:creationId xmlns:a16="http://schemas.microsoft.com/office/drawing/2014/main" id="{EF02C525-1BCB-F602-73A6-370E9B93691D}"/>
              </a:ext>
            </a:extLst>
          </p:cNvPr>
          <p:cNvSpPr>
            <a:spLocks noGrp="1"/>
          </p:cNvSpPr>
          <p:nvPr>
            <p:ph type="ctrTitle"/>
          </p:nvPr>
        </p:nvSpPr>
        <p:spPr/>
        <p:txBody>
          <a:bodyPr/>
          <a:lstStyle/>
          <a:p>
            <a:r>
              <a:rPr lang="ja-JP" altLang="en-US" dirty="0"/>
              <a:t>データ活用先進事例：</a:t>
            </a:r>
            <a:r>
              <a:rPr lang="en-US" altLang="ja-JP" dirty="0"/>
              <a:t>NTT</a:t>
            </a:r>
            <a:r>
              <a:rPr lang="ja-JP" altLang="en-US" dirty="0"/>
              <a:t>データ事例 </a:t>
            </a:r>
            <a:r>
              <a:rPr lang="en-US" altLang="ja-JP" dirty="0"/>
              <a:t>– </a:t>
            </a:r>
            <a:r>
              <a:rPr lang="ja-JP" altLang="en-US" dirty="0"/>
              <a:t>不採算案件検知</a:t>
            </a:r>
            <a:endParaRPr lang="en-US" dirty="0"/>
          </a:p>
        </p:txBody>
      </p:sp>
      <p:sp>
        <p:nvSpPr>
          <p:cNvPr id="4" name="Slide Number Placeholder 3">
            <a:extLst>
              <a:ext uri="{FF2B5EF4-FFF2-40B4-BE49-F238E27FC236}">
                <a16:creationId xmlns:a16="http://schemas.microsoft.com/office/drawing/2014/main" id="{2D3D5EF6-699C-E71E-9C02-B3B020521C16}"/>
              </a:ext>
            </a:extLst>
          </p:cNvPr>
          <p:cNvSpPr>
            <a:spLocks noGrp="1"/>
          </p:cNvSpPr>
          <p:nvPr>
            <p:ph type="sldNum" sz="quarter" idx="11"/>
          </p:nvPr>
        </p:nvSpPr>
        <p:spPr/>
        <p:txBody>
          <a:bodyPr/>
          <a:lstStyle/>
          <a:p>
            <a:pPr>
              <a:defRPr/>
            </a:pPr>
            <a:fld id="{98801705-9237-B248-8CCD-5AE70991EC85}" type="slidenum">
              <a:rPr lang="ja-JP" altLang="en-US" smtClean="0">
                <a:latin typeface="+mn-lt"/>
              </a:rPr>
              <a:pPr>
                <a:defRPr/>
              </a:pPr>
              <a:t>7</a:t>
            </a:fld>
            <a:endParaRPr lang="ja-JP" altLang="en-US">
              <a:latin typeface="+mn-lt"/>
            </a:endParaRPr>
          </a:p>
        </p:txBody>
      </p:sp>
      <p:sp>
        <p:nvSpPr>
          <p:cNvPr id="153" name="上矢印 2">
            <a:extLst>
              <a:ext uri="{FF2B5EF4-FFF2-40B4-BE49-F238E27FC236}">
                <a16:creationId xmlns:a16="http://schemas.microsoft.com/office/drawing/2014/main" id="{9162CE25-F6B3-C6E8-C886-C54810DE06CC}"/>
              </a:ext>
            </a:extLst>
          </p:cNvPr>
          <p:cNvSpPr/>
          <p:nvPr/>
        </p:nvSpPr>
        <p:spPr>
          <a:xfrm>
            <a:off x="4890837" y="3027052"/>
            <a:ext cx="843719" cy="2313912"/>
          </a:xfrm>
          <a:prstGeom prst="upArrow">
            <a:avLst/>
          </a:prstGeom>
          <a:gradFill flip="none" rotWithShape="1">
            <a:gsLst>
              <a:gs pos="0">
                <a:srgbClr val="BC4328">
                  <a:lumMod val="20000"/>
                  <a:lumOff val="80000"/>
                  <a:shade val="30000"/>
                  <a:satMod val="115000"/>
                  <a:alpha val="0"/>
                </a:srgbClr>
              </a:gs>
              <a:gs pos="50000">
                <a:srgbClr val="BC4328">
                  <a:lumMod val="20000"/>
                  <a:lumOff val="80000"/>
                </a:srgbClr>
              </a:gs>
              <a:gs pos="100000">
                <a:srgbClr val="BC4328">
                  <a:lumMod val="40000"/>
                  <a:lumOff val="6000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mn-lt"/>
              <a:ea typeface="Meiryo UI"/>
              <a:cs typeface="+mn-cs"/>
            </a:endParaRPr>
          </a:p>
        </p:txBody>
      </p:sp>
      <p:sp>
        <p:nvSpPr>
          <p:cNvPr id="154" name="正方形/長方形 90">
            <a:extLst>
              <a:ext uri="{FF2B5EF4-FFF2-40B4-BE49-F238E27FC236}">
                <a16:creationId xmlns:a16="http://schemas.microsoft.com/office/drawing/2014/main" id="{DC208871-7F87-A6F7-A60A-C268503E4E9D}"/>
              </a:ext>
            </a:extLst>
          </p:cNvPr>
          <p:cNvSpPr/>
          <p:nvPr/>
        </p:nvSpPr>
        <p:spPr>
          <a:xfrm>
            <a:off x="7905729" y="3510589"/>
            <a:ext cx="3602912" cy="370800"/>
          </a:xfrm>
          <a:prstGeom prst="rect">
            <a:avLst/>
          </a:prstGeom>
          <a:solidFill>
            <a:srgbClr val="FFFFFF">
              <a:lumMod val="65000"/>
            </a:srgbClr>
          </a:solidFill>
          <a:ln w="12700" cap="flat" cmpd="sng" algn="ctr">
            <a:solidFill>
              <a:srgbClr val="FFFFFF">
                <a:lumMod val="6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不採算案件の抑止</a:t>
            </a:r>
          </a:p>
        </p:txBody>
      </p:sp>
      <p:sp>
        <p:nvSpPr>
          <p:cNvPr id="155" name="正方形/長方形 91">
            <a:extLst>
              <a:ext uri="{FF2B5EF4-FFF2-40B4-BE49-F238E27FC236}">
                <a16:creationId xmlns:a16="http://schemas.microsoft.com/office/drawing/2014/main" id="{FECC9FAD-694C-426F-50C9-45BDD27E5C05}"/>
              </a:ext>
            </a:extLst>
          </p:cNvPr>
          <p:cNvSpPr/>
          <p:nvPr/>
        </p:nvSpPr>
        <p:spPr>
          <a:xfrm>
            <a:off x="7905729" y="4145155"/>
            <a:ext cx="3602912" cy="370800"/>
          </a:xfrm>
          <a:prstGeom prst="rect">
            <a:avLst/>
          </a:prstGeom>
          <a:solidFill>
            <a:srgbClr val="FFFFFF">
              <a:lumMod val="65000"/>
            </a:srgbClr>
          </a:solidFill>
          <a:ln w="12700" cap="flat" cmpd="sng" algn="ctr">
            <a:solidFill>
              <a:srgbClr val="FFFFFF">
                <a:lumMod val="6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不採算兆候の早期検知と対策</a:t>
            </a:r>
          </a:p>
        </p:txBody>
      </p:sp>
      <p:sp>
        <p:nvSpPr>
          <p:cNvPr id="156" name="正方形/長方形 94">
            <a:extLst>
              <a:ext uri="{FF2B5EF4-FFF2-40B4-BE49-F238E27FC236}">
                <a16:creationId xmlns:a16="http://schemas.microsoft.com/office/drawing/2014/main" id="{6E10B169-D244-D87B-EA4D-F6596463F9A7}"/>
              </a:ext>
            </a:extLst>
          </p:cNvPr>
          <p:cNvSpPr/>
          <p:nvPr/>
        </p:nvSpPr>
        <p:spPr>
          <a:xfrm>
            <a:off x="9163041" y="4785284"/>
            <a:ext cx="1048526" cy="370800"/>
          </a:xfrm>
          <a:prstGeom prst="rect">
            <a:avLst/>
          </a:prstGeom>
          <a:solidFill>
            <a:srgbClr val="FFFFFF">
              <a:lumMod val="65000"/>
            </a:srgbClr>
          </a:solidFill>
          <a:ln w="12700" cap="flat" cmpd="sng" algn="ctr">
            <a:solidFill>
              <a:srgbClr val="FFFFFF">
                <a:lumMod val="65000"/>
              </a:srgbClr>
            </a:solid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コスト状況</a:t>
            </a:r>
            <a:endParaRPr kumimoji="0" lang="en-US" altLang="ja-JP" sz="1200" b="1" i="0" u="none" strike="noStrike" kern="0" cap="none" spc="0" normalizeH="0" baseline="0" noProof="0" dirty="0">
              <a:ln>
                <a:noFill/>
              </a:ln>
              <a:solidFill>
                <a:srgbClr val="FFFFFF"/>
              </a:solidFill>
              <a:effectLst/>
              <a:uLnTx/>
              <a:uFillTx/>
              <a:latin typeface="+mn-lt"/>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dirty="0">
                <a:ln>
                  <a:noFill/>
                </a:ln>
                <a:solidFill>
                  <a:srgbClr val="FFFFFF"/>
                </a:solidFill>
                <a:effectLst/>
                <a:uLnTx/>
                <a:uFillTx/>
                <a:latin typeface="+mn-lt"/>
                <a:ea typeface="Meiryo UI"/>
                <a:cs typeface="+mn-cs"/>
              </a:rPr>
              <a:t>(</a:t>
            </a: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定量</a:t>
            </a:r>
            <a:r>
              <a:rPr kumimoji="0" lang="en-US" altLang="ja-JP" sz="1200" b="1" i="0" u="none" strike="noStrike" kern="0" cap="none" spc="0" normalizeH="0" baseline="0" noProof="0" dirty="0">
                <a:ln>
                  <a:noFill/>
                </a:ln>
                <a:solidFill>
                  <a:srgbClr val="FFFFFF"/>
                </a:solidFill>
                <a:effectLst/>
                <a:uLnTx/>
                <a:uFillTx/>
                <a:latin typeface="+mn-lt"/>
                <a:ea typeface="Meiryo UI"/>
                <a:cs typeface="+mn-cs"/>
              </a:rPr>
              <a:t>)</a:t>
            </a:r>
            <a:endParaRPr kumimoji="0" lang="ja-JP" altLang="en-US" sz="1200" b="1" i="0" u="none" strike="noStrike" kern="0" cap="none" spc="0" normalizeH="0" baseline="0" noProof="0" dirty="0">
              <a:ln>
                <a:noFill/>
              </a:ln>
              <a:solidFill>
                <a:srgbClr val="FFFFFF"/>
              </a:solidFill>
              <a:effectLst/>
              <a:uLnTx/>
              <a:uFillTx/>
              <a:latin typeface="+mn-lt"/>
              <a:ea typeface="Meiryo UI"/>
              <a:cs typeface="+mn-cs"/>
            </a:endParaRPr>
          </a:p>
        </p:txBody>
      </p:sp>
      <p:sp>
        <p:nvSpPr>
          <p:cNvPr id="157" name="正方形/長方形 95">
            <a:extLst>
              <a:ext uri="{FF2B5EF4-FFF2-40B4-BE49-F238E27FC236}">
                <a16:creationId xmlns:a16="http://schemas.microsoft.com/office/drawing/2014/main" id="{BA6B0B4C-4DF2-6209-4725-B2CA20135398}"/>
              </a:ext>
            </a:extLst>
          </p:cNvPr>
          <p:cNvSpPr/>
          <p:nvPr/>
        </p:nvSpPr>
        <p:spPr>
          <a:xfrm>
            <a:off x="10462274" y="4785284"/>
            <a:ext cx="1048526" cy="370800"/>
          </a:xfrm>
          <a:prstGeom prst="rect">
            <a:avLst/>
          </a:prstGeom>
          <a:solidFill>
            <a:srgbClr val="6785C1"/>
          </a:solidFill>
          <a:ln w="12700" cap="flat" cmpd="sng" algn="ctr">
            <a:solidFill>
              <a:srgbClr val="FFFFFF">
                <a:lumMod val="65000"/>
              </a:srgbClr>
            </a:solid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不採算</a:t>
            </a:r>
            <a:br>
              <a:rPr kumimoji="0" lang="en-US" altLang="ja-JP" sz="1200" b="1" i="0" u="none" strike="noStrike" kern="0" cap="none" spc="0" normalizeH="0" baseline="0" noProof="0" dirty="0">
                <a:ln>
                  <a:noFill/>
                </a:ln>
                <a:solidFill>
                  <a:srgbClr val="FFFFFF"/>
                </a:solidFill>
                <a:effectLst/>
                <a:uLnTx/>
                <a:uFillTx/>
                <a:latin typeface="+mn-lt"/>
                <a:ea typeface="Meiryo UI"/>
                <a:cs typeface="+mn-cs"/>
              </a:rPr>
            </a:b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兆候アラート</a:t>
            </a:r>
          </a:p>
        </p:txBody>
      </p:sp>
      <p:sp>
        <p:nvSpPr>
          <p:cNvPr id="158" name="正方形/長方形 97">
            <a:extLst>
              <a:ext uri="{FF2B5EF4-FFF2-40B4-BE49-F238E27FC236}">
                <a16:creationId xmlns:a16="http://schemas.microsoft.com/office/drawing/2014/main" id="{C09D8A29-65A0-5964-F1E5-F78EDFD7768B}"/>
              </a:ext>
            </a:extLst>
          </p:cNvPr>
          <p:cNvSpPr/>
          <p:nvPr/>
        </p:nvSpPr>
        <p:spPr>
          <a:xfrm>
            <a:off x="10418856" y="5422181"/>
            <a:ext cx="1080000" cy="370800"/>
          </a:xfrm>
          <a:prstGeom prst="rect">
            <a:avLst/>
          </a:prstGeom>
          <a:solidFill>
            <a:srgbClr val="6785C1"/>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兆候検知</a:t>
            </a:r>
            <a:endParaRPr kumimoji="0" lang="en-US" altLang="ja-JP" sz="1200" b="1" i="0" u="none" strike="noStrike" kern="0" cap="none" spc="0" normalizeH="0" baseline="0" noProof="0" dirty="0">
              <a:ln>
                <a:noFill/>
              </a:ln>
              <a:solidFill>
                <a:srgbClr val="FFFFFF"/>
              </a:solidFill>
              <a:effectLst/>
              <a:uLnTx/>
              <a:uFillTx/>
              <a:latin typeface="+mn-lt"/>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dirty="0">
                <a:ln>
                  <a:noFill/>
                </a:ln>
                <a:solidFill>
                  <a:srgbClr val="FFFFFF"/>
                </a:solidFill>
                <a:effectLst/>
                <a:uLnTx/>
                <a:uFillTx/>
                <a:latin typeface="+mn-lt"/>
                <a:ea typeface="Meiryo UI"/>
                <a:cs typeface="+mn-cs"/>
              </a:rPr>
              <a:t>(AI/ML)</a:t>
            </a:r>
            <a:endParaRPr kumimoji="0" lang="ja-JP" altLang="en-US" sz="1200" b="1" i="0" u="none" strike="noStrike" kern="0" cap="none" spc="0" normalizeH="0" baseline="0" noProof="0" dirty="0">
              <a:ln>
                <a:noFill/>
              </a:ln>
              <a:solidFill>
                <a:srgbClr val="FFFFFF"/>
              </a:solidFill>
              <a:effectLst/>
              <a:uLnTx/>
              <a:uFillTx/>
              <a:latin typeface="+mn-lt"/>
              <a:ea typeface="Meiryo UI"/>
              <a:cs typeface="+mn-cs"/>
            </a:endParaRPr>
          </a:p>
        </p:txBody>
      </p:sp>
      <p:sp>
        <p:nvSpPr>
          <p:cNvPr id="159" name="円柱 98">
            <a:extLst>
              <a:ext uri="{FF2B5EF4-FFF2-40B4-BE49-F238E27FC236}">
                <a16:creationId xmlns:a16="http://schemas.microsoft.com/office/drawing/2014/main" id="{47E5B013-EB17-9F0A-D3B0-0668897BD47B}"/>
              </a:ext>
            </a:extLst>
          </p:cNvPr>
          <p:cNvSpPr/>
          <p:nvPr/>
        </p:nvSpPr>
        <p:spPr>
          <a:xfrm>
            <a:off x="8757932" y="6058626"/>
            <a:ext cx="819899" cy="370800"/>
          </a:xfrm>
          <a:prstGeom prst="can">
            <a:avLst/>
          </a:prstGeom>
          <a:solidFill>
            <a:srgbClr val="FFFFFF">
              <a:lumMod val="50000"/>
            </a:srgb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就業実績</a:t>
            </a:r>
          </a:p>
        </p:txBody>
      </p:sp>
      <p:sp>
        <p:nvSpPr>
          <p:cNvPr id="160" name="円柱 99">
            <a:extLst>
              <a:ext uri="{FF2B5EF4-FFF2-40B4-BE49-F238E27FC236}">
                <a16:creationId xmlns:a16="http://schemas.microsoft.com/office/drawing/2014/main" id="{00A6717C-C665-EB9A-8A08-540FDC235803}"/>
              </a:ext>
            </a:extLst>
          </p:cNvPr>
          <p:cNvSpPr/>
          <p:nvPr/>
        </p:nvSpPr>
        <p:spPr>
          <a:xfrm>
            <a:off x="9642375" y="6058626"/>
            <a:ext cx="819899" cy="370800"/>
          </a:xfrm>
          <a:prstGeom prst="can">
            <a:avLst/>
          </a:prstGeom>
          <a:solidFill>
            <a:srgbClr val="FFFFFF">
              <a:lumMod val="50000"/>
            </a:srgb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購買実績</a:t>
            </a:r>
          </a:p>
        </p:txBody>
      </p:sp>
      <p:sp>
        <p:nvSpPr>
          <p:cNvPr id="161" name="円柱 101">
            <a:extLst>
              <a:ext uri="{FF2B5EF4-FFF2-40B4-BE49-F238E27FC236}">
                <a16:creationId xmlns:a16="http://schemas.microsoft.com/office/drawing/2014/main" id="{1803D046-364D-CE9C-74D7-4B131987C545}"/>
              </a:ext>
            </a:extLst>
          </p:cNvPr>
          <p:cNvSpPr/>
          <p:nvPr/>
        </p:nvSpPr>
        <p:spPr>
          <a:xfrm>
            <a:off x="11189939" y="6058626"/>
            <a:ext cx="560003" cy="370800"/>
          </a:xfrm>
          <a:prstGeom prst="can">
            <a:avLst/>
          </a:prstGeom>
          <a:no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FFFFFF">
                    <a:lumMod val="50000"/>
                  </a:srgbClr>
                </a:solidFill>
                <a:effectLst/>
                <a:uLnTx/>
                <a:uFillTx/>
                <a:latin typeface="+mn-lt"/>
                <a:ea typeface="Meiryo UI"/>
                <a:cs typeface="+mn-cs"/>
              </a:rPr>
              <a:t>…</a:t>
            </a:r>
            <a:endParaRPr kumimoji="0" lang="ja-JP" altLang="en-US" sz="1400" b="1" i="0" u="none" strike="noStrike" kern="0" cap="none" spc="0" normalizeH="0" baseline="0" noProof="0" dirty="0">
              <a:ln>
                <a:noFill/>
              </a:ln>
              <a:solidFill>
                <a:srgbClr val="FFFFFF">
                  <a:lumMod val="50000"/>
                </a:srgbClr>
              </a:solidFill>
              <a:effectLst/>
              <a:uLnTx/>
              <a:uFillTx/>
              <a:latin typeface="+mn-lt"/>
              <a:ea typeface="Meiryo UI"/>
              <a:cs typeface="+mn-cs"/>
            </a:endParaRPr>
          </a:p>
        </p:txBody>
      </p:sp>
      <p:cxnSp>
        <p:nvCxnSpPr>
          <p:cNvPr id="162" name="カギ線コネクタ 67">
            <a:extLst>
              <a:ext uri="{FF2B5EF4-FFF2-40B4-BE49-F238E27FC236}">
                <a16:creationId xmlns:a16="http://schemas.microsoft.com/office/drawing/2014/main" id="{139E8F3A-4CA6-7E80-90B4-6D5CDDDFE068}"/>
              </a:ext>
            </a:extLst>
          </p:cNvPr>
          <p:cNvCxnSpPr>
            <a:cxnSpLocks/>
            <a:stCxn id="156" idx="0"/>
            <a:endCxn id="155" idx="2"/>
          </p:cNvCxnSpPr>
          <p:nvPr/>
        </p:nvCxnSpPr>
        <p:spPr>
          <a:xfrm rot="5400000" flipH="1" flipV="1">
            <a:off x="9562580" y="4640680"/>
            <a:ext cx="269329" cy="19881"/>
          </a:xfrm>
          <a:prstGeom prst="bentConnector3">
            <a:avLst>
              <a:gd name="adj1" fmla="val 50000"/>
            </a:avLst>
          </a:prstGeom>
          <a:noFill/>
          <a:ln w="19050" cap="flat" cmpd="sng" algn="ctr">
            <a:solidFill>
              <a:srgbClr val="FFFFFF">
                <a:lumMod val="65000"/>
              </a:srgbClr>
            </a:solidFill>
            <a:prstDash val="solid"/>
            <a:miter lim="800000"/>
            <a:tailEnd type="triangle"/>
          </a:ln>
          <a:effectLst/>
        </p:spPr>
      </p:cxnSp>
      <p:cxnSp>
        <p:nvCxnSpPr>
          <p:cNvPr id="163" name="カギ線コネクタ 72">
            <a:extLst>
              <a:ext uri="{FF2B5EF4-FFF2-40B4-BE49-F238E27FC236}">
                <a16:creationId xmlns:a16="http://schemas.microsoft.com/office/drawing/2014/main" id="{0BAC0EFB-EF99-6EEA-B29E-8C31846F02A2}"/>
              </a:ext>
            </a:extLst>
          </p:cNvPr>
          <p:cNvCxnSpPr>
            <a:cxnSpLocks/>
            <a:stCxn id="157" idx="0"/>
            <a:endCxn id="155" idx="2"/>
          </p:cNvCxnSpPr>
          <p:nvPr/>
        </p:nvCxnSpPr>
        <p:spPr>
          <a:xfrm rot="16200000" flipV="1">
            <a:off x="10212197" y="4010944"/>
            <a:ext cx="269329" cy="1279352"/>
          </a:xfrm>
          <a:prstGeom prst="bentConnector3">
            <a:avLst>
              <a:gd name="adj1" fmla="val 50000"/>
            </a:avLst>
          </a:prstGeom>
          <a:noFill/>
          <a:ln w="19050" cap="flat" cmpd="sng" algn="ctr">
            <a:solidFill>
              <a:srgbClr val="FFFFFF">
                <a:lumMod val="65000"/>
              </a:srgbClr>
            </a:solidFill>
            <a:prstDash val="solid"/>
            <a:miter lim="800000"/>
            <a:tailEnd type="triangle"/>
          </a:ln>
          <a:effectLst/>
        </p:spPr>
      </p:cxnSp>
      <p:cxnSp>
        <p:nvCxnSpPr>
          <p:cNvPr id="164" name="直線矢印コネクタ 107">
            <a:extLst>
              <a:ext uri="{FF2B5EF4-FFF2-40B4-BE49-F238E27FC236}">
                <a16:creationId xmlns:a16="http://schemas.microsoft.com/office/drawing/2014/main" id="{56BDD107-34E1-F98D-B7FC-817FFD46918E}"/>
              </a:ext>
            </a:extLst>
          </p:cNvPr>
          <p:cNvCxnSpPr>
            <a:stCxn id="155" idx="0"/>
            <a:endCxn id="154" idx="2"/>
          </p:cNvCxnSpPr>
          <p:nvPr/>
        </p:nvCxnSpPr>
        <p:spPr>
          <a:xfrm flipV="1">
            <a:off x="9707185" y="3881389"/>
            <a:ext cx="0" cy="263766"/>
          </a:xfrm>
          <a:prstGeom prst="straightConnector1">
            <a:avLst/>
          </a:prstGeom>
          <a:noFill/>
          <a:ln w="19050" cap="flat" cmpd="sng" algn="ctr">
            <a:solidFill>
              <a:srgbClr val="FFFFFF">
                <a:lumMod val="65000"/>
              </a:srgbClr>
            </a:solidFill>
            <a:prstDash val="solid"/>
            <a:miter lim="800000"/>
            <a:tailEnd type="triangle"/>
          </a:ln>
          <a:effectLst/>
        </p:spPr>
      </p:cxnSp>
      <p:sp>
        <p:nvSpPr>
          <p:cNvPr id="165" name="正方形/長方形 28">
            <a:extLst>
              <a:ext uri="{FF2B5EF4-FFF2-40B4-BE49-F238E27FC236}">
                <a16:creationId xmlns:a16="http://schemas.microsoft.com/office/drawing/2014/main" id="{6A577A9B-C017-ED9C-D4D4-2E1D707DCFDE}"/>
              </a:ext>
            </a:extLst>
          </p:cNvPr>
          <p:cNvSpPr/>
          <p:nvPr/>
        </p:nvSpPr>
        <p:spPr>
          <a:xfrm>
            <a:off x="387015" y="1752138"/>
            <a:ext cx="5708986" cy="659797"/>
          </a:xfrm>
          <a:prstGeom prst="rect">
            <a:avLst/>
          </a:prstGeom>
        </p:spPr>
        <p:txBody>
          <a:bodyPr lIns="72000" tIns="72000" rIns="72000" bIns="72000" anchor="t" anchorCtr="0"/>
          <a:lstStyle/>
          <a:p>
            <a:pPr eaLnBrk="1" hangingPunct="1">
              <a:spcBef>
                <a:spcPts val="1000"/>
              </a:spcBef>
            </a:pPr>
            <a:r>
              <a:rPr lang="ja-JP" altLang="en-US" sz="1400" spc="100" dirty="0">
                <a:latin typeface="Century Gothic" panose="020B0502020202020204" pitchFamily="34" charset="0"/>
                <a:ea typeface="Yu Gothic" panose="020B0400000000000000" pitchFamily="34" charset="-128"/>
                <a:cs typeface="Arial" panose="020B0604020202020204" pitchFamily="34" charset="0"/>
              </a:rPr>
              <a:t>多段階層の中で悪い情報の報告が遅れることで、</a:t>
            </a:r>
            <a:br>
              <a:rPr lang="en-US" altLang="ja-JP" sz="1400" spc="100" dirty="0">
                <a:latin typeface="Century Gothic" panose="020B0502020202020204" pitchFamily="34" charset="0"/>
                <a:ea typeface="Yu Gothic" panose="020B0400000000000000" pitchFamily="34" charset="-128"/>
                <a:cs typeface="Arial" panose="020B0604020202020204" pitchFamily="34" charset="0"/>
              </a:rPr>
            </a:br>
            <a:r>
              <a:rPr lang="ja-JP" altLang="en-US" sz="1400" spc="100" dirty="0">
                <a:latin typeface="Century Gothic" panose="020B0502020202020204" pitchFamily="34" charset="0"/>
                <a:ea typeface="Yu Gothic" panose="020B0400000000000000" pitchFamily="34" charset="-128"/>
                <a:cs typeface="Arial" panose="020B0604020202020204" pitchFamily="34" charset="0"/>
              </a:rPr>
              <a:t>アクションが遅れ、不採算案件につながる</a:t>
            </a:r>
          </a:p>
        </p:txBody>
      </p:sp>
      <p:sp>
        <p:nvSpPr>
          <p:cNvPr id="166" name="正方形/長方形 24">
            <a:extLst>
              <a:ext uri="{FF2B5EF4-FFF2-40B4-BE49-F238E27FC236}">
                <a16:creationId xmlns:a16="http://schemas.microsoft.com/office/drawing/2014/main" id="{1FE7F17D-0732-3675-ED3B-32C3C7468272}"/>
              </a:ext>
            </a:extLst>
          </p:cNvPr>
          <p:cNvSpPr/>
          <p:nvPr/>
        </p:nvSpPr>
        <p:spPr>
          <a:xfrm>
            <a:off x="10317256" y="2407523"/>
            <a:ext cx="1673515" cy="485190"/>
          </a:xfrm>
          <a:prstGeom prst="rect">
            <a:avLst/>
          </a:prstGeom>
          <a:solidFill>
            <a:srgbClr val="FFFF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rgbClr val="C00000"/>
                </a:solidFill>
                <a:effectLst/>
                <a:uLnTx/>
                <a:uFillTx/>
                <a:latin typeface="+mn-lt"/>
                <a:ea typeface="Meiryo UI"/>
                <a:cs typeface="+mn-cs"/>
              </a:rPr>
              <a:t>不採算化しやすい</a:t>
            </a:r>
            <a:br>
              <a:rPr kumimoji="0" lang="en-US" altLang="ja-JP" sz="1400" b="0" i="0" u="none" strike="noStrike" kern="0" cap="none" spc="0" normalizeH="0" baseline="0" noProof="0" dirty="0">
                <a:ln>
                  <a:noFill/>
                </a:ln>
                <a:solidFill>
                  <a:srgbClr val="C00000"/>
                </a:solidFill>
                <a:effectLst/>
                <a:uLnTx/>
                <a:uFillTx/>
                <a:latin typeface="+mn-lt"/>
                <a:ea typeface="Meiryo UI"/>
                <a:cs typeface="+mn-cs"/>
              </a:rPr>
            </a:br>
            <a:r>
              <a:rPr kumimoji="0" lang="ja-JP" altLang="en-US" sz="1400" b="0" i="0" u="none" strike="noStrike" kern="0" cap="none" spc="0" normalizeH="0" baseline="0" noProof="0" dirty="0">
                <a:ln>
                  <a:noFill/>
                </a:ln>
                <a:solidFill>
                  <a:srgbClr val="C00000"/>
                </a:solidFill>
                <a:effectLst/>
                <a:uLnTx/>
                <a:uFillTx/>
                <a:latin typeface="+mn-lt"/>
                <a:ea typeface="Meiryo UI"/>
                <a:cs typeface="+mn-cs"/>
              </a:rPr>
              <a:t>パターンを検出し</a:t>
            </a:r>
            <a:br>
              <a:rPr kumimoji="0" lang="en-US" altLang="ja-JP" sz="1400" b="0" i="0" u="none" strike="noStrike" kern="0" cap="none" spc="0" normalizeH="0" baseline="0" noProof="0" dirty="0">
                <a:ln>
                  <a:noFill/>
                </a:ln>
                <a:solidFill>
                  <a:srgbClr val="C00000"/>
                </a:solidFill>
                <a:effectLst/>
                <a:uLnTx/>
                <a:uFillTx/>
                <a:latin typeface="+mn-lt"/>
                <a:ea typeface="Meiryo UI"/>
                <a:cs typeface="+mn-cs"/>
              </a:rPr>
            </a:br>
            <a:r>
              <a:rPr kumimoji="0" lang="ja-JP" altLang="en-US" sz="1400" b="0" i="0" u="none" strike="noStrike" kern="0" cap="none" spc="0" normalizeH="0" baseline="0" noProof="0" dirty="0">
                <a:ln>
                  <a:noFill/>
                </a:ln>
                <a:solidFill>
                  <a:srgbClr val="C00000"/>
                </a:solidFill>
                <a:effectLst/>
                <a:uLnTx/>
                <a:uFillTx/>
                <a:latin typeface="+mn-lt"/>
                <a:ea typeface="Meiryo UI"/>
                <a:cs typeface="+mn-cs"/>
              </a:rPr>
              <a:t>アラート</a:t>
            </a:r>
          </a:p>
        </p:txBody>
      </p:sp>
      <p:sp>
        <p:nvSpPr>
          <p:cNvPr id="167" name="正方形/長方形 38">
            <a:extLst>
              <a:ext uri="{FF2B5EF4-FFF2-40B4-BE49-F238E27FC236}">
                <a16:creationId xmlns:a16="http://schemas.microsoft.com/office/drawing/2014/main" id="{4056DBF6-548E-4E40-7944-67B3E536B8D2}"/>
              </a:ext>
            </a:extLst>
          </p:cNvPr>
          <p:cNvSpPr/>
          <p:nvPr/>
        </p:nvSpPr>
        <p:spPr>
          <a:xfrm>
            <a:off x="387014" y="1734309"/>
            <a:ext cx="5708986" cy="0"/>
          </a:xfrm>
          <a:prstGeom prst="rect">
            <a:avLst/>
          </a:prstGeom>
          <a:solidFill>
            <a:srgbClr val="FFFFFF"/>
          </a:solidFill>
          <a:ln w="6350" cap="flat" cmpd="sng" algn="ctr">
            <a:solidFill>
              <a:srgbClr val="FFFFFF">
                <a:lumMod val="75000"/>
              </a:srgbClr>
            </a:solidFill>
            <a:prstDash val="solid"/>
            <a:miter lim="800000"/>
          </a:ln>
          <a:effectLst/>
        </p:spPr>
        <p:txBody>
          <a:bodyPr rot="0" spcFirstLastPara="0" vertOverflow="overflow" horzOverflow="overflow" vert="horz" wrap="square" lIns="91440" tIns="45720" rIns="91440" bIns="72000" numCol="1" spcCol="0" rtlCol="0" fromWordArt="0" anchor="b"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dirty="0">
                <a:ln>
                  <a:noFill/>
                </a:ln>
                <a:solidFill>
                  <a:srgbClr val="404040"/>
                </a:solidFill>
                <a:effectLst/>
                <a:uLnTx/>
                <a:uFillTx/>
                <a:latin typeface="+mn-lt"/>
                <a:ea typeface="Meiryo UI"/>
                <a:cs typeface="+mn-cs"/>
              </a:rPr>
              <a:t>課題</a:t>
            </a:r>
            <a:endParaRPr kumimoji="0" lang="ja-JP" altLang="en-US" sz="1600" b="1" i="0" u="none" strike="noStrike" kern="0" cap="none" spc="0" normalizeH="0" baseline="0" noProof="0" dirty="0">
              <a:ln>
                <a:noFill/>
              </a:ln>
              <a:solidFill>
                <a:srgbClr val="BC4328"/>
              </a:solidFill>
              <a:effectLst/>
              <a:uLnTx/>
              <a:uFillTx/>
              <a:latin typeface="+mn-lt"/>
              <a:ea typeface="Meiryo UI"/>
              <a:cs typeface="+mn-cs"/>
            </a:endParaRPr>
          </a:p>
        </p:txBody>
      </p:sp>
      <p:sp>
        <p:nvSpPr>
          <p:cNvPr id="168" name="正方形/長方形 39">
            <a:extLst>
              <a:ext uri="{FF2B5EF4-FFF2-40B4-BE49-F238E27FC236}">
                <a16:creationId xmlns:a16="http://schemas.microsoft.com/office/drawing/2014/main" id="{186E8706-6CD1-FA27-BC3D-CC2DD32DC63A}"/>
              </a:ext>
            </a:extLst>
          </p:cNvPr>
          <p:cNvSpPr/>
          <p:nvPr/>
        </p:nvSpPr>
        <p:spPr>
          <a:xfrm>
            <a:off x="6099746" y="1734309"/>
            <a:ext cx="5705856" cy="0"/>
          </a:xfrm>
          <a:prstGeom prst="rect">
            <a:avLst/>
          </a:prstGeom>
          <a:solidFill>
            <a:srgbClr val="FFFFFF"/>
          </a:solidFill>
          <a:ln w="6350" cap="flat" cmpd="sng" algn="ctr">
            <a:solidFill>
              <a:srgbClr val="FFFFFF">
                <a:lumMod val="75000"/>
              </a:srgbClr>
            </a:solidFill>
            <a:prstDash val="solid"/>
            <a:miter lim="800000"/>
          </a:ln>
          <a:effectLst/>
        </p:spPr>
        <p:txBody>
          <a:bodyPr rot="0" spcFirstLastPara="0" vertOverflow="overflow" horzOverflow="overflow" vert="horz" wrap="square" lIns="91440" tIns="45720" rIns="91440" bIns="72000" numCol="1" spcCol="0" rtlCol="0" fromWordArt="0" anchor="b"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dirty="0">
                <a:ln>
                  <a:noFill/>
                </a:ln>
                <a:solidFill>
                  <a:srgbClr val="404040"/>
                </a:solidFill>
                <a:effectLst/>
                <a:uLnTx/>
                <a:uFillTx/>
                <a:latin typeface="+mn-lt"/>
                <a:ea typeface="Meiryo UI"/>
                <a:cs typeface="+mn-cs"/>
              </a:rPr>
              <a:t>解決策</a:t>
            </a:r>
          </a:p>
        </p:txBody>
      </p:sp>
      <p:sp>
        <p:nvSpPr>
          <p:cNvPr id="169" name="円/楕円 2">
            <a:extLst>
              <a:ext uri="{FF2B5EF4-FFF2-40B4-BE49-F238E27FC236}">
                <a16:creationId xmlns:a16="http://schemas.microsoft.com/office/drawing/2014/main" id="{B3F073AD-21FF-DF93-B58B-A5401AD4F26D}"/>
              </a:ext>
            </a:extLst>
          </p:cNvPr>
          <p:cNvSpPr/>
          <p:nvPr/>
        </p:nvSpPr>
        <p:spPr>
          <a:xfrm>
            <a:off x="6409857" y="3429000"/>
            <a:ext cx="1323703" cy="533979"/>
          </a:xfrm>
          <a:prstGeom prst="ellipse">
            <a:avLst/>
          </a:prstGeom>
          <a:solidFill>
            <a:srgbClr val="FFFFFF">
              <a:lumMod val="85000"/>
            </a:srgb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dirty="0">
                <a:ln>
                  <a:noFill/>
                </a:ln>
                <a:solidFill>
                  <a:srgbClr val="000000"/>
                </a:solidFill>
                <a:effectLst/>
                <a:uLnTx/>
                <a:uFillTx/>
                <a:latin typeface="+mn-lt"/>
                <a:ea typeface="Meiryo UI"/>
                <a:cs typeface="+mn-cs"/>
              </a:rPr>
              <a:t>目的</a:t>
            </a:r>
          </a:p>
        </p:txBody>
      </p:sp>
      <p:sp>
        <p:nvSpPr>
          <p:cNvPr id="170" name="円/楕円 10">
            <a:extLst>
              <a:ext uri="{FF2B5EF4-FFF2-40B4-BE49-F238E27FC236}">
                <a16:creationId xmlns:a16="http://schemas.microsoft.com/office/drawing/2014/main" id="{4D7E4CBB-A708-62FA-712C-AA716E94A874}"/>
              </a:ext>
            </a:extLst>
          </p:cNvPr>
          <p:cNvSpPr/>
          <p:nvPr/>
        </p:nvSpPr>
        <p:spPr>
          <a:xfrm>
            <a:off x="6405489" y="5340964"/>
            <a:ext cx="1323703" cy="533234"/>
          </a:xfrm>
          <a:prstGeom prst="ellipse">
            <a:avLst/>
          </a:prstGeom>
          <a:solidFill>
            <a:srgbClr val="FFFFFF">
              <a:lumMod val="8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dirty="0">
                <a:ln>
                  <a:noFill/>
                </a:ln>
                <a:solidFill>
                  <a:srgbClr val="000000"/>
                </a:solidFill>
                <a:effectLst/>
                <a:uLnTx/>
                <a:uFillTx/>
                <a:latin typeface="+mn-lt"/>
                <a:ea typeface="Meiryo UI"/>
                <a:cs typeface="+mn-cs"/>
              </a:rPr>
              <a:t>分析</a:t>
            </a:r>
          </a:p>
        </p:txBody>
      </p:sp>
      <p:sp>
        <p:nvSpPr>
          <p:cNvPr id="171" name="円/楕円 11">
            <a:extLst>
              <a:ext uri="{FF2B5EF4-FFF2-40B4-BE49-F238E27FC236}">
                <a16:creationId xmlns:a16="http://schemas.microsoft.com/office/drawing/2014/main" id="{4746EDDB-B0BD-F8A9-8DF5-191B96D872B4}"/>
              </a:ext>
            </a:extLst>
          </p:cNvPr>
          <p:cNvSpPr/>
          <p:nvPr/>
        </p:nvSpPr>
        <p:spPr>
          <a:xfrm>
            <a:off x="6409857" y="5977409"/>
            <a:ext cx="1323703" cy="533234"/>
          </a:xfrm>
          <a:prstGeom prst="ellipse">
            <a:avLst/>
          </a:prstGeom>
          <a:solidFill>
            <a:srgbClr val="FFFFFF">
              <a:lumMod val="8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dirty="0">
                <a:ln>
                  <a:noFill/>
                </a:ln>
                <a:solidFill>
                  <a:srgbClr val="000000"/>
                </a:solidFill>
                <a:effectLst/>
                <a:uLnTx/>
                <a:uFillTx/>
                <a:latin typeface="+mn-lt"/>
                <a:ea typeface="Meiryo UI"/>
                <a:cs typeface="+mn-cs"/>
              </a:rPr>
              <a:t>データ</a:t>
            </a:r>
          </a:p>
        </p:txBody>
      </p:sp>
      <p:sp>
        <p:nvSpPr>
          <p:cNvPr id="172" name="円/楕円 7">
            <a:extLst>
              <a:ext uri="{FF2B5EF4-FFF2-40B4-BE49-F238E27FC236}">
                <a16:creationId xmlns:a16="http://schemas.microsoft.com/office/drawing/2014/main" id="{C79756B3-A0DB-C06E-B126-C7071B4F4E2B}"/>
              </a:ext>
            </a:extLst>
          </p:cNvPr>
          <p:cNvSpPr/>
          <p:nvPr/>
        </p:nvSpPr>
        <p:spPr>
          <a:xfrm>
            <a:off x="6409857" y="4066348"/>
            <a:ext cx="1323703" cy="533979"/>
          </a:xfrm>
          <a:prstGeom prst="ellipse">
            <a:avLst/>
          </a:prstGeom>
          <a:solidFill>
            <a:srgbClr val="FFFFFF">
              <a:lumMod val="85000"/>
            </a:srgb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dirty="0">
                <a:ln>
                  <a:noFill/>
                </a:ln>
                <a:solidFill>
                  <a:srgbClr val="000000"/>
                </a:solidFill>
                <a:effectLst/>
                <a:uLnTx/>
                <a:uFillTx/>
                <a:latin typeface="+mn-lt"/>
                <a:ea typeface="Meiryo UI"/>
                <a:cs typeface="+mn-cs"/>
              </a:rPr>
              <a:t>行動</a:t>
            </a:r>
          </a:p>
        </p:txBody>
      </p:sp>
      <p:sp>
        <p:nvSpPr>
          <p:cNvPr id="173" name="円/楕円 9">
            <a:extLst>
              <a:ext uri="{FF2B5EF4-FFF2-40B4-BE49-F238E27FC236}">
                <a16:creationId xmlns:a16="http://schemas.microsoft.com/office/drawing/2014/main" id="{159F0509-35C3-F0F3-9DD0-E0D1CE4225A7}"/>
              </a:ext>
            </a:extLst>
          </p:cNvPr>
          <p:cNvSpPr/>
          <p:nvPr/>
        </p:nvSpPr>
        <p:spPr>
          <a:xfrm>
            <a:off x="6409857" y="4703695"/>
            <a:ext cx="1323703" cy="533979"/>
          </a:xfrm>
          <a:prstGeom prst="ellipse">
            <a:avLst/>
          </a:prstGeom>
          <a:solidFill>
            <a:srgbClr val="FFFFFF">
              <a:lumMod val="85000"/>
            </a:srgb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dirty="0">
                <a:ln>
                  <a:noFill/>
                </a:ln>
                <a:solidFill>
                  <a:srgbClr val="000000"/>
                </a:solidFill>
                <a:effectLst/>
                <a:uLnTx/>
                <a:uFillTx/>
                <a:latin typeface="+mn-lt"/>
                <a:ea typeface="Meiryo UI"/>
                <a:cs typeface="+mn-cs"/>
              </a:rPr>
              <a:t>インサイト</a:t>
            </a:r>
          </a:p>
        </p:txBody>
      </p:sp>
      <p:sp>
        <p:nvSpPr>
          <p:cNvPr id="174" name="正方形/長方形 52">
            <a:extLst>
              <a:ext uri="{FF2B5EF4-FFF2-40B4-BE49-F238E27FC236}">
                <a16:creationId xmlns:a16="http://schemas.microsoft.com/office/drawing/2014/main" id="{4837678B-EA12-8D77-4380-EEC626810BD6}"/>
              </a:ext>
            </a:extLst>
          </p:cNvPr>
          <p:cNvSpPr/>
          <p:nvPr/>
        </p:nvSpPr>
        <p:spPr>
          <a:xfrm>
            <a:off x="7889827" y="4785284"/>
            <a:ext cx="1048526" cy="370800"/>
          </a:xfrm>
          <a:prstGeom prst="rect">
            <a:avLst/>
          </a:prstGeom>
          <a:solidFill>
            <a:srgbClr val="FFFFFF">
              <a:lumMod val="65000"/>
            </a:srgbClr>
          </a:solidFill>
          <a:ln w="12700" cap="flat" cmpd="sng" algn="ctr">
            <a:solidFill>
              <a:srgbClr val="FFFFFF">
                <a:lumMod val="65000"/>
              </a:srgbClr>
            </a:solid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進捗</a:t>
            </a:r>
            <a:r>
              <a:rPr kumimoji="0" lang="en-US" altLang="ja-JP" sz="1200" b="1" i="0" u="none" strike="noStrike" kern="0" cap="none" spc="0" normalizeH="0" baseline="0" noProof="0" dirty="0">
                <a:ln>
                  <a:noFill/>
                </a:ln>
                <a:solidFill>
                  <a:srgbClr val="FFFFFF"/>
                </a:solidFill>
                <a:effectLst/>
                <a:uLnTx/>
                <a:uFillTx/>
                <a:latin typeface="+mn-lt"/>
                <a:ea typeface="Meiryo UI"/>
                <a:cs typeface="+mn-cs"/>
              </a:rPr>
              <a:t>/</a:t>
            </a: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品質状況</a:t>
            </a:r>
            <a:endParaRPr kumimoji="0" lang="en-US" altLang="ja-JP" sz="1200" b="1" i="0" u="none" strike="noStrike" kern="0" cap="none" spc="0" normalizeH="0" baseline="0" noProof="0" dirty="0">
              <a:ln>
                <a:noFill/>
              </a:ln>
              <a:solidFill>
                <a:srgbClr val="FFFFFF"/>
              </a:solidFill>
              <a:effectLst/>
              <a:uLnTx/>
              <a:uFillTx/>
              <a:latin typeface="+mn-lt"/>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dirty="0">
                <a:ln>
                  <a:noFill/>
                </a:ln>
                <a:solidFill>
                  <a:srgbClr val="FFFFFF"/>
                </a:solidFill>
                <a:effectLst/>
                <a:uLnTx/>
                <a:uFillTx/>
                <a:latin typeface="+mn-lt"/>
                <a:ea typeface="Meiryo UI"/>
                <a:cs typeface="+mn-cs"/>
              </a:rPr>
              <a:t>(</a:t>
            </a: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定性</a:t>
            </a:r>
            <a:r>
              <a:rPr kumimoji="0" lang="en-US" altLang="ja-JP" sz="1200" b="1" i="0" u="none" strike="noStrike" kern="0" cap="none" spc="0" normalizeH="0" baseline="0" noProof="0" dirty="0">
                <a:ln>
                  <a:noFill/>
                </a:ln>
                <a:solidFill>
                  <a:srgbClr val="FFFFFF"/>
                </a:solidFill>
                <a:effectLst/>
                <a:uLnTx/>
                <a:uFillTx/>
                <a:latin typeface="+mn-lt"/>
                <a:ea typeface="Meiryo UI"/>
                <a:cs typeface="+mn-cs"/>
              </a:rPr>
              <a:t>)</a:t>
            </a:r>
          </a:p>
        </p:txBody>
      </p:sp>
      <p:sp>
        <p:nvSpPr>
          <p:cNvPr id="175" name="正方形/長方形 53">
            <a:extLst>
              <a:ext uri="{FF2B5EF4-FFF2-40B4-BE49-F238E27FC236}">
                <a16:creationId xmlns:a16="http://schemas.microsoft.com/office/drawing/2014/main" id="{B4B78934-C45E-A8EA-6FAD-FEA5FE17C657}"/>
              </a:ext>
            </a:extLst>
          </p:cNvPr>
          <p:cNvSpPr/>
          <p:nvPr/>
        </p:nvSpPr>
        <p:spPr>
          <a:xfrm>
            <a:off x="6099747" y="1752138"/>
            <a:ext cx="5705856" cy="659797"/>
          </a:xfrm>
          <a:prstGeom prst="rect">
            <a:avLst/>
          </a:prstGeom>
        </p:spPr>
        <p:txBody>
          <a:bodyPr lIns="72000" tIns="72000" rIns="72000" bIns="72000" anchor="t" anchorCtr="0"/>
          <a:lstStyle/>
          <a:p>
            <a:pPr eaLnBrk="1" hangingPunct="1">
              <a:spcBef>
                <a:spcPts val="1000"/>
              </a:spcBef>
            </a:pPr>
            <a:r>
              <a:rPr lang="ja-JP" altLang="en-US" sz="1400" spc="100" dirty="0">
                <a:latin typeface="Century Gothic" panose="020B0502020202020204" pitchFamily="34" charset="0"/>
                <a:ea typeface="Yu Gothic" panose="020B0400000000000000" pitchFamily="34" charset="-128"/>
                <a:cs typeface="Arial" panose="020B0604020202020204" pitchFamily="34" charset="0"/>
              </a:rPr>
              <a:t>日々蓄積されるプロジェクト情報から不採算の兆候を検知し、</a:t>
            </a:r>
            <a:br>
              <a:rPr lang="en-US" altLang="ja-JP" sz="1400" spc="100" dirty="0">
                <a:latin typeface="Century Gothic" panose="020B0502020202020204" pitchFamily="34" charset="0"/>
                <a:ea typeface="Yu Gothic" panose="020B0400000000000000" pitchFamily="34" charset="-128"/>
                <a:cs typeface="Arial" panose="020B0604020202020204" pitchFamily="34" charset="0"/>
              </a:rPr>
            </a:br>
            <a:r>
              <a:rPr lang="ja-JP" altLang="en-US" sz="1400" spc="100" dirty="0">
                <a:latin typeface="Century Gothic" panose="020B0502020202020204" pitchFamily="34" charset="0"/>
                <a:ea typeface="Yu Gothic" panose="020B0400000000000000" pitchFamily="34" charset="-128"/>
                <a:cs typeface="Arial" panose="020B0604020202020204" pitchFamily="34" charset="0"/>
              </a:rPr>
              <a:t>マネジメントへアラート</a:t>
            </a:r>
          </a:p>
        </p:txBody>
      </p:sp>
      <p:sp>
        <p:nvSpPr>
          <p:cNvPr id="176" name="円柱 16">
            <a:extLst>
              <a:ext uri="{FF2B5EF4-FFF2-40B4-BE49-F238E27FC236}">
                <a16:creationId xmlns:a16="http://schemas.microsoft.com/office/drawing/2014/main" id="{DD7B0B16-7C29-6743-79E7-94C2287525DA}"/>
              </a:ext>
            </a:extLst>
          </p:cNvPr>
          <p:cNvSpPr/>
          <p:nvPr/>
        </p:nvSpPr>
        <p:spPr>
          <a:xfrm>
            <a:off x="6383835" y="2493818"/>
            <a:ext cx="723832" cy="492718"/>
          </a:xfrm>
          <a:prstGeom prst="can">
            <a:avLst/>
          </a:prstGeom>
          <a:solidFill>
            <a:srgbClr val="6785C1"/>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不採算</a:t>
            </a:r>
            <a:endParaRPr kumimoji="0" lang="en-US" altLang="ja-JP" sz="1200" b="1" i="0" u="none" strike="noStrike" kern="0" cap="none" spc="0" normalizeH="0" baseline="0" noProof="0" dirty="0">
              <a:ln>
                <a:noFill/>
              </a:ln>
              <a:solidFill>
                <a:srgbClr val="FFFFFF"/>
              </a:solidFill>
              <a:effectLst/>
              <a:uLnTx/>
              <a:uFillTx/>
              <a:latin typeface="+mn-lt"/>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案件実績</a:t>
            </a:r>
          </a:p>
        </p:txBody>
      </p:sp>
      <p:sp>
        <p:nvSpPr>
          <p:cNvPr id="177" name="矢印: 右 25">
            <a:extLst>
              <a:ext uri="{FF2B5EF4-FFF2-40B4-BE49-F238E27FC236}">
                <a16:creationId xmlns:a16="http://schemas.microsoft.com/office/drawing/2014/main" id="{3C547A4C-6784-8166-2330-38C5DECA2BF2}"/>
              </a:ext>
            </a:extLst>
          </p:cNvPr>
          <p:cNvSpPr/>
          <p:nvPr/>
        </p:nvSpPr>
        <p:spPr>
          <a:xfrm>
            <a:off x="7201105" y="2571171"/>
            <a:ext cx="221260" cy="344058"/>
          </a:xfrm>
          <a:prstGeom prst="rightArrow">
            <a:avLst/>
          </a:prstGeom>
          <a:solidFill>
            <a:srgbClr val="FFFFFF">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mn-lt"/>
              <a:ea typeface="Meiryo UI"/>
              <a:cs typeface="+mn-cs"/>
            </a:endParaRPr>
          </a:p>
        </p:txBody>
      </p:sp>
      <p:sp>
        <p:nvSpPr>
          <p:cNvPr id="178" name="円柱 56">
            <a:extLst>
              <a:ext uri="{FF2B5EF4-FFF2-40B4-BE49-F238E27FC236}">
                <a16:creationId xmlns:a16="http://schemas.microsoft.com/office/drawing/2014/main" id="{4F754FD4-C38E-1F4A-AB14-E84867790EA2}"/>
              </a:ext>
            </a:extLst>
          </p:cNvPr>
          <p:cNvSpPr/>
          <p:nvPr/>
        </p:nvSpPr>
        <p:spPr>
          <a:xfrm>
            <a:off x="10526818" y="6058626"/>
            <a:ext cx="819899" cy="370800"/>
          </a:xfrm>
          <a:prstGeom prst="can">
            <a:avLst/>
          </a:prstGeom>
          <a:solidFill>
            <a:srgbClr val="FFFFFF">
              <a:lumMod val="50000"/>
            </a:srgb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不採算</a:t>
            </a:r>
            <a:endParaRPr kumimoji="0" lang="en-US" altLang="ja-JP" sz="1200" b="1" i="0" u="none" strike="noStrike" kern="0" cap="none" spc="0" normalizeH="0" baseline="0" noProof="0" dirty="0">
              <a:ln>
                <a:noFill/>
              </a:ln>
              <a:solidFill>
                <a:srgbClr val="FFFFFF"/>
              </a:solidFill>
              <a:effectLst/>
              <a:uLnTx/>
              <a:uFillTx/>
              <a:latin typeface="+mn-lt"/>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案件実績</a:t>
            </a:r>
          </a:p>
        </p:txBody>
      </p:sp>
      <p:sp>
        <p:nvSpPr>
          <p:cNvPr id="179" name="四角形: メモ 29">
            <a:extLst>
              <a:ext uri="{FF2B5EF4-FFF2-40B4-BE49-F238E27FC236}">
                <a16:creationId xmlns:a16="http://schemas.microsoft.com/office/drawing/2014/main" id="{7508B6E9-47B8-F8CA-AA8B-05EC587136D3}"/>
              </a:ext>
            </a:extLst>
          </p:cNvPr>
          <p:cNvSpPr/>
          <p:nvPr/>
        </p:nvSpPr>
        <p:spPr>
          <a:xfrm>
            <a:off x="7503033" y="2395408"/>
            <a:ext cx="845561" cy="709734"/>
          </a:xfrm>
          <a:prstGeom prst="foldedCorner">
            <a:avLst/>
          </a:prstGeom>
          <a:solidFill>
            <a:srgbClr val="FFFFFF"/>
          </a:solidFill>
          <a:ln w="12700" cap="flat" cmpd="sng" algn="ctr">
            <a:solidFill>
              <a:srgbClr val="000000"/>
            </a:solidFill>
            <a:prstDash val="solid"/>
            <a:miter lim="800000"/>
          </a:ln>
          <a:effectLst/>
        </p:spPr>
        <p:txBody>
          <a:bodyPr wrap="none"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dirty="0">
                <a:ln>
                  <a:noFill/>
                </a:ln>
                <a:solidFill>
                  <a:srgbClr val="000000"/>
                </a:solidFill>
                <a:effectLst/>
                <a:uLnTx/>
                <a:uFillTx/>
                <a:latin typeface="+mn-lt"/>
                <a:ea typeface="Meiryo UI"/>
                <a:cs typeface="+mn-cs"/>
              </a:rPr>
              <a:t>不採算</a:t>
            </a:r>
            <a:endParaRPr kumimoji="0" lang="en-US" altLang="ja-JP" sz="1100" b="0" i="0" u="none" strike="noStrike" kern="0" cap="none" spc="0" normalizeH="0" baseline="0" noProof="0" dirty="0">
              <a:ln>
                <a:noFill/>
              </a:ln>
              <a:solidFill>
                <a:srgbClr val="000000"/>
              </a:solidFill>
              <a:effectLst/>
              <a:uLnTx/>
              <a:uFillTx/>
              <a:latin typeface="+mn-lt"/>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dirty="0">
                <a:ln>
                  <a:noFill/>
                </a:ln>
                <a:solidFill>
                  <a:srgbClr val="000000"/>
                </a:solidFill>
                <a:effectLst/>
                <a:uLnTx/>
                <a:uFillTx/>
                <a:latin typeface="+mn-lt"/>
                <a:ea typeface="Meiryo UI"/>
                <a:cs typeface="+mn-cs"/>
              </a:rPr>
              <a:t>検知モデル</a:t>
            </a:r>
          </a:p>
        </p:txBody>
      </p:sp>
      <p:sp>
        <p:nvSpPr>
          <p:cNvPr id="180" name="矢印: 右 58">
            <a:extLst>
              <a:ext uri="{FF2B5EF4-FFF2-40B4-BE49-F238E27FC236}">
                <a16:creationId xmlns:a16="http://schemas.microsoft.com/office/drawing/2014/main" id="{5520960A-AD18-7950-E8BA-3F94BF4C90A9}"/>
              </a:ext>
            </a:extLst>
          </p:cNvPr>
          <p:cNvSpPr/>
          <p:nvPr/>
        </p:nvSpPr>
        <p:spPr>
          <a:xfrm>
            <a:off x="8430392" y="2571171"/>
            <a:ext cx="221260" cy="344058"/>
          </a:xfrm>
          <a:prstGeom prst="rightArrow">
            <a:avLst/>
          </a:prstGeom>
          <a:solidFill>
            <a:srgbClr val="FFFFFF">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mn-lt"/>
              <a:ea typeface="Meiryo UI"/>
              <a:cs typeface="+mn-cs"/>
            </a:endParaRPr>
          </a:p>
        </p:txBody>
      </p:sp>
      <p:cxnSp>
        <p:nvCxnSpPr>
          <p:cNvPr id="181" name="直線コネクタ 55">
            <a:extLst>
              <a:ext uri="{FF2B5EF4-FFF2-40B4-BE49-F238E27FC236}">
                <a16:creationId xmlns:a16="http://schemas.microsoft.com/office/drawing/2014/main" id="{414FEF6C-3CAA-1A2F-20E5-DBA6CC21A465}"/>
              </a:ext>
            </a:extLst>
          </p:cNvPr>
          <p:cNvCxnSpPr/>
          <p:nvPr/>
        </p:nvCxnSpPr>
        <p:spPr>
          <a:xfrm>
            <a:off x="8734208" y="2303557"/>
            <a:ext cx="0" cy="949101"/>
          </a:xfrm>
          <a:prstGeom prst="line">
            <a:avLst/>
          </a:prstGeom>
          <a:noFill/>
          <a:ln w="28575" cap="flat" cmpd="sng" algn="ctr">
            <a:solidFill>
              <a:srgbClr val="FFFFFF">
                <a:lumMod val="65000"/>
              </a:srgbClr>
            </a:solidFill>
            <a:prstDash val="solid"/>
            <a:miter lim="800000"/>
          </a:ln>
          <a:effectLst/>
        </p:spPr>
      </p:cxnSp>
      <p:sp>
        <p:nvSpPr>
          <p:cNvPr id="182" name="テキスト ボックス 51">
            <a:extLst>
              <a:ext uri="{FF2B5EF4-FFF2-40B4-BE49-F238E27FC236}">
                <a16:creationId xmlns:a16="http://schemas.microsoft.com/office/drawing/2014/main" id="{C47426AD-BDF6-505D-7A6D-66BFDBDCD3C3}"/>
              </a:ext>
            </a:extLst>
          </p:cNvPr>
          <p:cNvSpPr txBox="1"/>
          <p:nvPr/>
        </p:nvSpPr>
        <p:spPr>
          <a:xfrm>
            <a:off x="764726" y="2597755"/>
            <a:ext cx="800219" cy="276999"/>
          </a:xfrm>
          <a:prstGeom prst="rect">
            <a:avLst/>
          </a:prstGeom>
          <a:noFill/>
        </p:spPr>
        <p:txBody>
          <a:bodyPr wrap="none" rtlCol="0">
            <a:spAutoFit/>
          </a:bodyPr>
          <a:lstStyle/>
          <a:p>
            <a:pPr eaLnBrk="1" fontAlgn="auto" hangingPunct="1">
              <a:spcBef>
                <a:spcPts val="0"/>
              </a:spcBef>
              <a:spcAft>
                <a:spcPts val="0"/>
              </a:spcAft>
            </a:pPr>
            <a:r>
              <a:rPr lang="ja-JP" altLang="en-US" sz="1200" dirty="0">
                <a:solidFill>
                  <a:srgbClr val="404040"/>
                </a:solidFill>
                <a:latin typeface="+mn-lt"/>
                <a:ea typeface="游ゴシック" panose="020B0400000000000000" pitchFamily="50" charset="-128"/>
                <a:cs typeface="メイリオ" panose="020B0604030504040204" pitchFamily="50" charset="-128"/>
              </a:rPr>
              <a:t>組織階層</a:t>
            </a:r>
          </a:p>
        </p:txBody>
      </p:sp>
      <p:sp>
        <p:nvSpPr>
          <p:cNvPr id="183" name="正方形/長方形 63">
            <a:extLst>
              <a:ext uri="{FF2B5EF4-FFF2-40B4-BE49-F238E27FC236}">
                <a16:creationId xmlns:a16="http://schemas.microsoft.com/office/drawing/2014/main" id="{81F2EA42-2E62-D481-CA92-548F8B89B275}"/>
              </a:ext>
            </a:extLst>
          </p:cNvPr>
          <p:cNvSpPr/>
          <p:nvPr/>
        </p:nvSpPr>
        <p:spPr>
          <a:xfrm>
            <a:off x="550291" y="5212788"/>
            <a:ext cx="1169296" cy="376805"/>
          </a:xfrm>
          <a:prstGeom prst="rect">
            <a:avLst/>
          </a:prstGeom>
          <a:solidFill>
            <a:srgbClr val="FFFFFF">
              <a:lumMod val="85000"/>
            </a:srgbClr>
          </a:soli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lumMod val="50000"/>
                  </a:srgbClr>
                </a:solidFill>
                <a:effectLst/>
                <a:uLnTx/>
                <a:uFillTx/>
                <a:latin typeface="+mn-lt"/>
                <a:ea typeface="Meiryo UI"/>
                <a:cs typeface="+mn-cs"/>
              </a:rPr>
              <a:t>プロジェクト</a:t>
            </a:r>
          </a:p>
        </p:txBody>
      </p:sp>
      <p:sp>
        <p:nvSpPr>
          <p:cNvPr id="184" name="正方形/長方形 64">
            <a:extLst>
              <a:ext uri="{FF2B5EF4-FFF2-40B4-BE49-F238E27FC236}">
                <a16:creationId xmlns:a16="http://schemas.microsoft.com/office/drawing/2014/main" id="{4F1A7DEE-BABF-3F67-6CA6-E6945CC1B0D7}"/>
              </a:ext>
            </a:extLst>
          </p:cNvPr>
          <p:cNvSpPr/>
          <p:nvPr/>
        </p:nvSpPr>
        <p:spPr>
          <a:xfrm>
            <a:off x="550291" y="4747336"/>
            <a:ext cx="1169296" cy="376805"/>
          </a:xfrm>
          <a:prstGeom prst="rect">
            <a:avLst/>
          </a:prstGeom>
          <a:solidFill>
            <a:srgbClr val="FFFFFF">
              <a:lumMod val="85000"/>
            </a:srgbClr>
          </a:soli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lumMod val="50000"/>
                  </a:srgbClr>
                </a:solidFill>
                <a:effectLst/>
                <a:uLnTx/>
                <a:uFillTx/>
                <a:latin typeface="+mn-lt"/>
                <a:ea typeface="Meiryo UI"/>
                <a:cs typeface="+mn-cs"/>
              </a:rPr>
              <a:t>担当</a:t>
            </a:r>
          </a:p>
        </p:txBody>
      </p:sp>
      <p:sp>
        <p:nvSpPr>
          <p:cNvPr id="185" name="正方形/長方形 65">
            <a:extLst>
              <a:ext uri="{FF2B5EF4-FFF2-40B4-BE49-F238E27FC236}">
                <a16:creationId xmlns:a16="http://schemas.microsoft.com/office/drawing/2014/main" id="{E9BB6349-7071-25EE-64E1-686382D3B042}"/>
              </a:ext>
            </a:extLst>
          </p:cNvPr>
          <p:cNvSpPr/>
          <p:nvPr/>
        </p:nvSpPr>
        <p:spPr>
          <a:xfrm>
            <a:off x="550291" y="4276011"/>
            <a:ext cx="1169296" cy="376805"/>
          </a:xfrm>
          <a:prstGeom prst="rect">
            <a:avLst/>
          </a:prstGeom>
          <a:solidFill>
            <a:srgbClr val="FFFFFF">
              <a:lumMod val="85000"/>
            </a:srgbClr>
          </a:soli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lumMod val="50000"/>
                  </a:srgbClr>
                </a:solidFill>
                <a:effectLst/>
                <a:uLnTx/>
                <a:uFillTx/>
                <a:latin typeface="+mn-lt"/>
                <a:ea typeface="Meiryo UI"/>
                <a:cs typeface="+mn-cs"/>
              </a:rPr>
              <a:t>事業部</a:t>
            </a:r>
          </a:p>
        </p:txBody>
      </p:sp>
      <p:sp>
        <p:nvSpPr>
          <p:cNvPr id="186" name="正方形/長方形 66">
            <a:extLst>
              <a:ext uri="{FF2B5EF4-FFF2-40B4-BE49-F238E27FC236}">
                <a16:creationId xmlns:a16="http://schemas.microsoft.com/office/drawing/2014/main" id="{15FD62F7-0610-8A41-A87E-D4EB81F32FE4}"/>
              </a:ext>
            </a:extLst>
          </p:cNvPr>
          <p:cNvSpPr/>
          <p:nvPr/>
        </p:nvSpPr>
        <p:spPr>
          <a:xfrm>
            <a:off x="550291" y="3797041"/>
            <a:ext cx="1169296" cy="376805"/>
          </a:xfrm>
          <a:prstGeom prst="rect">
            <a:avLst/>
          </a:prstGeom>
          <a:solidFill>
            <a:srgbClr val="FFFFFF">
              <a:lumMod val="85000"/>
            </a:srgbClr>
          </a:soli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lumMod val="50000"/>
                  </a:srgbClr>
                </a:solidFill>
                <a:effectLst/>
                <a:uLnTx/>
                <a:uFillTx/>
                <a:latin typeface="+mn-lt"/>
                <a:ea typeface="Meiryo UI"/>
                <a:cs typeface="+mn-cs"/>
              </a:rPr>
              <a:t>事業本部</a:t>
            </a:r>
          </a:p>
        </p:txBody>
      </p:sp>
      <p:sp>
        <p:nvSpPr>
          <p:cNvPr id="187" name="正方形/長方形 67">
            <a:extLst>
              <a:ext uri="{FF2B5EF4-FFF2-40B4-BE49-F238E27FC236}">
                <a16:creationId xmlns:a16="http://schemas.microsoft.com/office/drawing/2014/main" id="{5F423E40-3D9D-A00A-F826-F77E1FA462E2}"/>
              </a:ext>
            </a:extLst>
          </p:cNvPr>
          <p:cNvSpPr/>
          <p:nvPr/>
        </p:nvSpPr>
        <p:spPr>
          <a:xfrm>
            <a:off x="550291" y="3326132"/>
            <a:ext cx="1169296" cy="376805"/>
          </a:xfrm>
          <a:prstGeom prst="rect">
            <a:avLst/>
          </a:prstGeom>
          <a:solidFill>
            <a:srgbClr val="FFFFFF">
              <a:lumMod val="85000"/>
            </a:srgbClr>
          </a:soli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lumMod val="50000"/>
                  </a:srgbClr>
                </a:solidFill>
                <a:effectLst/>
                <a:uLnTx/>
                <a:uFillTx/>
                <a:latin typeface="+mn-lt"/>
                <a:ea typeface="Meiryo UI"/>
                <a:cs typeface="+mn-cs"/>
              </a:rPr>
              <a:t>分野</a:t>
            </a:r>
          </a:p>
        </p:txBody>
      </p:sp>
      <p:sp>
        <p:nvSpPr>
          <p:cNvPr id="188" name="正方形/長方形 68">
            <a:extLst>
              <a:ext uri="{FF2B5EF4-FFF2-40B4-BE49-F238E27FC236}">
                <a16:creationId xmlns:a16="http://schemas.microsoft.com/office/drawing/2014/main" id="{1B24A631-3CE1-53B5-FE0B-4C2B32A96906}"/>
              </a:ext>
            </a:extLst>
          </p:cNvPr>
          <p:cNvSpPr/>
          <p:nvPr/>
        </p:nvSpPr>
        <p:spPr>
          <a:xfrm>
            <a:off x="550291" y="2812178"/>
            <a:ext cx="1169296" cy="419515"/>
          </a:xfrm>
          <a:prstGeom prst="rect">
            <a:avLst/>
          </a:prstGeom>
          <a:solidFill>
            <a:srgbClr val="FFFFFF">
              <a:lumMod val="85000"/>
            </a:srgbClr>
          </a:solid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lumMod val="50000"/>
                  </a:srgbClr>
                </a:solidFill>
                <a:effectLst/>
                <a:uLnTx/>
                <a:uFillTx/>
                <a:latin typeface="+mn-lt"/>
                <a:ea typeface="Meiryo UI"/>
                <a:cs typeface="+mn-cs"/>
              </a:rPr>
              <a:t>コーポレート</a:t>
            </a:r>
            <a:endParaRPr kumimoji="0" lang="en-US" altLang="ja-JP" sz="1200" b="1" i="0" u="none" strike="noStrike" kern="0" cap="none" spc="0" normalizeH="0" baseline="0" noProof="0" dirty="0">
              <a:ln>
                <a:noFill/>
              </a:ln>
              <a:solidFill>
                <a:srgbClr val="FFFFFF">
                  <a:lumMod val="50000"/>
                </a:srgbClr>
              </a:solidFill>
              <a:effectLst/>
              <a:uLnTx/>
              <a:uFillTx/>
              <a:latin typeface="+mn-lt"/>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lumMod val="50000"/>
                  </a:srgbClr>
                </a:solidFill>
                <a:effectLst/>
                <a:uLnTx/>
                <a:uFillTx/>
                <a:latin typeface="+mn-lt"/>
                <a:ea typeface="Meiryo UI"/>
                <a:cs typeface="+mn-cs"/>
              </a:rPr>
              <a:t>管理部門</a:t>
            </a:r>
          </a:p>
        </p:txBody>
      </p:sp>
      <p:cxnSp>
        <p:nvCxnSpPr>
          <p:cNvPr id="189" name="カギ線コネクタ 9">
            <a:extLst>
              <a:ext uri="{FF2B5EF4-FFF2-40B4-BE49-F238E27FC236}">
                <a16:creationId xmlns:a16="http://schemas.microsoft.com/office/drawing/2014/main" id="{1C5C20CF-2197-7B01-F1EA-108AA12AFDDC}"/>
              </a:ext>
            </a:extLst>
          </p:cNvPr>
          <p:cNvCxnSpPr>
            <a:stCxn id="202" idx="0"/>
            <a:endCxn id="200" idx="2"/>
          </p:cNvCxnSpPr>
          <p:nvPr/>
        </p:nvCxnSpPr>
        <p:spPr>
          <a:xfrm rot="5400000" flipH="1" flipV="1">
            <a:off x="2353273" y="5049025"/>
            <a:ext cx="221267" cy="231436"/>
          </a:xfrm>
          <a:prstGeom prst="bentConnector3">
            <a:avLst>
              <a:gd name="adj1" fmla="val 50000"/>
            </a:avLst>
          </a:prstGeom>
          <a:noFill/>
          <a:ln w="12700" cap="flat" cmpd="sng" algn="ctr">
            <a:solidFill>
              <a:srgbClr val="C2CEE6"/>
            </a:solidFill>
            <a:prstDash val="solid"/>
            <a:miter lim="800000"/>
          </a:ln>
          <a:effectLst/>
        </p:spPr>
      </p:cxnSp>
      <p:cxnSp>
        <p:nvCxnSpPr>
          <p:cNvPr id="190" name="カギ線コネクタ 10">
            <a:extLst>
              <a:ext uri="{FF2B5EF4-FFF2-40B4-BE49-F238E27FC236}">
                <a16:creationId xmlns:a16="http://schemas.microsoft.com/office/drawing/2014/main" id="{EBB8E1C4-188A-6035-CDEE-B590EC547706}"/>
              </a:ext>
            </a:extLst>
          </p:cNvPr>
          <p:cNvCxnSpPr>
            <a:stCxn id="200" idx="0"/>
            <a:endCxn id="206" idx="2"/>
          </p:cNvCxnSpPr>
          <p:nvPr/>
        </p:nvCxnSpPr>
        <p:spPr>
          <a:xfrm rot="5400000" flipH="1" flipV="1">
            <a:off x="2697416" y="4464993"/>
            <a:ext cx="208609" cy="444193"/>
          </a:xfrm>
          <a:prstGeom prst="bentConnector3">
            <a:avLst>
              <a:gd name="adj1" fmla="val 50000"/>
            </a:avLst>
          </a:prstGeom>
          <a:noFill/>
          <a:ln w="12700" cap="flat" cmpd="sng" algn="ctr">
            <a:solidFill>
              <a:srgbClr val="C2CEE6"/>
            </a:solidFill>
            <a:prstDash val="solid"/>
            <a:miter lim="800000"/>
          </a:ln>
          <a:effectLst/>
        </p:spPr>
      </p:cxnSp>
      <p:cxnSp>
        <p:nvCxnSpPr>
          <p:cNvPr id="191" name="カギ線コネクタ 11">
            <a:extLst>
              <a:ext uri="{FF2B5EF4-FFF2-40B4-BE49-F238E27FC236}">
                <a16:creationId xmlns:a16="http://schemas.microsoft.com/office/drawing/2014/main" id="{14630AFD-8116-BC9C-9AC4-8C6DC269CCED}"/>
              </a:ext>
            </a:extLst>
          </p:cNvPr>
          <p:cNvCxnSpPr>
            <a:stCxn id="206" idx="0"/>
            <a:endCxn id="207" idx="2"/>
          </p:cNvCxnSpPr>
          <p:nvPr/>
        </p:nvCxnSpPr>
        <p:spPr>
          <a:xfrm rot="5400000" flipH="1" flipV="1">
            <a:off x="3116372" y="4018905"/>
            <a:ext cx="208609" cy="393718"/>
          </a:xfrm>
          <a:prstGeom prst="bentConnector3">
            <a:avLst>
              <a:gd name="adj1" fmla="val 50000"/>
            </a:avLst>
          </a:prstGeom>
          <a:noFill/>
          <a:ln w="12700" cap="flat" cmpd="sng" algn="ctr">
            <a:solidFill>
              <a:srgbClr val="C2CEE6"/>
            </a:solidFill>
            <a:prstDash val="solid"/>
            <a:miter lim="800000"/>
          </a:ln>
          <a:effectLst/>
        </p:spPr>
      </p:cxnSp>
      <p:cxnSp>
        <p:nvCxnSpPr>
          <p:cNvPr id="192" name="カギ線コネクタ 12">
            <a:extLst>
              <a:ext uri="{FF2B5EF4-FFF2-40B4-BE49-F238E27FC236}">
                <a16:creationId xmlns:a16="http://schemas.microsoft.com/office/drawing/2014/main" id="{EACFC1A6-36B7-B2F5-A9C9-DA9D37D8AFAD}"/>
              </a:ext>
            </a:extLst>
          </p:cNvPr>
          <p:cNvCxnSpPr>
            <a:stCxn id="207" idx="0"/>
            <a:endCxn id="208" idx="2"/>
          </p:cNvCxnSpPr>
          <p:nvPr/>
        </p:nvCxnSpPr>
        <p:spPr>
          <a:xfrm rot="5400000" flipH="1" flipV="1">
            <a:off x="3509143" y="3548528"/>
            <a:ext cx="208609" cy="391824"/>
          </a:xfrm>
          <a:prstGeom prst="bentConnector3">
            <a:avLst>
              <a:gd name="adj1" fmla="val 50000"/>
            </a:avLst>
          </a:prstGeom>
          <a:noFill/>
          <a:ln w="12700" cap="flat" cmpd="sng" algn="ctr">
            <a:solidFill>
              <a:srgbClr val="C2CEE6"/>
            </a:solidFill>
            <a:prstDash val="solid"/>
            <a:miter lim="800000"/>
          </a:ln>
          <a:effectLst/>
        </p:spPr>
      </p:cxnSp>
      <p:cxnSp>
        <p:nvCxnSpPr>
          <p:cNvPr id="193" name="カギ線コネクタ 13">
            <a:extLst>
              <a:ext uri="{FF2B5EF4-FFF2-40B4-BE49-F238E27FC236}">
                <a16:creationId xmlns:a16="http://schemas.microsoft.com/office/drawing/2014/main" id="{2C033EDA-EB06-78BF-35C4-3A89C4D5D517}"/>
              </a:ext>
            </a:extLst>
          </p:cNvPr>
          <p:cNvCxnSpPr>
            <a:stCxn id="208" idx="0"/>
            <a:endCxn id="209" idx="2"/>
          </p:cNvCxnSpPr>
          <p:nvPr/>
        </p:nvCxnSpPr>
        <p:spPr>
          <a:xfrm rot="5400000" flipH="1" flipV="1">
            <a:off x="4002127" y="2976044"/>
            <a:ext cx="208610" cy="594143"/>
          </a:xfrm>
          <a:prstGeom prst="bentConnector3">
            <a:avLst>
              <a:gd name="adj1" fmla="val 50000"/>
            </a:avLst>
          </a:prstGeom>
          <a:noFill/>
          <a:ln w="12700" cap="flat" cmpd="sng" algn="ctr">
            <a:solidFill>
              <a:srgbClr val="C2CEE6"/>
            </a:solidFill>
            <a:prstDash val="solid"/>
            <a:miter lim="800000"/>
          </a:ln>
          <a:effectLst/>
        </p:spPr>
      </p:cxnSp>
      <p:cxnSp>
        <p:nvCxnSpPr>
          <p:cNvPr id="194" name="カギ線コネクタ 14">
            <a:extLst>
              <a:ext uri="{FF2B5EF4-FFF2-40B4-BE49-F238E27FC236}">
                <a16:creationId xmlns:a16="http://schemas.microsoft.com/office/drawing/2014/main" id="{63E403CD-FBB1-729D-D665-355998DB0853}"/>
              </a:ext>
            </a:extLst>
          </p:cNvPr>
          <p:cNvCxnSpPr>
            <a:stCxn id="196" idx="0"/>
            <a:endCxn id="200" idx="2"/>
          </p:cNvCxnSpPr>
          <p:nvPr/>
        </p:nvCxnSpPr>
        <p:spPr>
          <a:xfrm rot="16200000" flipV="1">
            <a:off x="2556632" y="5077103"/>
            <a:ext cx="221267" cy="175280"/>
          </a:xfrm>
          <a:prstGeom prst="bentConnector3">
            <a:avLst>
              <a:gd name="adj1" fmla="val 50000"/>
            </a:avLst>
          </a:prstGeom>
          <a:noFill/>
          <a:ln w="12700" cap="flat" cmpd="sng" algn="ctr">
            <a:solidFill>
              <a:srgbClr val="C2CEE6"/>
            </a:solidFill>
            <a:prstDash val="solid"/>
            <a:miter lim="800000"/>
          </a:ln>
          <a:effectLst/>
        </p:spPr>
      </p:cxnSp>
      <p:grpSp>
        <p:nvGrpSpPr>
          <p:cNvPr id="195" name="グループ化 75">
            <a:extLst>
              <a:ext uri="{FF2B5EF4-FFF2-40B4-BE49-F238E27FC236}">
                <a16:creationId xmlns:a16="http://schemas.microsoft.com/office/drawing/2014/main" id="{56F769F3-E63F-7FA9-412C-E3815A5F3E7D}"/>
              </a:ext>
            </a:extLst>
          </p:cNvPr>
          <p:cNvGrpSpPr/>
          <p:nvPr/>
        </p:nvGrpSpPr>
        <p:grpSpPr>
          <a:xfrm>
            <a:off x="2589405" y="5275378"/>
            <a:ext cx="331000" cy="237146"/>
            <a:chOff x="9060390" y="5517232"/>
            <a:chExt cx="455125" cy="432048"/>
          </a:xfrm>
        </p:grpSpPr>
        <p:sp>
          <p:nvSpPr>
            <p:cNvPr id="196" name="正方形/長方形 150">
              <a:extLst>
                <a:ext uri="{FF2B5EF4-FFF2-40B4-BE49-F238E27FC236}">
                  <a16:creationId xmlns:a16="http://schemas.microsoft.com/office/drawing/2014/main" id="{8BEC159F-9030-8EF7-F50E-BFDE34DA0C93}"/>
                </a:ext>
              </a:extLst>
            </p:cNvPr>
            <p:cNvSpPr/>
            <p:nvPr/>
          </p:nvSpPr>
          <p:spPr>
            <a:xfrm>
              <a:off x="9060390" y="5517232"/>
              <a:ext cx="455125" cy="432048"/>
            </a:xfrm>
            <a:prstGeom prst="rect">
              <a:avLst/>
            </a:prstGeom>
            <a:noFill/>
            <a:ln w="6350" cap="flat"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mn-lt"/>
                <a:ea typeface="Meiryo UI"/>
                <a:cs typeface="+mn-cs"/>
              </a:endParaRPr>
            </a:p>
          </p:txBody>
        </p:sp>
        <p:pic>
          <p:nvPicPr>
            <p:cNvPr id="197" name="図 151">
              <a:extLst>
                <a:ext uri="{FF2B5EF4-FFF2-40B4-BE49-F238E27FC236}">
                  <a16:creationId xmlns:a16="http://schemas.microsoft.com/office/drawing/2014/main" id="{080A8793-C00C-6062-5E5F-A95FF9A8FFC0}"/>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9060390" y="5575087"/>
              <a:ext cx="136612" cy="333894"/>
            </a:xfrm>
            <a:prstGeom prst="rect">
              <a:avLst/>
            </a:prstGeom>
          </p:spPr>
        </p:pic>
        <p:pic>
          <p:nvPicPr>
            <p:cNvPr id="198" name="図 152">
              <a:extLst>
                <a:ext uri="{FF2B5EF4-FFF2-40B4-BE49-F238E27FC236}">
                  <a16:creationId xmlns:a16="http://schemas.microsoft.com/office/drawing/2014/main" id="{936E971A-E941-60FD-CDA3-4312FA34B163}"/>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9211811" y="5575087"/>
              <a:ext cx="136612" cy="333894"/>
            </a:xfrm>
            <a:prstGeom prst="rect">
              <a:avLst/>
            </a:prstGeom>
          </p:spPr>
        </p:pic>
        <p:pic>
          <p:nvPicPr>
            <p:cNvPr id="199" name="図 153">
              <a:extLst>
                <a:ext uri="{FF2B5EF4-FFF2-40B4-BE49-F238E27FC236}">
                  <a16:creationId xmlns:a16="http://schemas.microsoft.com/office/drawing/2014/main" id="{3A463A2C-054E-576E-FAF0-2B5D761FB67E}"/>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9363663" y="5572138"/>
              <a:ext cx="136612" cy="333894"/>
            </a:xfrm>
            <a:prstGeom prst="rect">
              <a:avLst/>
            </a:prstGeom>
          </p:spPr>
        </p:pic>
      </p:grpSp>
      <p:pic>
        <p:nvPicPr>
          <p:cNvPr id="200" name="図 76">
            <a:extLst>
              <a:ext uri="{FF2B5EF4-FFF2-40B4-BE49-F238E27FC236}">
                <a16:creationId xmlns:a16="http://schemas.microsoft.com/office/drawing/2014/main" id="{F00EA61B-202A-E47F-B77F-18BC0BE117BD}"/>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2488452" y="4791395"/>
            <a:ext cx="182345" cy="262715"/>
          </a:xfrm>
          <a:prstGeom prst="rect">
            <a:avLst/>
          </a:prstGeom>
        </p:spPr>
      </p:pic>
      <p:grpSp>
        <p:nvGrpSpPr>
          <p:cNvPr id="201" name="グループ化 77">
            <a:extLst>
              <a:ext uri="{FF2B5EF4-FFF2-40B4-BE49-F238E27FC236}">
                <a16:creationId xmlns:a16="http://schemas.microsoft.com/office/drawing/2014/main" id="{2CFE77DA-E1EF-093B-145E-E7FB2EE0DF5B}"/>
              </a:ext>
            </a:extLst>
          </p:cNvPr>
          <p:cNvGrpSpPr/>
          <p:nvPr/>
        </p:nvGrpSpPr>
        <p:grpSpPr>
          <a:xfrm>
            <a:off x="2182689" y="5275378"/>
            <a:ext cx="331000" cy="237146"/>
            <a:chOff x="9060390" y="5517232"/>
            <a:chExt cx="455125" cy="432048"/>
          </a:xfrm>
        </p:grpSpPr>
        <p:sp>
          <p:nvSpPr>
            <p:cNvPr id="202" name="正方形/長方形 146">
              <a:extLst>
                <a:ext uri="{FF2B5EF4-FFF2-40B4-BE49-F238E27FC236}">
                  <a16:creationId xmlns:a16="http://schemas.microsoft.com/office/drawing/2014/main" id="{57AE1EC9-0006-BB67-FF5B-531DF74B9AA4}"/>
                </a:ext>
              </a:extLst>
            </p:cNvPr>
            <p:cNvSpPr/>
            <p:nvPr/>
          </p:nvSpPr>
          <p:spPr>
            <a:xfrm>
              <a:off x="9060390" y="5517232"/>
              <a:ext cx="455125" cy="432048"/>
            </a:xfrm>
            <a:prstGeom prst="rect">
              <a:avLst/>
            </a:prstGeom>
            <a:noFill/>
            <a:ln w="6350" cap="flat"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mn-lt"/>
                <a:ea typeface="Meiryo UI"/>
                <a:cs typeface="+mn-cs"/>
              </a:endParaRPr>
            </a:p>
          </p:txBody>
        </p:sp>
        <p:pic>
          <p:nvPicPr>
            <p:cNvPr id="203" name="図 147">
              <a:extLst>
                <a:ext uri="{FF2B5EF4-FFF2-40B4-BE49-F238E27FC236}">
                  <a16:creationId xmlns:a16="http://schemas.microsoft.com/office/drawing/2014/main" id="{428ABB36-9AA6-2237-378F-B4DABCEF9F55}"/>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9060390" y="5575087"/>
              <a:ext cx="136612" cy="333894"/>
            </a:xfrm>
            <a:prstGeom prst="rect">
              <a:avLst/>
            </a:prstGeom>
          </p:spPr>
        </p:pic>
        <p:pic>
          <p:nvPicPr>
            <p:cNvPr id="204" name="図 148">
              <a:extLst>
                <a:ext uri="{FF2B5EF4-FFF2-40B4-BE49-F238E27FC236}">
                  <a16:creationId xmlns:a16="http://schemas.microsoft.com/office/drawing/2014/main" id="{05B2415E-E5BB-0CFF-9363-FEA7C626150E}"/>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9211811" y="5575087"/>
              <a:ext cx="136612" cy="333894"/>
            </a:xfrm>
            <a:prstGeom prst="rect">
              <a:avLst/>
            </a:prstGeom>
          </p:spPr>
        </p:pic>
        <p:pic>
          <p:nvPicPr>
            <p:cNvPr id="205" name="図 149">
              <a:extLst>
                <a:ext uri="{FF2B5EF4-FFF2-40B4-BE49-F238E27FC236}">
                  <a16:creationId xmlns:a16="http://schemas.microsoft.com/office/drawing/2014/main" id="{F7C67E91-6231-6E40-D3AD-601E403AC152}"/>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9363663" y="5572138"/>
              <a:ext cx="136612" cy="333894"/>
            </a:xfrm>
            <a:prstGeom prst="rect">
              <a:avLst/>
            </a:prstGeom>
          </p:spPr>
        </p:pic>
      </p:grpSp>
      <p:pic>
        <p:nvPicPr>
          <p:cNvPr id="206" name="図 78">
            <a:extLst>
              <a:ext uri="{FF2B5EF4-FFF2-40B4-BE49-F238E27FC236}">
                <a16:creationId xmlns:a16="http://schemas.microsoft.com/office/drawing/2014/main" id="{55E6689D-BE0A-8EEF-C6F2-DDC30CE6D802}"/>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2932645" y="4320070"/>
            <a:ext cx="182345" cy="262715"/>
          </a:xfrm>
          <a:prstGeom prst="rect">
            <a:avLst/>
          </a:prstGeom>
        </p:spPr>
      </p:pic>
      <p:pic>
        <p:nvPicPr>
          <p:cNvPr id="207" name="図 79">
            <a:extLst>
              <a:ext uri="{FF2B5EF4-FFF2-40B4-BE49-F238E27FC236}">
                <a16:creationId xmlns:a16="http://schemas.microsoft.com/office/drawing/2014/main" id="{8918C8F0-4BBC-9133-A9CD-CCC6E3D59315}"/>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3326363" y="3848744"/>
            <a:ext cx="182345" cy="262715"/>
          </a:xfrm>
          <a:prstGeom prst="rect">
            <a:avLst/>
          </a:prstGeom>
        </p:spPr>
      </p:pic>
      <p:pic>
        <p:nvPicPr>
          <p:cNvPr id="208" name="図 80">
            <a:extLst>
              <a:ext uri="{FF2B5EF4-FFF2-40B4-BE49-F238E27FC236}">
                <a16:creationId xmlns:a16="http://schemas.microsoft.com/office/drawing/2014/main" id="{07F41ABC-A128-729E-5C1B-E540A52748CA}"/>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3718187" y="3377420"/>
            <a:ext cx="182345" cy="262715"/>
          </a:xfrm>
          <a:prstGeom prst="rect">
            <a:avLst/>
          </a:prstGeom>
        </p:spPr>
      </p:pic>
      <p:pic>
        <p:nvPicPr>
          <p:cNvPr id="209" name="図 81">
            <a:extLst>
              <a:ext uri="{FF2B5EF4-FFF2-40B4-BE49-F238E27FC236}">
                <a16:creationId xmlns:a16="http://schemas.microsoft.com/office/drawing/2014/main" id="{350F831F-2C53-51A5-105A-A5E65550C420}"/>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4312330" y="2906094"/>
            <a:ext cx="182345" cy="262715"/>
          </a:xfrm>
          <a:prstGeom prst="rect">
            <a:avLst/>
          </a:prstGeom>
        </p:spPr>
      </p:pic>
      <p:pic>
        <p:nvPicPr>
          <p:cNvPr id="210" name="図 82">
            <a:extLst>
              <a:ext uri="{FF2B5EF4-FFF2-40B4-BE49-F238E27FC236}">
                <a16:creationId xmlns:a16="http://schemas.microsoft.com/office/drawing/2014/main" id="{63763E30-121B-F017-D09F-C901FA571FF2}"/>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3383588" y="4790526"/>
            <a:ext cx="182345" cy="262715"/>
          </a:xfrm>
          <a:prstGeom prst="rect">
            <a:avLst/>
          </a:prstGeom>
        </p:spPr>
      </p:pic>
      <p:cxnSp>
        <p:nvCxnSpPr>
          <p:cNvPr id="211" name="カギ線コネクタ 31">
            <a:extLst>
              <a:ext uri="{FF2B5EF4-FFF2-40B4-BE49-F238E27FC236}">
                <a16:creationId xmlns:a16="http://schemas.microsoft.com/office/drawing/2014/main" id="{04A0A4C8-AE75-C30D-8915-6AE0FDF03425}"/>
              </a:ext>
            </a:extLst>
          </p:cNvPr>
          <p:cNvCxnSpPr>
            <a:stCxn id="210" idx="0"/>
            <a:endCxn id="206" idx="2"/>
          </p:cNvCxnSpPr>
          <p:nvPr/>
        </p:nvCxnSpPr>
        <p:spPr>
          <a:xfrm rot="16200000" flipV="1">
            <a:off x="3145420" y="4461183"/>
            <a:ext cx="207741" cy="450944"/>
          </a:xfrm>
          <a:prstGeom prst="bentConnector3">
            <a:avLst>
              <a:gd name="adj1" fmla="val 50000"/>
            </a:avLst>
          </a:prstGeom>
          <a:noFill/>
          <a:ln w="12700" cap="flat" cmpd="sng" algn="ctr">
            <a:solidFill>
              <a:srgbClr val="C2CEE6"/>
            </a:solidFill>
            <a:prstDash val="solid"/>
            <a:miter lim="800000"/>
          </a:ln>
          <a:effectLst/>
        </p:spPr>
      </p:cxnSp>
      <p:grpSp>
        <p:nvGrpSpPr>
          <p:cNvPr id="212" name="グループ化 84">
            <a:extLst>
              <a:ext uri="{FF2B5EF4-FFF2-40B4-BE49-F238E27FC236}">
                <a16:creationId xmlns:a16="http://schemas.microsoft.com/office/drawing/2014/main" id="{49712CFB-581B-9A64-40B0-FE504E020837}"/>
              </a:ext>
            </a:extLst>
          </p:cNvPr>
          <p:cNvGrpSpPr/>
          <p:nvPr/>
        </p:nvGrpSpPr>
        <p:grpSpPr>
          <a:xfrm>
            <a:off x="3113100" y="5275378"/>
            <a:ext cx="331000" cy="237146"/>
            <a:chOff x="9060390" y="5517232"/>
            <a:chExt cx="455125" cy="432048"/>
          </a:xfrm>
        </p:grpSpPr>
        <p:sp>
          <p:nvSpPr>
            <p:cNvPr id="213" name="正方形/長方形 142">
              <a:extLst>
                <a:ext uri="{FF2B5EF4-FFF2-40B4-BE49-F238E27FC236}">
                  <a16:creationId xmlns:a16="http://schemas.microsoft.com/office/drawing/2014/main" id="{A2FB26B7-7097-76EF-35DB-4DA0F5631414}"/>
                </a:ext>
              </a:extLst>
            </p:cNvPr>
            <p:cNvSpPr/>
            <p:nvPr/>
          </p:nvSpPr>
          <p:spPr>
            <a:xfrm>
              <a:off x="9060390" y="5517232"/>
              <a:ext cx="455125" cy="432048"/>
            </a:xfrm>
            <a:prstGeom prst="rect">
              <a:avLst/>
            </a:prstGeom>
            <a:noFill/>
            <a:ln w="6350" cap="flat"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mn-lt"/>
                <a:ea typeface="Meiryo UI"/>
                <a:cs typeface="+mn-cs"/>
              </a:endParaRPr>
            </a:p>
          </p:txBody>
        </p:sp>
        <p:pic>
          <p:nvPicPr>
            <p:cNvPr id="214" name="図 143">
              <a:extLst>
                <a:ext uri="{FF2B5EF4-FFF2-40B4-BE49-F238E27FC236}">
                  <a16:creationId xmlns:a16="http://schemas.microsoft.com/office/drawing/2014/main" id="{12DE86E3-D778-A22C-6D8A-94997AD8BBDA}"/>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9060390" y="5575087"/>
              <a:ext cx="136612" cy="333894"/>
            </a:xfrm>
            <a:prstGeom prst="rect">
              <a:avLst/>
            </a:prstGeom>
          </p:spPr>
        </p:pic>
        <p:pic>
          <p:nvPicPr>
            <p:cNvPr id="215" name="図 144">
              <a:extLst>
                <a:ext uri="{FF2B5EF4-FFF2-40B4-BE49-F238E27FC236}">
                  <a16:creationId xmlns:a16="http://schemas.microsoft.com/office/drawing/2014/main" id="{7E3A7F21-5211-9BCA-384B-B1C96CE7BFCE}"/>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9211811" y="5575087"/>
              <a:ext cx="136612" cy="333894"/>
            </a:xfrm>
            <a:prstGeom prst="rect">
              <a:avLst/>
            </a:prstGeom>
          </p:spPr>
        </p:pic>
        <p:pic>
          <p:nvPicPr>
            <p:cNvPr id="216" name="図 145">
              <a:extLst>
                <a:ext uri="{FF2B5EF4-FFF2-40B4-BE49-F238E27FC236}">
                  <a16:creationId xmlns:a16="http://schemas.microsoft.com/office/drawing/2014/main" id="{13E97C20-4149-FB10-B21C-C43D9015B8CC}"/>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9363663" y="5572138"/>
              <a:ext cx="136612" cy="333894"/>
            </a:xfrm>
            <a:prstGeom prst="rect">
              <a:avLst/>
            </a:prstGeom>
          </p:spPr>
        </p:pic>
      </p:grpSp>
      <p:cxnSp>
        <p:nvCxnSpPr>
          <p:cNvPr id="217" name="カギ線コネクタ 37">
            <a:extLst>
              <a:ext uri="{FF2B5EF4-FFF2-40B4-BE49-F238E27FC236}">
                <a16:creationId xmlns:a16="http://schemas.microsoft.com/office/drawing/2014/main" id="{2B72994A-84B3-07B9-6025-2E8B185BF75F}"/>
              </a:ext>
            </a:extLst>
          </p:cNvPr>
          <p:cNvCxnSpPr>
            <a:stCxn id="213" idx="0"/>
            <a:endCxn id="210" idx="2"/>
          </p:cNvCxnSpPr>
          <p:nvPr/>
        </p:nvCxnSpPr>
        <p:spPr>
          <a:xfrm rot="5400000" flipH="1" flipV="1">
            <a:off x="3265612" y="5066230"/>
            <a:ext cx="222136" cy="196161"/>
          </a:xfrm>
          <a:prstGeom prst="bentConnector3">
            <a:avLst>
              <a:gd name="adj1" fmla="val 50000"/>
            </a:avLst>
          </a:prstGeom>
          <a:noFill/>
          <a:ln w="12700" cap="flat" cmpd="sng" algn="ctr">
            <a:solidFill>
              <a:srgbClr val="C2CEE6"/>
            </a:solidFill>
            <a:prstDash val="solid"/>
            <a:miter lim="800000"/>
          </a:ln>
          <a:effectLst/>
        </p:spPr>
      </p:cxnSp>
      <p:grpSp>
        <p:nvGrpSpPr>
          <p:cNvPr id="218" name="グループ化 87">
            <a:extLst>
              <a:ext uri="{FF2B5EF4-FFF2-40B4-BE49-F238E27FC236}">
                <a16:creationId xmlns:a16="http://schemas.microsoft.com/office/drawing/2014/main" id="{33B50EE0-BA46-9494-F9E0-F434BEECA281}"/>
              </a:ext>
            </a:extLst>
          </p:cNvPr>
          <p:cNvGrpSpPr/>
          <p:nvPr/>
        </p:nvGrpSpPr>
        <p:grpSpPr>
          <a:xfrm>
            <a:off x="3508709" y="5275378"/>
            <a:ext cx="331000" cy="237146"/>
            <a:chOff x="9060390" y="5517232"/>
            <a:chExt cx="455125" cy="432048"/>
          </a:xfrm>
        </p:grpSpPr>
        <p:sp>
          <p:nvSpPr>
            <p:cNvPr id="219" name="正方形/長方形 138">
              <a:extLst>
                <a:ext uri="{FF2B5EF4-FFF2-40B4-BE49-F238E27FC236}">
                  <a16:creationId xmlns:a16="http://schemas.microsoft.com/office/drawing/2014/main" id="{FB6377A3-1F67-F7A9-FCFD-FB60BB3BB340}"/>
                </a:ext>
              </a:extLst>
            </p:cNvPr>
            <p:cNvSpPr/>
            <p:nvPr/>
          </p:nvSpPr>
          <p:spPr>
            <a:xfrm>
              <a:off x="9060390" y="5517232"/>
              <a:ext cx="455125" cy="432048"/>
            </a:xfrm>
            <a:prstGeom prst="rect">
              <a:avLst/>
            </a:prstGeom>
            <a:noFill/>
            <a:ln w="6350" cap="flat"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mn-lt"/>
                <a:ea typeface="Meiryo UI"/>
                <a:cs typeface="+mn-cs"/>
              </a:endParaRPr>
            </a:p>
          </p:txBody>
        </p:sp>
        <p:pic>
          <p:nvPicPr>
            <p:cNvPr id="220" name="図 139">
              <a:extLst>
                <a:ext uri="{FF2B5EF4-FFF2-40B4-BE49-F238E27FC236}">
                  <a16:creationId xmlns:a16="http://schemas.microsoft.com/office/drawing/2014/main" id="{5A0A3F5C-1189-C8C7-15D5-56986946C169}"/>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9060390" y="5575087"/>
              <a:ext cx="136612" cy="333894"/>
            </a:xfrm>
            <a:prstGeom prst="rect">
              <a:avLst/>
            </a:prstGeom>
          </p:spPr>
        </p:pic>
        <p:pic>
          <p:nvPicPr>
            <p:cNvPr id="221" name="図 140">
              <a:extLst>
                <a:ext uri="{FF2B5EF4-FFF2-40B4-BE49-F238E27FC236}">
                  <a16:creationId xmlns:a16="http://schemas.microsoft.com/office/drawing/2014/main" id="{5AF730DF-2955-3E51-5616-B8A277F56CDA}"/>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9211811" y="5575087"/>
              <a:ext cx="136612" cy="333894"/>
            </a:xfrm>
            <a:prstGeom prst="rect">
              <a:avLst/>
            </a:prstGeom>
          </p:spPr>
        </p:pic>
        <p:pic>
          <p:nvPicPr>
            <p:cNvPr id="222" name="図 141">
              <a:extLst>
                <a:ext uri="{FF2B5EF4-FFF2-40B4-BE49-F238E27FC236}">
                  <a16:creationId xmlns:a16="http://schemas.microsoft.com/office/drawing/2014/main" id="{56AB76BD-C302-B466-6B42-BA659B5F3F36}"/>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9363663" y="5572138"/>
              <a:ext cx="136612" cy="333894"/>
            </a:xfrm>
            <a:prstGeom prst="rect">
              <a:avLst/>
            </a:prstGeom>
          </p:spPr>
        </p:pic>
      </p:grpSp>
      <p:cxnSp>
        <p:nvCxnSpPr>
          <p:cNvPr id="223" name="カギ線コネクタ 43">
            <a:extLst>
              <a:ext uri="{FF2B5EF4-FFF2-40B4-BE49-F238E27FC236}">
                <a16:creationId xmlns:a16="http://schemas.microsoft.com/office/drawing/2014/main" id="{9DD786EF-05FA-3BC7-21DE-562C8569F343}"/>
              </a:ext>
            </a:extLst>
          </p:cNvPr>
          <p:cNvCxnSpPr>
            <a:stCxn id="219" idx="0"/>
            <a:endCxn id="210" idx="2"/>
          </p:cNvCxnSpPr>
          <p:nvPr/>
        </p:nvCxnSpPr>
        <p:spPr>
          <a:xfrm rot="16200000" flipV="1">
            <a:off x="3463417" y="5064585"/>
            <a:ext cx="222136" cy="199448"/>
          </a:xfrm>
          <a:prstGeom prst="bentConnector3">
            <a:avLst>
              <a:gd name="adj1" fmla="val 50000"/>
            </a:avLst>
          </a:prstGeom>
          <a:noFill/>
          <a:ln w="12700" cap="flat" cmpd="sng" algn="ctr">
            <a:solidFill>
              <a:srgbClr val="C2CEE6"/>
            </a:solidFill>
            <a:prstDash val="solid"/>
            <a:miter lim="800000"/>
          </a:ln>
          <a:effectLst/>
        </p:spPr>
      </p:cxnSp>
      <p:pic>
        <p:nvPicPr>
          <p:cNvPr id="224" name="図 89">
            <a:extLst>
              <a:ext uri="{FF2B5EF4-FFF2-40B4-BE49-F238E27FC236}">
                <a16:creationId xmlns:a16="http://schemas.microsoft.com/office/drawing/2014/main" id="{687555E4-0469-49A2-BC82-55C117D03FDB}"/>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4084773" y="3859917"/>
            <a:ext cx="182345" cy="262715"/>
          </a:xfrm>
          <a:prstGeom prst="rect">
            <a:avLst/>
          </a:prstGeom>
        </p:spPr>
      </p:pic>
      <p:cxnSp>
        <p:nvCxnSpPr>
          <p:cNvPr id="225" name="カギ線コネクタ 46">
            <a:extLst>
              <a:ext uri="{FF2B5EF4-FFF2-40B4-BE49-F238E27FC236}">
                <a16:creationId xmlns:a16="http://schemas.microsoft.com/office/drawing/2014/main" id="{6B952EEC-E5AD-1F87-0B83-DEFEFB2A699C}"/>
              </a:ext>
            </a:extLst>
          </p:cNvPr>
          <p:cNvCxnSpPr>
            <a:stCxn id="238" idx="0"/>
            <a:endCxn id="209" idx="2"/>
          </p:cNvCxnSpPr>
          <p:nvPr/>
        </p:nvCxnSpPr>
        <p:spPr>
          <a:xfrm rot="16200000" flipV="1">
            <a:off x="4379183" y="3193130"/>
            <a:ext cx="239307" cy="190666"/>
          </a:xfrm>
          <a:prstGeom prst="bentConnector3">
            <a:avLst>
              <a:gd name="adj1" fmla="val 50000"/>
            </a:avLst>
          </a:prstGeom>
          <a:noFill/>
          <a:ln w="12700" cap="flat" cmpd="sng" algn="ctr">
            <a:solidFill>
              <a:srgbClr val="C2CEE6"/>
            </a:solidFill>
            <a:prstDash val="solid"/>
            <a:miter lim="800000"/>
          </a:ln>
          <a:effectLst/>
        </p:spPr>
      </p:cxnSp>
      <p:cxnSp>
        <p:nvCxnSpPr>
          <p:cNvPr id="226" name="カギ線コネクタ 47">
            <a:extLst>
              <a:ext uri="{FF2B5EF4-FFF2-40B4-BE49-F238E27FC236}">
                <a16:creationId xmlns:a16="http://schemas.microsoft.com/office/drawing/2014/main" id="{9EC02A7B-399E-785D-9489-1B229C6771ED}"/>
              </a:ext>
            </a:extLst>
          </p:cNvPr>
          <p:cNvCxnSpPr>
            <a:stCxn id="224" idx="0"/>
            <a:endCxn id="208" idx="2"/>
          </p:cNvCxnSpPr>
          <p:nvPr/>
        </p:nvCxnSpPr>
        <p:spPr>
          <a:xfrm rot="16200000" flipV="1">
            <a:off x="3882762" y="3566733"/>
            <a:ext cx="219782" cy="366586"/>
          </a:xfrm>
          <a:prstGeom prst="bentConnector3">
            <a:avLst>
              <a:gd name="adj1" fmla="val 50000"/>
            </a:avLst>
          </a:prstGeom>
          <a:noFill/>
          <a:ln w="12700" cap="flat" cmpd="sng" algn="ctr">
            <a:solidFill>
              <a:srgbClr val="C2CEE6"/>
            </a:solidFill>
            <a:prstDash val="solid"/>
            <a:miter lim="800000"/>
          </a:ln>
          <a:effectLst/>
        </p:spPr>
      </p:cxnSp>
      <p:pic>
        <p:nvPicPr>
          <p:cNvPr id="227" name="図 96">
            <a:extLst>
              <a:ext uri="{FF2B5EF4-FFF2-40B4-BE49-F238E27FC236}">
                <a16:creationId xmlns:a16="http://schemas.microsoft.com/office/drawing/2014/main" id="{C89F204E-CF9C-A0AE-B6B9-5847C8597743}"/>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3705552" y="4319201"/>
            <a:ext cx="182345" cy="262715"/>
          </a:xfrm>
          <a:prstGeom prst="rect">
            <a:avLst/>
          </a:prstGeom>
        </p:spPr>
      </p:pic>
      <p:cxnSp>
        <p:nvCxnSpPr>
          <p:cNvPr id="228" name="カギ線コネクタ 49">
            <a:extLst>
              <a:ext uri="{FF2B5EF4-FFF2-40B4-BE49-F238E27FC236}">
                <a16:creationId xmlns:a16="http://schemas.microsoft.com/office/drawing/2014/main" id="{E4E3BA19-B8C4-3CA1-4745-B82EACD3E133}"/>
              </a:ext>
            </a:extLst>
          </p:cNvPr>
          <p:cNvCxnSpPr>
            <a:stCxn id="227" idx="0"/>
            <a:endCxn id="207" idx="2"/>
          </p:cNvCxnSpPr>
          <p:nvPr/>
        </p:nvCxnSpPr>
        <p:spPr>
          <a:xfrm rot="16200000" flipV="1">
            <a:off x="3503261" y="4025737"/>
            <a:ext cx="207741" cy="379188"/>
          </a:xfrm>
          <a:prstGeom prst="bentConnector3">
            <a:avLst>
              <a:gd name="adj1" fmla="val 50000"/>
            </a:avLst>
          </a:prstGeom>
          <a:noFill/>
          <a:ln w="12700" cap="flat" cmpd="sng" algn="ctr">
            <a:solidFill>
              <a:srgbClr val="C2CEE6"/>
            </a:solidFill>
            <a:prstDash val="solid"/>
            <a:miter lim="800000"/>
          </a:ln>
          <a:effectLst/>
        </p:spPr>
      </p:cxnSp>
      <p:pic>
        <p:nvPicPr>
          <p:cNvPr id="229" name="図 102">
            <a:extLst>
              <a:ext uri="{FF2B5EF4-FFF2-40B4-BE49-F238E27FC236}">
                <a16:creationId xmlns:a16="http://schemas.microsoft.com/office/drawing/2014/main" id="{1DFCEDB1-57B7-5DCA-DF36-0434EAB420A0}"/>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4326239" y="4790526"/>
            <a:ext cx="182345" cy="262715"/>
          </a:xfrm>
          <a:prstGeom prst="rect">
            <a:avLst/>
          </a:prstGeom>
        </p:spPr>
      </p:pic>
      <p:grpSp>
        <p:nvGrpSpPr>
          <p:cNvPr id="230" name="グループ化 103">
            <a:extLst>
              <a:ext uri="{FF2B5EF4-FFF2-40B4-BE49-F238E27FC236}">
                <a16:creationId xmlns:a16="http://schemas.microsoft.com/office/drawing/2014/main" id="{8085BD3D-4D0A-2C29-8F4D-BAFFA3E9C243}"/>
              </a:ext>
            </a:extLst>
          </p:cNvPr>
          <p:cNvGrpSpPr/>
          <p:nvPr/>
        </p:nvGrpSpPr>
        <p:grpSpPr>
          <a:xfrm>
            <a:off x="4084773" y="5275378"/>
            <a:ext cx="331000" cy="237146"/>
            <a:chOff x="9060390" y="5517232"/>
            <a:chExt cx="455125" cy="432048"/>
          </a:xfrm>
        </p:grpSpPr>
        <p:sp>
          <p:nvSpPr>
            <p:cNvPr id="231" name="正方形/長方形 134">
              <a:extLst>
                <a:ext uri="{FF2B5EF4-FFF2-40B4-BE49-F238E27FC236}">
                  <a16:creationId xmlns:a16="http://schemas.microsoft.com/office/drawing/2014/main" id="{CA20BB2E-3351-E77D-7EB1-833B11128897}"/>
                </a:ext>
              </a:extLst>
            </p:cNvPr>
            <p:cNvSpPr/>
            <p:nvPr/>
          </p:nvSpPr>
          <p:spPr>
            <a:xfrm>
              <a:off x="9060390" y="5517232"/>
              <a:ext cx="455125" cy="432048"/>
            </a:xfrm>
            <a:prstGeom prst="rect">
              <a:avLst/>
            </a:prstGeom>
            <a:noFill/>
            <a:ln w="6350" cap="flat"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mn-lt"/>
                <a:ea typeface="Meiryo UI"/>
                <a:cs typeface="+mn-cs"/>
              </a:endParaRPr>
            </a:p>
          </p:txBody>
        </p:sp>
        <p:pic>
          <p:nvPicPr>
            <p:cNvPr id="232" name="図 135">
              <a:extLst>
                <a:ext uri="{FF2B5EF4-FFF2-40B4-BE49-F238E27FC236}">
                  <a16:creationId xmlns:a16="http://schemas.microsoft.com/office/drawing/2014/main" id="{69F8E12A-4E5A-FD5B-A6B6-69681DC9D19E}"/>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9060390" y="5575087"/>
              <a:ext cx="136612" cy="333894"/>
            </a:xfrm>
            <a:prstGeom prst="rect">
              <a:avLst/>
            </a:prstGeom>
          </p:spPr>
        </p:pic>
        <p:pic>
          <p:nvPicPr>
            <p:cNvPr id="233" name="図 136">
              <a:extLst>
                <a:ext uri="{FF2B5EF4-FFF2-40B4-BE49-F238E27FC236}">
                  <a16:creationId xmlns:a16="http://schemas.microsoft.com/office/drawing/2014/main" id="{C0B1660A-4B54-D02D-816C-46C2BAC58B1C}"/>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9211811" y="5575087"/>
              <a:ext cx="136612" cy="333894"/>
            </a:xfrm>
            <a:prstGeom prst="rect">
              <a:avLst/>
            </a:prstGeom>
          </p:spPr>
        </p:pic>
        <p:pic>
          <p:nvPicPr>
            <p:cNvPr id="234" name="図 137">
              <a:extLst>
                <a:ext uri="{FF2B5EF4-FFF2-40B4-BE49-F238E27FC236}">
                  <a16:creationId xmlns:a16="http://schemas.microsoft.com/office/drawing/2014/main" id="{D4EAC027-E8F0-ECD6-B98D-13A9C072FBB2}"/>
                </a:ext>
              </a:extLst>
            </p:cNvPr>
            <p:cNvPicPr>
              <a:picLocks noChangeAspect="1"/>
            </p:cNvPicPr>
            <p:nvPr/>
          </p:nvPicPr>
          <p:blipFill>
            <a:blip r:embed="rId2">
              <a:duotone>
                <a:srgbClr val="6785C1">
                  <a:shade val="45000"/>
                  <a:satMod val="135000"/>
                </a:srgbClr>
                <a:prstClr val="white"/>
              </a:duotone>
              <a:extLst>
                <a:ext uri="{28A0092B-C50C-407E-A947-70E740481C1C}">
                  <a14:useLocalDpi xmlns:a14="http://schemas.microsoft.com/office/drawing/2010/main" val="0"/>
                </a:ext>
              </a:extLst>
            </a:blip>
            <a:stretch>
              <a:fillRect/>
            </a:stretch>
          </p:blipFill>
          <p:spPr>
            <a:xfrm flipH="1">
              <a:off x="9363663" y="5572138"/>
              <a:ext cx="136612" cy="333894"/>
            </a:xfrm>
            <a:prstGeom prst="rect">
              <a:avLst/>
            </a:prstGeom>
          </p:spPr>
        </p:pic>
      </p:grpSp>
      <p:cxnSp>
        <p:nvCxnSpPr>
          <p:cNvPr id="235" name="カギ線コネクタ 56">
            <a:extLst>
              <a:ext uri="{FF2B5EF4-FFF2-40B4-BE49-F238E27FC236}">
                <a16:creationId xmlns:a16="http://schemas.microsoft.com/office/drawing/2014/main" id="{483433BB-30A1-1C92-8006-6D634934C462}"/>
              </a:ext>
            </a:extLst>
          </p:cNvPr>
          <p:cNvCxnSpPr>
            <a:stCxn id="231" idx="0"/>
            <a:endCxn id="229" idx="2"/>
          </p:cNvCxnSpPr>
          <p:nvPr/>
        </p:nvCxnSpPr>
        <p:spPr>
          <a:xfrm rot="5400000" flipH="1" flipV="1">
            <a:off x="4222774" y="5080740"/>
            <a:ext cx="222136" cy="167138"/>
          </a:xfrm>
          <a:prstGeom prst="bentConnector3">
            <a:avLst>
              <a:gd name="adj1" fmla="val 50000"/>
            </a:avLst>
          </a:prstGeom>
          <a:noFill/>
          <a:ln w="12700" cap="flat" cmpd="sng" algn="ctr">
            <a:solidFill>
              <a:srgbClr val="C2CEE6"/>
            </a:solidFill>
            <a:prstDash val="solid"/>
            <a:miter lim="800000"/>
          </a:ln>
          <a:effectLst/>
        </p:spPr>
      </p:cxnSp>
      <p:cxnSp>
        <p:nvCxnSpPr>
          <p:cNvPr id="236" name="カギ線コネクタ 57">
            <a:extLst>
              <a:ext uri="{FF2B5EF4-FFF2-40B4-BE49-F238E27FC236}">
                <a16:creationId xmlns:a16="http://schemas.microsoft.com/office/drawing/2014/main" id="{85D2111D-073A-4CFE-F929-09F800AF7DF4}"/>
              </a:ext>
            </a:extLst>
          </p:cNvPr>
          <p:cNvCxnSpPr>
            <a:endCxn id="229" idx="2"/>
          </p:cNvCxnSpPr>
          <p:nvPr/>
        </p:nvCxnSpPr>
        <p:spPr>
          <a:xfrm rot="16200000" flipV="1">
            <a:off x="4397676" y="5072976"/>
            <a:ext cx="222136" cy="182665"/>
          </a:xfrm>
          <a:prstGeom prst="bentConnector3">
            <a:avLst>
              <a:gd name="adj1" fmla="val 50000"/>
            </a:avLst>
          </a:prstGeom>
          <a:noFill/>
          <a:ln w="12700" cap="flat" cmpd="sng" algn="ctr">
            <a:solidFill>
              <a:srgbClr val="C2CEE6"/>
            </a:solidFill>
            <a:prstDash val="solid"/>
            <a:miter lim="800000"/>
          </a:ln>
          <a:effectLst/>
        </p:spPr>
      </p:cxnSp>
      <p:cxnSp>
        <p:nvCxnSpPr>
          <p:cNvPr id="237" name="カギ線コネクタ 58">
            <a:extLst>
              <a:ext uri="{FF2B5EF4-FFF2-40B4-BE49-F238E27FC236}">
                <a16:creationId xmlns:a16="http://schemas.microsoft.com/office/drawing/2014/main" id="{E28E40C4-00B5-0CB3-73C2-3096831E53C1}"/>
              </a:ext>
            </a:extLst>
          </p:cNvPr>
          <p:cNvCxnSpPr>
            <a:stCxn id="229" idx="0"/>
            <a:endCxn id="227" idx="2"/>
          </p:cNvCxnSpPr>
          <p:nvPr/>
        </p:nvCxnSpPr>
        <p:spPr>
          <a:xfrm rot="16200000" flipV="1">
            <a:off x="4002763" y="4375878"/>
            <a:ext cx="208609" cy="620686"/>
          </a:xfrm>
          <a:prstGeom prst="bentConnector3">
            <a:avLst>
              <a:gd name="adj1" fmla="val 50000"/>
            </a:avLst>
          </a:prstGeom>
          <a:noFill/>
          <a:ln w="12700" cap="flat" cmpd="sng" algn="ctr">
            <a:solidFill>
              <a:srgbClr val="C2CEE6"/>
            </a:solidFill>
            <a:prstDash val="solid"/>
            <a:miter lim="800000"/>
          </a:ln>
          <a:effectLst/>
        </p:spPr>
      </p:cxnSp>
      <p:sp>
        <p:nvSpPr>
          <p:cNvPr id="238" name="テキスト ボックス 110">
            <a:extLst>
              <a:ext uri="{FF2B5EF4-FFF2-40B4-BE49-F238E27FC236}">
                <a16:creationId xmlns:a16="http://schemas.microsoft.com/office/drawing/2014/main" id="{86626B8B-513F-1733-EB0A-E34D70088218}"/>
              </a:ext>
            </a:extLst>
          </p:cNvPr>
          <p:cNvSpPr txBox="1"/>
          <p:nvPr/>
        </p:nvSpPr>
        <p:spPr>
          <a:xfrm>
            <a:off x="4155586" y="3408116"/>
            <a:ext cx="877163" cy="369332"/>
          </a:xfrm>
          <a:prstGeom prst="rect">
            <a:avLst/>
          </a:prstGeom>
          <a:noFill/>
        </p:spPr>
        <p:txBody>
          <a:bodyPr wrap="none" rtlCol="0">
            <a:spAutoFit/>
          </a:bodyPr>
          <a:lstStyle/>
          <a:p>
            <a:pPr eaLnBrk="1" fontAlgn="auto" hangingPunct="1">
              <a:spcBef>
                <a:spcPts val="0"/>
              </a:spcBef>
              <a:spcAft>
                <a:spcPts val="0"/>
              </a:spcAft>
            </a:pPr>
            <a:r>
              <a:rPr lang="ja-JP" altLang="en-US" dirty="0">
                <a:solidFill>
                  <a:srgbClr val="404040"/>
                </a:solidFill>
                <a:latin typeface="+mn-lt"/>
                <a:ea typeface="游ゴシック" panose="020B0400000000000000" pitchFamily="50" charset="-128"/>
              </a:rPr>
              <a:t>・・・</a:t>
            </a:r>
          </a:p>
        </p:txBody>
      </p:sp>
      <p:cxnSp>
        <p:nvCxnSpPr>
          <p:cNvPr id="239" name="カギ線コネクタ 65">
            <a:extLst>
              <a:ext uri="{FF2B5EF4-FFF2-40B4-BE49-F238E27FC236}">
                <a16:creationId xmlns:a16="http://schemas.microsoft.com/office/drawing/2014/main" id="{E0BA62DF-AC56-0142-B948-8281782A1E5B}"/>
              </a:ext>
            </a:extLst>
          </p:cNvPr>
          <p:cNvCxnSpPr>
            <a:endCxn id="224" idx="2"/>
          </p:cNvCxnSpPr>
          <p:nvPr/>
        </p:nvCxnSpPr>
        <p:spPr>
          <a:xfrm rot="16200000" flipV="1">
            <a:off x="4286705" y="4011873"/>
            <a:ext cx="197437" cy="418955"/>
          </a:xfrm>
          <a:prstGeom prst="bentConnector3">
            <a:avLst>
              <a:gd name="adj1" fmla="val 50000"/>
            </a:avLst>
          </a:prstGeom>
          <a:noFill/>
          <a:ln w="12700" cap="flat" cmpd="sng" algn="ctr">
            <a:solidFill>
              <a:srgbClr val="C2CEE6"/>
            </a:solidFill>
            <a:prstDash val="solid"/>
            <a:miter lim="800000"/>
          </a:ln>
          <a:effectLst/>
        </p:spPr>
      </p:cxnSp>
      <p:sp>
        <p:nvSpPr>
          <p:cNvPr id="240" name="テキスト ボックス 113">
            <a:extLst>
              <a:ext uri="{FF2B5EF4-FFF2-40B4-BE49-F238E27FC236}">
                <a16:creationId xmlns:a16="http://schemas.microsoft.com/office/drawing/2014/main" id="{AF5C45E7-081D-734C-41A1-E74AE1E76225}"/>
              </a:ext>
            </a:extLst>
          </p:cNvPr>
          <p:cNvSpPr txBox="1"/>
          <p:nvPr/>
        </p:nvSpPr>
        <p:spPr>
          <a:xfrm>
            <a:off x="4341873" y="5276044"/>
            <a:ext cx="646331" cy="369332"/>
          </a:xfrm>
          <a:prstGeom prst="rect">
            <a:avLst/>
          </a:prstGeom>
          <a:noFill/>
        </p:spPr>
        <p:txBody>
          <a:bodyPr wrap="none" rtlCol="0">
            <a:spAutoFit/>
          </a:bodyPr>
          <a:lstStyle/>
          <a:p>
            <a:pPr eaLnBrk="1" fontAlgn="auto" hangingPunct="1">
              <a:spcBef>
                <a:spcPts val="0"/>
              </a:spcBef>
              <a:spcAft>
                <a:spcPts val="0"/>
              </a:spcAft>
            </a:pPr>
            <a:r>
              <a:rPr lang="ja-JP" altLang="en-US" dirty="0">
                <a:solidFill>
                  <a:srgbClr val="6785C1"/>
                </a:solidFill>
                <a:latin typeface="+mn-lt"/>
                <a:ea typeface="游ゴシック" panose="020B0400000000000000" pitchFamily="50" charset="-128"/>
              </a:rPr>
              <a:t>・・</a:t>
            </a:r>
          </a:p>
        </p:txBody>
      </p:sp>
      <p:grpSp>
        <p:nvGrpSpPr>
          <p:cNvPr id="241" name="グループ化 114">
            <a:extLst>
              <a:ext uri="{FF2B5EF4-FFF2-40B4-BE49-F238E27FC236}">
                <a16:creationId xmlns:a16="http://schemas.microsoft.com/office/drawing/2014/main" id="{E046EEA8-A039-E45B-BE41-E95254BF7B22}"/>
              </a:ext>
            </a:extLst>
          </p:cNvPr>
          <p:cNvGrpSpPr/>
          <p:nvPr/>
        </p:nvGrpSpPr>
        <p:grpSpPr>
          <a:xfrm>
            <a:off x="662755" y="3272680"/>
            <a:ext cx="2898462" cy="1885300"/>
            <a:chOff x="147216" y="2186706"/>
            <a:chExt cx="3743292" cy="2073830"/>
          </a:xfrm>
        </p:grpSpPr>
        <p:cxnSp>
          <p:nvCxnSpPr>
            <p:cNvPr id="242" name="直線コネクタ 129">
              <a:extLst>
                <a:ext uri="{FF2B5EF4-FFF2-40B4-BE49-F238E27FC236}">
                  <a16:creationId xmlns:a16="http://schemas.microsoft.com/office/drawing/2014/main" id="{F35C6F1F-ACB2-DC72-A895-D7E63CC203C4}"/>
                </a:ext>
              </a:extLst>
            </p:cNvPr>
            <p:cNvCxnSpPr/>
            <p:nvPr/>
          </p:nvCxnSpPr>
          <p:spPr>
            <a:xfrm>
              <a:off x="147216" y="2186706"/>
              <a:ext cx="3743292" cy="0"/>
            </a:xfrm>
            <a:prstGeom prst="line">
              <a:avLst/>
            </a:prstGeom>
            <a:noFill/>
            <a:ln w="9525" cap="flat" cmpd="sng" algn="ctr">
              <a:solidFill>
                <a:srgbClr val="404040"/>
              </a:solidFill>
              <a:prstDash val="dash"/>
              <a:miter lim="800000"/>
            </a:ln>
            <a:effectLst/>
          </p:spPr>
        </p:cxnSp>
        <p:cxnSp>
          <p:nvCxnSpPr>
            <p:cNvPr id="243" name="直線コネクタ 130">
              <a:extLst>
                <a:ext uri="{FF2B5EF4-FFF2-40B4-BE49-F238E27FC236}">
                  <a16:creationId xmlns:a16="http://schemas.microsoft.com/office/drawing/2014/main" id="{4AEF6A28-B9DB-62A8-2E2C-2936703C3AE3}"/>
                </a:ext>
              </a:extLst>
            </p:cNvPr>
            <p:cNvCxnSpPr/>
            <p:nvPr/>
          </p:nvCxnSpPr>
          <p:spPr>
            <a:xfrm>
              <a:off x="163665" y="2705164"/>
              <a:ext cx="3369600" cy="0"/>
            </a:xfrm>
            <a:prstGeom prst="line">
              <a:avLst/>
            </a:prstGeom>
            <a:noFill/>
            <a:ln w="9525" cap="flat" cmpd="sng" algn="ctr">
              <a:solidFill>
                <a:srgbClr val="404040"/>
              </a:solidFill>
              <a:prstDash val="dash"/>
              <a:miter lim="800000"/>
            </a:ln>
            <a:effectLst/>
          </p:spPr>
        </p:cxnSp>
        <p:cxnSp>
          <p:nvCxnSpPr>
            <p:cNvPr id="244" name="直線コネクタ 131">
              <a:extLst>
                <a:ext uri="{FF2B5EF4-FFF2-40B4-BE49-F238E27FC236}">
                  <a16:creationId xmlns:a16="http://schemas.microsoft.com/office/drawing/2014/main" id="{0925D7F3-052C-65C4-00DC-95CF8C4AEA45}"/>
                </a:ext>
              </a:extLst>
            </p:cNvPr>
            <p:cNvCxnSpPr/>
            <p:nvPr/>
          </p:nvCxnSpPr>
          <p:spPr>
            <a:xfrm>
              <a:off x="162541" y="3223621"/>
              <a:ext cx="2880000" cy="0"/>
            </a:xfrm>
            <a:prstGeom prst="line">
              <a:avLst/>
            </a:prstGeom>
            <a:noFill/>
            <a:ln w="9525" cap="flat" cmpd="sng" algn="ctr">
              <a:solidFill>
                <a:srgbClr val="404040"/>
              </a:solidFill>
              <a:prstDash val="dash"/>
              <a:miter lim="800000"/>
            </a:ln>
            <a:effectLst/>
          </p:spPr>
        </p:cxnSp>
        <p:cxnSp>
          <p:nvCxnSpPr>
            <p:cNvPr id="245" name="直線コネクタ 132">
              <a:extLst>
                <a:ext uri="{FF2B5EF4-FFF2-40B4-BE49-F238E27FC236}">
                  <a16:creationId xmlns:a16="http://schemas.microsoft.com/office/drawing/2014/main" id="{5CF4D870-76EF-0EB2-AB1C-51517B6A19E0}"/>
                </a:ext>
              </a:extLst>
            </p:cNvPr>
            <p:cNvCxnSpPr/>
            <p:nvPr/>
          </p:nvCxnSpPr>
          <p:spPr>
            <a:xfrm>
              <a:off x="163665" y="3742079"/>
              <a:ext cx="2419200" cy="0"/>
            </a:xfrm>
            <a:prstGeom prst="line">
              <a:avLst/>
            </a:prstGeom>
            <a:noFill/>
            <a:ln w="9525" cap="flat" cmpd="sng" algn="ctr">
              <a:solidFill>
                <a:srgbClr val="404040"/>
              </a:solidFill>
              <a:prstDash val="dash"/>
              <a:miter lim="800000"/>
            </a:ln>
            <a:effectLst/>
          </p:spPr>
        </p:cxnSp>
        <p:cxnSp>
          <p:nvCxnSpPr>
            <p:cNvPr id="246" name="直線コネクタ 133">
              <a:extLst>
                <a:ext uri="{FF2B5EF4-FFF2-40B4-BE49-F238E27FC236}">
                  <a16:creationId xmlns:a16="http://schemas.microsoft.com/office/drawing/2014/main" id="{19F00A5E-5B76-D4D1-BD9B-8A0F948F436C}"/>
                </a:ext>
              </a:extLst>
            </p:cNvPr>
            <p:cNvCxnSpPr/>
            <p:nvPr/>
          </p:nvCxnSpPr>
          <p:spPr>
            <a:xfrm>
              <a:off x="172187" y="4260536"/>
              <a:ext cx="2092741" cy="0"/>
            </a:xfrm>
            <a:prstGeom prst="line">
              <a:avLst/>
            </a:prstGeom>
            <a:noFill/>
            <a:ln w="9525" cap="flat" cmpd="sng" algn="ctr">
              <a:solidFill>
                <a:srgbClr val="404040"/>
              </a:solidFill>
              <a:prstDash val="dash"/>
              <a:miter lim="800000"/>
            </a:ln>
            <a:effectLst/>
          </p:spPr>
        </p:cxnSp>
      </p:grpSp>
      <p:cxnSp>
        <p:nvCxnSpPr>
          <p:cNvPr id="247" name="カギ線コネクタ 72">
            <a:extLst>
              <a:ext uri="{FF2B5EF4-FFF2-40B4-BE49-F238E27FC236}">
                <a16:creationId xmlns:a16="http://schemas.microsoft.com/office/drawing/2014/main" id="{B4A9BBC0-86B8-3606-9CDE-2BA845680176}"/>
              </a:ext>
            </a:extLst>
          </p:cNvPr>
          <p:cNvCxnSpPr/>
          <p:nvPr/>
        </p:nvCxnSpPr>
        <p:spPr>
          <a:xfrm rot="5400000" flipH="1" flipV="1">
            <a:off x="2950086" y="4845281"/>
            <a:ext cx="632823" cy="202054"/>
          </a:xfrm>
          <a:prstGeom prst="bentConnector3">
            <a:avLst>
              <a:gd name="adj1" fmla="val 26012"/>
            </a:avLst>
          </a:prstGeom>
          <a:noFill/>
          <a:ln w="12700" cap="flat" cmpd="sng" algn="ctr">
            <a:solidFill>
              <a:srgbClr val="C00000"/>
            </a:solidFill>
            <a:prstDash val="solid"/>
            <a:miter lim="800000"/>
          </a:ln>
          <a:effectLst/>
        </p:spPr>
      </p:cxnSp>
      <p:cxnSp>
        <p:nvCxnSpPr>
          <p:cNvPr id="248" name="カギ線コネクタ 74">
            <a:extLst>
              <a:ext uri="{FF2B5EF4-FFF2-40B4-BE49-F238E27FC236}">
                <a16:creationId xmlns:a16="http://schemas.microsoft.com/office/drawing/2014/main" id="{D0F139D4-73CC-ABFE-F4CE-FDF0346E23B7}"/>
              </a:ext>
            </a:extLst>
          </p:cNvPr>
          <p:cNvCxnSpPr/>
          <p:nvPr/>
        </p:nvCxnSpPr>
        <p:spPr>
          <a:xfrm rot="5400000" flipH="1" flipV="1">
            <a:off x="2740067" y="4060042"/>
            <a:ext cx="972535" cy="192493"/>
          </a:xfrm>
          <a:prstGeom prst="bentConnector3">
            <a:avLst>
              <a:gd name="adj1" fmla="val 50000"/>
            </a:avLst>
          </a:prstGeom>
          <a:noFill/>
          <a:ln w="12700" cap="flat" cmpd="sng" algn="ctr">
            <a:solidFill>
              <a:srgbClr val="C00000"/>
            </a:solidFill>
            <a:prstDash val="solid"/>
            <a:miter lim="800000"/>
          </a:ln>
          <a:effectLst/>
        </p:spPr>
      </p:cxnSp>
      <p:cxnSp>
        <p:nvCxnSpPr>
          <p:cNvPr id="249" name="直線コネクタ 118">
            <a:extLst>
              <a:ext uri="{FF2B5EF4-FFF2-40B4-BE49-F238E27FC236}">
                <a16:creationId xmlns:a16="http://schemas.microsoft.com/office/drawing/2014/main" id="{8A38B239-C8E6-24EF-AAE6-403023D22ECA}"/>
              </a:ext>
            </a:extLst>
          </p:cNvPr>
          <p:cNvCxnSpPr/>
          <p:nvPr/>
        </p:nvCxnSpPr>
        <p:spPr>
          <a:xfrm>
            <a:off x="3131986" y="4642557"/>
            <a:ext cx="251602" cy="1"/>
          </a:xfrm>
          <a:prstGeom prst="line">
            <a:avLst/>
          </a:prstGeom>
          <a:noFill/>
          <a:ln w="12700" cap="flat" cmpd="sng" algn="ctr">
            <a:solidFill>
              <a:srgbClr val="C00000"/>
            </a:solidFill>
            <a:prstDash val="solid"/>
            <a:miter lim="800000"/>
          </a:ln>
          <a:effectLst/>
        </p:spPr>
      </p:cxnSp>
      <p:cxnSp>
        <p:nvCxnSpPr>
          <p:cNvPr id="250" name="直線コネクタ 119">
            <a:extLst>
              <a:ext uri="{FF2B5EF4-FFF2-40B4-BE49-F238E27FC236}">
                <a16:creationId xmlns:a16="http://schemas.microsoft.com/office/drawing/2014/main" id="{36B74C1F-41F0-0BD9-7E37-0AD8DB130F68}"/>
              </a:ext>
            </a:extLst>
          </p:cNvPr>
          <p:cNvCxnSpPr/>
          <p:nvPr/>
        </p:nvCxnSpPr>
        <p:spPr>
          <a:xfrm>
            <a:off x="3322577" y="3669950"/>
            <a:ext cx="351633" cy="0"/>
          </a:xfrm>
          <a:prstGeom prst="line">
            <a:avLst/>
          </a:prstGeom>
          <a:noFill/>
          <a:ln w="12700" cap="flat" cmpd="sng" algn="ctr">
            <a:solidFill>
              <a:srgbClr val="C00000"/>
            </a:solidFill>
            <a:prstDash val="solid"/>
            <a:miter lim="800000"/>
          </a:ln>
          <a:effectLst/>
        </p:spPr>
      </p:cxnSp>
      <p:cxnSp>
        <p:nvCxnSpPr>
          <p:cNvPr id="251" name="直線コネクタ 120">
            <a:extLst>
              <a:ext uri="{FF2B5EF4-FFF2-40B4-BE49-F238E27FC236}">
                <a16:creationId xmlns:a16="http://schemas.microsoft.com/office/drawing/2014/main" id="{4D7B8B2E-26B8-9298-B23D-4A93388253ED}"/>
              </a:ext>
            </a:extLst>
          </p:cNvPr>
          <p:cNvCxnSpPr/>
          <p:nvPr/>
        </p:nvCxnSpPr>
        <p:spPr>
          <a:xfrm>
            <a:off x="3674211" y="3202763"/>
            <a:ext cx="620043" cy="0"/>
          </a:xfrm>
          <a:prstGeom prst="line">
            <a:avLst/>
          </a:prstGeom>
          <a:noFill/>
          <a:ln w="12700" cap="flat" cmpd="sng" algn="ctr">
            <a:solidFill>
              <a:srgbClr val="C00000"/>
            </a:solidFill>
            <a:prstDash val="solid"/>
            <a:miter lim="800000"/>
            <a:tailEnd type="triangle"/>
          </a:ln>
          <a:effectLst/>
        </p:spPr>
      </p:cxnSp>
      <p:cxnSp>
        <p:nvCxnSpPr>
          <p:cNvPr id="252" name="直線コネクタ 121">
            <a:extLst>
              <a:ext uri="{FF2B5EF4-FFF2-40B4-BE49-F238E27FC236}">
                <a16:creationId xmlns:a16="http://schemas.microsoft.com/office/drawing/2014/main" id="{B0DE6ECA-87B4-BEAE-B1E1-DE1C7F61AE4F}"/>
              </a:ext>
            </a:extLst>
          </p:cNvPr>
          <p:cNvCxnSpPr/>
          <p:nvPr/>
        </p:nvCxnSpPr>
        <p:spPr>
          <a:xfrm flipV="1">
            <a:off x="3666322" y="3195536"/>
            <a:ext cx="2189" cy="484645"/>
          </a:xfrm>
          <a:prstGeom prst="line">
            <a:avLst/>
          </a:prstGeom>
          <a:noFill/>
          <a:ln w="12700" cap="flat" cmpd="sng" algn="ctr">
            <a:solidFill>
              <a:srgbClr val="C00000"/>
            </a:solidFill>
            <a:prstDash val="solid"/>
            <a:miter lim="800000"/>
          </a:ln>
          <a:effectLst/>
        </p:spPr>
      </p:cxnSp>
      <p:sp>
        <p:nvSpPr>
          <p:cNvPr id="253" name="テキスト ボックス 48">
            <a:extLst>
              <a:ext uri="{FF2B5EF4-FFF2-40B4-BE49-F238E27FC236}">
                <a16:creationId xmlns:a16="http://schemas.microsoft.com/office/drawing/2014/main" id="{596F4531-0997-369D-B81B-85BFE922748E}"/>
              </a:ext>
            </a:extLst>
          </p:cNvPr>
          <p:cNvSpPr txBox="1"/>
          <p:nvPr/>
        </p:nvSpPr>
        <p:spPr>
          <a:xfrm>
            <a:off x="4827085" y="3766187"/>
            <a:ext cx="1082348" cy="1169551"/>
          </a:xfrm>
          <a:prstGeom prst="rect">
            <a:avLst/>
          </a:prstGeom>
          <a:noFill/>
        </p:spPr>
        <p:txBody>
          <a:bodyPr wrap="none" rtlCol="0">
            <a:spAutoFit/>
          </a:bodyPr>
          <a:lstStyle/>
          <a:p>
            <a:pPr algn="ctr" eaLnBrk="1" fontAlgn="auto" hangingPunct="1">
              <a:spcBef>
                <a:spcPts val="0"/>
              </a:spcBef>
              <a:spcAft>
                <a:spcPts val="0"/>
              </a:spcAft>
            </a:pPr>
            <a:r>
              <a:rPr lang="ja-JP" altLang="en-US" sz="1400" b="1" dirty="0">
                <a:solidFill>
                  <a:srgbClr val="404040"/>
                </a:solidFill>
                <a:effectLst>
                  <a:glow rad="127000">
                    <a:srgbClr val="FFFFFF"/>
                  </a:glow>
                </a:effectLst>
                <a:latin typeface="+mn-lt"/>
                <a:ea typeface="游ゴシック" panose="020B0400000000000000" pitchFamily="50" charset="-128"/>
                <a:cs typeface="Meiryo UI" panose="020B0604030504040204" pitchFamily="50" charset="-128"/>
              </a:rPr>
              <a:t>自己申告に</a:t>
            </a:r>
            <a:br>
              <a:rPr lang="en-US" altLang="ja-JP" sz="1400" b="1" dirty="0">
                <a:solidFill>
                  <a:srgbClr val="404040"/>
                </a:solidFill>
                <a:effectLst>
                  <a:glow rad="127000">
                    <a:srgbClr val="FFFFFF"/>
                  </a:glow>
                </a:effectLst>
                <a:latin typeface="+mn-lt"/>
                <a:ea typeface="游ゴシック" panose="020B0400000000000000" pitchFamily="50" charset="-128"/>
                <a:cs typeface="Meiryo UI" panose="020B0604030504040204" pitchFamily="50" charset="-128"/>
              </a:rPr>
            </a:br>
            <a:r>
              <a:rPr lang="ja-JP" altLang="en-US" sz="1400" b="1" dirty="0">
                <a:solidFill>
                  <a:srgbClr val="404040"/>
                </a:solidFill>
                <a:effectLst>
                  <a:glow rad="127000">
                    <a:srgbClr val="FFFFFF"/>
                  </a:glow>
                </a:effectLst>
                <a:latin typeface="+mn-lt"/>
                <a:ea typeface="游ゴシック" panose="020B0400000000000000" pitchFamily="50" charset="-128"/>
                <a:cs typeface="Meiryo UI" panose="020B0604030504040204" pitchFamily="50" charset="-128"/>
              </a:rPr>
              <a:t>もとづく</a:t>
            </a:r>
            <a:endParaRPr lang="en-US" altLang="ja-JP" sz="1400" b="1" dirty="0">
              <a:solidFill>
                <a:srgbClr val="404040"/>
              </a:solidFill>
              <a:effectLst>
                <a:glow rad="127000">
                  <a:srgbClr val="FFFFFF"/>
                </a:glow>
              </a:effectLst>
              <a:latin typeface="+mn-lt"/>
              <a:ea typeface="游ゴシック" panose="020B0400000000000000" pitchFamily="50" charset="-128"/>
              <a:cs typeface="Meiryo UI" panose="020B0604030504040204" pitchFamily="50" charset="-128"/>
            </a:endParaRPr>
          </a:p>
          <a:p>
            <a:pPr algn="ctr" eaLnBrk="1" fontAlgn="auto" hangingPunct="1">
              <a:spcBef>
                <a:spcPts val="0"/>
              </a:spcBef>
              <a:spcAft>
                <a:spcPts val="0"/>
              </a:spcAft>
            </a:pPr>
            <a:r>
              <a:rPr lang="ja-JP" altLang="en-US" sz="1400" b="1" dirty="0">
                <a:solidFill>
                  <a:srgbClr val="404040"/>
                </a:solidFill>
                <a:effectLst>
                  <a:glow rad="127000">
                    <a:srgbClr val="FFFFFF"/>
                  </a:glow>
                </a:effectLst>
                <a:latin typeface="+mn-lt"/>
                <a:ea typeface="游ゴシック" panose="020B0400000000000000" pitchFamily="50" charset="-128"/>
                <a:cs typeface="Meiryo UI" panose="020B0604030504040204" pitchFamily="50" charset="-128"/>
              </a:rPr>
              <a:t>報告では</a:t>
            </a:r>
            <a:br>
              <a:rPr lang="en-US" altLang="ja-JP" sz="1400" b="1" dirty="0">
                <a:solidFill>
                  <a:srgbClr val="404040"/>
                </a:solidFill>
                <a:effectLst>
                  <a:glow rad="127000">
                    <a:srgbClr val="FFFFFF"/>
                  </a:glow>
                </a:effectLst>
                <a:latin typeface="+mn-lt"/>
                <a:ea typeface="游ゴシック" panose="020B0400000000000000" pitchFamily="50" charset="-128"/>
                <a:cs typeface="Meiryo UI" panose="020B0604030504040204" pitchFamily="50" charset="-128"/>
              </a:rPr>
            </a:br>
            <a:r>
              <a:rPr lang="ja-JP" altLang="en-US" sz="1400" b="1" dirty="0">
                <a:solidFill>
                  <a:srgbClr val="404040"/>
                </a:solidFill>
                <a:effectLst>
                  <a:glow rad="127000">
                    <a:srgbClr val="FFFFFF"/>
                  </a:glow>
                </a:effectLst>
                <a:latin typeface="+mn-lt"/>
                <a:ea typeface="游ゴシック" panose="020B0400000000000000" pitchFamily="50" charset="-128"/>
                <a:cs typeface="Meiryo UI" panose="020B0604030504040204" pitchFamily="50" charset="-128"/>
              </a:rPr>
              <a:t>不採算の</a:t>
            </a:r>
            <a:br>
              <a:rPr lang="en-US" altLang="ja-JP" sz="1400" b="1" dirty="0">
                <a:solidFill>
                  <a:srgbClr val="404040"/>
                </a:solidFill>
                <a:effectLst>
                  <a:glow rad="127000">
                    <a:srgbClr val="FFFFFF"/>
                  </a:glow>
                </a:effectLst>
                <a:latin typeface="+mn-lt"/>
                <a:ea typeface="游ゴシック" panose="020B0400000000000000" pitchFamily="50" charset="-128"/>
                <a:cs typeface="Meiryo UI" panose="020B0604030504040204" pitchFamily="50" charset="-128"/>
              </a:rPr>
            </a:br>
            <a:r>
              <a:rPr lang="ja-JP" altLang="en-US" sz="1400" b="1" dirty="0">
                <a:solidFill>
                  <a:srgbClr val="404040"/>
                </a:solidFill>
                <a:effectLst>
                  <a:glow rad="127000">
                    <a:srgbClr val="FFFFFF"/>
                  </a:glow>
                </a:effectLst>
                <a:latin typeface="+mn-lt"/>
                <a:ea typeface="游ゴシック" panose="020B0400000000000000" pitchFamily="50" charset="-128"/>
                <a:cs typeface="Meiryo UI" panose="020B0604030504040204" pitchFamily="50" charset="-128"/>
              </a:rPr>
              <a:t>把握が遅延</a:t>
            </a:r>
          </a:p>
        </p:txBody>
      </p:sp>
      <p:sp>
        <p:nvSpPr>
          <p:cNvPr id="254" name="テキスト ボックス 154">
            <a:extLst>
              <a:ext uri="{FF2B5EF4-FFF2-40B4-BE49-F238E27FC236}">
                <a16:creationId xmlns:a16="http://schemas.microsoft.com/office/drawing/2014/main" id="{3CA5C7E5-7A72-99BF-4C18-65898FD0A162}"/>
              </a:ext>
            </a:extLst>
          </p:cNvPr>
          <p:cNvSpPr txBox="1"/>
          <p:nvPr/>
        </p:nvSpPr>
        <p:spPr>
          <a:xfrm>
            <a:off x="1691157" y="2597755"/>
            <a:ext cx="646331" cy="276999"/>
          </a:xfrm>
          <a:prstGeom prst="rect">
            <a:avLst/>
          </a:prstGeom>
          <a:noFill/>
        </p:spPr>
        <p:txBody>
          <a:bodyPr wrap="none" rtlCol="0">
            <a:spAutoFit/>
          </a:bodyPr>
          <a:lstStyle/>
          <a:p>
            <a:pPr eaLnBrk="1" fontAlgn="auto" hangingPunct="1">
              <a:spcBef>
                <a:spcPts val="0"/>
              </a:spcBef>
              <a:spcAft>
                <a:spcPts val="0"/>
              </a:spcAft>
            </a:pPr>
            <a:r>
              <a:rPr lang="ja-JP" altLang="en-US" sz="1200" dirty="0">
                <a:solidFill>
                  <a:srgbClr val="404040"/>
                </a:solidFill>
                <a:latin typeface="+mn-lt"/>
                <a:ea typeface="游ゴシック" panose="020B0400000000000000" pitchFamily="50" charset="-128"/>
                <a:cs typeface="メイリオ" panose="020B0604030504040204" pitchFamily="50" charset="-128"/>
              </a:rPr>
              <a:t>組織数</a:t>
            </a:r>
          </a:p>
        </p:txBody>
      </p:sp>
      <p:sp>
        <p:nvSpPr>
          <p:cNvPr id="255" name="正方形/長方形 155">
            <a:extLst>
              <a:ext uri="{FF2B5EF4-FFF2-40B4-BE49-F238E27FC236}">
                <a16:creationId xmlns:a16="http://schemas.microsoft.com/office/drawing/2014/main" id="{DEB7158D-FED4-3AA6-7895-27388A9C8550}"/>
              </a:ext>
            </a:extLst>
          </p:cNvPr>
          <p:cNvSpPr/>
          <p:nvPr/>
        </p:nvSpPr>
        <p:spPr>
          <a:xfrm>
            <a:off x="1796879" y="5212788"/>
            <a:ext cx="372574" cy="376805"/>
          </a:xfrm>
          <a:prstGeom prst="rect">
            <a:avLst/>
          </a:prstGeom>
          <a:no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6785C1">
                    <a:lumMod val="75000"/>
                  </a:srgbClr>
                </a:solidFill>
                <a:effectLst/>
                <a:uLnTx/>
                <a:uFillTx/>
                <a:latin typeface="+mn-lt"/>
                <a:ea typeface="Meiryo UI"/>
                <a:cs typeface="+mn-cs"/>
              </a:rPr>
              <a:t>1</a:t>
            </a:r>
            <a:r>
              <a:rPr kumimoji="0" lang="ja-JP" altLang="en-US" sz="1400" b="1" i="0" u="none" strike="noStrike" kern="0" cap="none" spc="0" normalizeH="0" baseline="0" noProof="0" dirty="0">
                <a:ln>
                  <a:noFill/>
                </a:ln>
                <a:solidFill>
                  <a:srgbClr val="6785C1">
                    <a:lumMod val="75000"/>
                  </a:srgbClr>
                </a:solidFill>
                <a:effectLst/>
                <a:uLnTx/>
                <a:uFillTx/>
                <a:latin typeface="+mn-lt"/>
                <a:ea typeface="Meiryo UI"/>
                <a:cs typeface="+mn-cs"/>
              </a:rPr>
              <a:t>万</a:t>
            </a:r>
            <a:endParaRPr kumimoji="0" lang="en-US" altLang="ja-JP" sz="1400" b="1" i="0" u="none" strike="noStrike" kern="0" cap="none" spc="0" normalizeH="0" baseline="0" noProof="0" dirty="0">
              <a:ln>
                <a:noFill/>
              </a:ln>
              <a:solidFill>
                <a:srgbClr val="6785C1">
                  <a:lumMod val="75000"/>
                </a:srgbClr>
              </a:solidFill>
              <a:effectLst/>
              <a:uLnTx/>
              <a:uFillTx/>
              <a:latin typeface="+mn-lt"/>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6785C1">
                    <a:lumMod val="75000"/>
                  </a:srgbClr>
                </a:solidFill>
                <a:effectLst/>
                <a:uLnTx/>
                <a:uFillTx/>
                <a:latin typeface="+mn-lt"/>
                <a:ea typeface="Meiryo UI"/>
                <a:cs typeface="+mn-cs"/>
              </a:rPr>
              <a:t>以上</a:t>
            </a:r>
          </a:p>
        </p:txBody>
      </p:sp>
      <p:sp>
        <p:nvSpPr>
          <p:cNvPr id="256" name="正方形/長方形 156">
            <a:extLst>
              <a:ext uri="{FF2B5EF4-FFF2-40B4-BE49-F238E27FC236}">
                <a16:creationId xmlns:a16="http://schemas.microsoft.com/office/drawing/2014/main" id="{9D6210A5-26D7-65C3-F8F1-5E6089B19D37}"/>
              </a:ext>
            </a:extLst>
          </p:cNvPr>
          <p:cNvSpPr/>
          <p:nvPr/>
        </p:nvSpPr>
        <p:spPr>
          <a:xfrm>
            <a:off x="1796879" y="4747336"/>
            <a:ext cx="372574" cy="376805"/>
          </a:xfrm>
          <a:prstGeom prst="rect">
            <a:avLst/>
          </a:prstGeom>
          <a:no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6785C1">
                    <a:lumMod val="75000"/>
                  </a:srgbClr>
                </a:solidFill>
                <a:effectLst/>
                <a:uLnTx/>
                <a:uFillTx/>
                <a:latin typeface="+mn-lt"/>
                <a:ea typeface="Meiryo UI"/>
                <a:cs typeface="+mn-cs"/>
              </a:rPr>
              <a:t>459</a:t>
            </a:r>
            <a:endParaRPr kumimoji="0" lang="ja-JP" altLang="en-US" sz="1400" b="1" i="0" u="none" strike="noStrike" kern="0" cap="none" spc="0" normalizeH="0" baseline="0" noProof="0" dirty="0">
              <a:ln>
                <a:noFill/>
              </a:ln>
              <a:solidFill>
                <a:srgbClr val="6785C1">
                  <a:lumMod val="75000"/>
                </a:srgbClr>
              </a:solidFill>
              <a:effectLst/>
              <a:uLnTx/>
              <a:uFillTx/>
              <a:latin typeface="+mn-lt"/>
              <a:ea typeface="Meiryo UI"/>
              <a:cs typeface="+mn-cs"/>
            </a:endParaRPr>
          </a:p>
        </p:txBody>
      </p:sp>
      <p:sp>
        <p:nvSpPr>
          <p:cNvPr id="257" name="正方形/長方形 157">
            <a:extLst>
              <a:ext uri="{FF2B5EF4-FFF2-40B4-BE49-F238E27FC236}">
                <a16:creationId xmlns:a16="http://schemas.microsoft.com/office/drawing/2014/main" id="{FE31F98B-6624-3A2E-9689-4284D71CDA3A}"/>
              </a:ext>
            </a:extLst>
          </p:cNvPr>
          <p:cNvSpPr/>
          <p:nvPr/>
        </p:nvSpPr>
        <p:spPr>
          <a:xfrm>
            <a:off x="1796879" y="4276011"/>
            <a:ext cx="372574" cy="376805"/>
          </a:xfrm>
          <a:prstGeom prst="rect">
            <a:avLst/>
          </a:prstGeom>
          <a:no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6785C1">
                    <a:lumMod val="75000"/>
                  </a:srgbClr>
                </a:solidFill>
                <a:effectLst/>
                <a:uLnTx/>
                <a:uFillTx/>
                <a:latin typeface="+mn-lt"/>
                <a:ea typeface="Meiryo UI"/>
                <a:cs typeface="+mn-cs"/>
              </a:rPr>
              <a:t>40</a:t>
            </a:r>
            <a:endParaRPr kumimoji="0" lang="ja-JP" altLang="en-US" sz="1400" b="1" i="0" u="none" strike="noStrike" kern="0" cap="none" spc="0" normalizeH="0" baseline="0" noProof="0" dirty="0">
              <a:ln>
                <a:noFill/>
              </a:ln>
              <a:solidFill>
                <a:srgbClr val="6785C1">
                  <a:lumMod val="75000"/>
                </a:srgbClr>
              </a:solidFill>
              <a:effectLst/>
              <a:uLnTx/>
              <a:uFillTx/>
              <a:latin typeface="+mn-lt"/>
              <a:ea typeface="Meiryo UI"/>
              <a:cs typeface="+mn-cs"/>
            </a:endParaRPr>
          </a:p>
        </p:txBody>
      </p:sp>
      <p:sp>
        <p:nvSpPr>
          <p:cNvPr id="258" name="正方形/長方形 158">
            <a:extLst>
              <a:ext uri="{FF2B5EF4-FFF2-40B4-BE49-F238E27FC236}">
                <a16:creationId xmlns:a16="http://schemas.microsoft.com/office/drawing/2014/main" id="{0911EEEE-AD88-EBD4-C6D6-5768D5147C26}"/>
              </a:ext>
            </a:extLst>
          </p:cNvPr>
          <p:cNvSpPr/>
          <p:nvPr/>
        </p:nvSpPr>
        <p:spPr>
          <a:xfrm>
            <a:off x="1796879" y="3797041"/>
            <a:ext cx="372574" cy="376805"/>
          </a:xfrm>
          <a:prstGeom prst="rect">
            <a:avLst/>
          </a:prstGeom>
          <a:no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6785C1">
                    <a:lumMod val="75000"/>
                  </a:srgbClr>
                </a:solidFill>
                <a:effectLst/>
                <a:uLnTx/>
                <a:uFillTx/>
                <a:latin typeface="+mn-lt"/>
                <a:ea typeface="Meiryo UI"/>
                <a:cs typeface="+mn-cs"/>
              </a:rPr>
              <a:t>13</a:t>
            </a:r>
            <a:endParaRPr kumimoji="0" lang="ja-JP" altLang="en-US" sz="1400" b="1" i="0" u="none" strike="noStrike" kern="0" cap="none" spc="0" normalizeH="0" baseline="0" noProof="0" dirty="0">
              <a:ln>
                <a:noFill/>
              </a:ln>
              <a:solidFill>
                <a:srgbClr val="6785C1">
                  <a:lumMod val="75000"/>
                </a:srgbClr>
              </a:solidFill>
              <a:effectLst/>
              <a:uLnTx/>
              <a:uFillTx/>
              <a:latin typeface="+mn-lt"/>
              <a:ea typeface="Meiryo UI"/>
              <a:cs typeface="+mn-cs"/>
            </a:endParaRPr>
          </a:p>
        </p:txBody>
      </p:sp>
      <p:sp>
        <p:nvSpPr>
          <p:cNvPr id="259" name="正方形/長方形 159">
            <a:extLst>
              <a:ext uri="{FF2B5EF4-FFF2-40B4-BE49-F238E27FC236}">
                <a16:creationId xmlns:a16="http://schemas.microsoft.com/office/drawing/2014/main" id="{73F157CC-B8C2-30DD-DE1D-854B03C2AAE6}"/>
              </a:ext>
            </a:extLst>
          </p:cNvPr>
          <p:cNvSpPr/>
          <p:nvPr/>
        </p:nvSpPr>
        <p:spPr>
          <a:xfrm>
            <a:off x="1796879" y="3326132"/>
            <a:ext cx="372574" cy="376805"/>
          </a:xfrm>
          <a:prstGeom prst="rect">
            <a:avLst/>
          </a:prstGeom>
          <a:no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6785C1">
                    <a:lumMod val="75000"/>
                  </a:srgbClr>
                </a:solidFill>
                <a:effectLst/>
                <a:uLnTx/>
                <a:uFillTx/>
                <a:latin typeface="+mn-lt"/>
                <a:ea typeface="Meiryo UI"/>
                <a:cs typeface="+mn-cs"/>
              </a:rPr>
              <a:t>6</a:t>
            </a:r>
            <a:endParaRPr kumimoji="0" lang="ja-JP" altLang="en-US" sz="1400" b="1" i="0" u="none" strike="noStrike" kern="0" cap="none" spc="0" normalizeH="0" baseline="0" noProof="0" dirty="0">
              <a:ln>
                <a:noFill/>
              </a:ln>
              <a:solidFill>
                <a:srgbClr val="6785C1">
                  <a:lumMod val="75000"/>
                </a:srgbClr>
              </a:solidFill>
              <a:effectLst/>
              <a:uLnTx/>
              <a:uFillTx/>
              <a:latin typeface="+mn-lt"/>
              <a:ea typeface="Meiryo UI"/>
              <a:cs typeface="+mn-cs"/>
            </a:endParaRPr>
          </a:p>
        </p:txBody>
      </p:sp>
      <p:sp>
        <p:nvSpPr>
          <p:cNvPr id="260" name="正方形/長方形 160">
            <a:extLst>
              <a:ext uri="{FF2B5EF4-FFF2-40B4-BE49-F238E27FC236}">
                <a16:creationId xmlns:a16="http://schemas.microsoft.com/office/drawing/2014/main" id="{3A1C2FED-FA62-152C-E994-EA4202F93F52}"/>
              </a:ext>
            </a:extLst>
          </p:cNvPr>
          <p:cNvSpPr/>
          <p:nvPr/>
        </p:nvSpPr>
        <p:spPr>
          <a:xfrm>
            <a:off x="1796879" y="2812178"/>
            <a:ext cx="372574" cy="419515"/>
          </a:xfrm>
          <a:prstGeom prst="rect">
            <a:avLst/>
          </a:prstGeom>
          <a:noFill/>
          <a:ln w="12700" cap="flat" cmpd="sng" algn="ctr">
            <a:no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6785C1">
                    <a:lumMod val="75000"/>
                  </a:srgbClr>
                </a:solidFill>
                <a:effectLst/>
                <a:uLnTx/>
                <a:uFillTx/>
                <a:latin typeface="+mn-lt"/>
                <a:ea typeface="Meiryo UI"/>
                <a:cs typeface="+mn-cs"/>
              </a:rPr>
              <a:t>1</a:t>
            </a:r>
            <a:endParaRPr kumimoji="0" lang="ja-JP" altLang="en-US" sz="1400" b="1" i="0" u="none" strike="noStrike" kern="0" cap="none" spc="0" normalizeH="0" baseline="0" noProof="0" dirty="0">
              <a:ln>
                <a:noFill/>
              </a:ln>
              <a:solidFill>
                <a:srgbClr val="6785C1">
                  <a:lumMod val="75000"/>
                </a:srgbClr>
              </a:solidFill>
              <a:effectLst/>
              <a:uLnTx/>
              <a:uFillTx/>
              <a:latin typeface="+mn-lt"/>
              <a:ea typeface="Meiryo UI"/>
              <a:cs typeface="+mn-cs"/>
            </a:endParaRPr>
          </a:p>
        </p:txBody>
      </p:sp>
      <p:sp>
        <p:nvSpPr>
          <p:cNvPr id="261" name="楕円 3">
            <a:extLst>
              <a:ext uri="{FF2B5EF4-FFF2-40B4-BE49-F238E27FC236}">
                <a16:creationId xmlns:a16="http://schemas.microsoft.com/office/drawing/2014/main" id="{F44BACD8-62D8-0A94-2037-4791B09988CA}"/>
              </a:ext>
            </a:extLst>
          </p:cNvPr>
          <p:cNvSpPr/>
          <p:nvPr/>
        </p:nvSpPr>
        <p:spPr>
          <a:xfrm>
            <a:off x="2859644" y="5589593"/>
            <a:ext cx="714841" cy="387816"/>
          </a:xfrm>
          <a:prstGeom prst="ellipse">
            <a:avLst/>
          </a:prstGeom>
          <a:solidFill>
            <a:srgbClr val="BC4328">
              <a:lumMod val="60000"/>
              <a:lumOff val="40000"/>
            </a:srgb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1" i="0" u="none" strike="noStrike" kern="0" cap="none" spc="0" normalizeH="0" baseline="0" noProof="0" dirty="0">
                <a:ln>
                  <a:noFill/>
                </a:ln>
                <a:solidFill>
                  <a:srgbClr val="FFFFFF"/>
                </a:solidFill>
                <a:effectLst/>
                <a:uLnTx/>
                <a:uFillTx/>
                <a:latin typeface="+mn-lt"/>
                <a:ea typeface="Meiryo UI"/>
                <a:cs typeface="+mn-cs"/>
              </a:rPr>
              <a:t>不採算</a:t>
            </a:r>
            <a:endParaRPr kumimoji="0" lang="en-US" altLang="ja-JP" sz="1000" b="1" i="0" u="none" strike="noStrike" kern="0" cap="none" spc="0" normalizeH="0" baseline="0" noProof="0" dirty="0">
              <a:ln>
                <a:noFill/>
              </a:ln>
              <a:solidFill>
                <a:srgbClr val="FFFFFF"/>
              </a:solidFill>
              <a:effectLst/>
              <a:uLnTx/>
              <a:uFillTx/>
              <a:latin typeface="+mn-lt"/>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1" i="0" u="none" strike="noStrike" kern="0" cap="none" spc="0" normalizeH="0" baseline="0" noProof="0" dirty="0">
                <a:ln>
                  <a:noFill/>
                </a:ln>
                <a:solidFill>
                  <a:srgbClr val="FFFFFF"/>
                </a:solidFill>
                <a:effectLst/>
                <a:uLnTx/>
                <a:uFillTx/>
                <a:latin typeface="+mn-lt"/>
                <a:ea typeface="Meiryo UI"/>
                <a:cs typeface="+mn-cs"/>
              </a:rPr>
              <a:t>発生</a:t>
            </a:r>
          </a:p>
        </p:txBody>
      </p:sp>
      <p:sp>
        <p:nvSpPr>
          <p:cNvPr id="262" name="楕円 161">
            <a:extLst>
              <a:ext uri="{FF2B5EF4-FFF2-40B4-BE49-F238E27FC236}">
                <a16:creationId xmlns:a16="http://schemas.microsoft.com/office/drawing/2014/main" id="{1672AB35-CF5D-F0F9-4F83-ED5FBC1FAD40}"/>
              </a:ext>
            </a:extLst>
          </p:cNvPr>
          <p:cNvSpPr/>
          <p:nvPr/>
        </p:nvSpPr>
        <p:spPr>
          <a:xfrm>
            <a:off x="3797521" y="2199530"/>
            <a:ext cx="1151259" cy="567802"/>
          </a:xfrm>
          <a:prstGeom prst="ellipse">
            <a:avLst/>
          </a:prstGeom>
          <a:solidFill>
            <a:srgbClr val="BC4328">
              <a:lumMod val="40000"/>
              <a:lumOff val="60000"/>
            </a:srgb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1" i="0" u="none" strike="noStrike" kern="0" cap="none" spc="0" normalizeH="0" baseline="0" noProof="0" dirty="0">
                <a:ln>
                  <a:noFill/>
                </a:ln>
                <a:solidFill>
                  <a:srgbClr val="FFFFFF"/>
                </a:solidFill>
                <a:effectLst/>
                <a:uLnTx/>
                <a:uFillTx/>
                <a:latin typeface="+mn-lt"/>
                <a:ea typeface="Meiryo UI"/>
                <a:cs typeface="+mn-cs"/>
              </a:rPr>
              <a:t>不採算</a:t>
            </a:r>
            <a:endParaRPr kumimoji="0" lang="en-US" altLang="ja-JP" sz="1000" b="1" i="0" u="none" strike="noStrike" kern="0" cap="none" spc="0" normalizeH="0" baseline="0" noProof="0" dirty="0">
              <a:ln>
                <a:noFill/>
              </a:ln>
              <a:solidFill>
                <a:srgbClr val="FFFFFF"/>
              </a:solidFill>
              <a:effectLst/>
              <a:uLnTx/>
              <a:uFillTx/>
              <a:latin typeface="+mn-lt"/>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1" i="0" u="none" strike="noStrike" kern="0" cap="none" spc="0" normalizeH="0" baseline="0" noProof="0" dirty="0">
                <a:ln>
                  <a:noFill/>
                </a:ln>
                <a:solidFill>
                  <a:srgbClr val="FFFFFF"/>
                </a:solidFill>
                <a:effectLst/>
                <a:uLnTx/>
                <a:uFillTx/>
                <a:latin typeface="+mn-lt"/>
                <a:ea typeface="Meiryo UI"/>
                <a:cs typeface="+mn-cs"/>
              </a:rPr>
              <a:t>プロジェクト</a:t>
            </a:r>
            <a:endParaRPr kumimoji="0" lang="en-US" altLang="ja-JP" sz="1000" b="1" i="0" u="none" strike="noStrike" kern="0" cap="none" spc="0" normalizeH="0" baseline="0" noProof="0" dirty="0">
              <a:ln>
                <a:noFill/>
              </a:ln>
              <a:solidFill>
                <a:srgbClr val="FFFFFF"/>
              </a:solidFill>
              <a:effectLst/>
              <a:uLnTx/>
              <a:uFillTx/>
              <a:latin typeface="+mn-lt"/>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1" i="0" u="none" strike="noStrike" kern="0" cap="none" spc="0" normalizeH="0" baseline="0" noProof="0" dirty="0">
                <a:ln>
                  <a:noFill/>
                </a:ln>
                <a:solidFill>
                  <a:srgbClr val="FFFFFF"/>
                </a:solidFill>
                <a:effectLst/>
                <a:uLnTx/>
                <a:uFillTx/>
                <a:latin typeface="+mn-lt"/>
                <a:ea typeface="Meiryo UI"/>
                <a:cs typeface="+mn-cs"/>
              </a:rPr>
              <a:t>把握</a:t>
            </a:r>
          </a:p>
        </p:txBody>
      </p:sp>
      <p:sp>
        <p:nvSpPr>
          <p:cNvPr id="263" name="テキスト ボックス 8">
            <a:extLst>
              <a:ext uri="{FF2B5EF4-FFF2-40B4-BE49-F238E27FC236}">
                <a16:creationId xmlns:a16="http://schemas.microsoft.com/office/drawing/2014/main" id="{A0E3CA90-D563-EDBF-084F-95C92CBCD693}"/>
              </a:ext>
            </a:extLst>
          </p:cNvPr>
          <p:cNvSpPr txBox="1"/>
          <p:nvPr/>
        </p:nvSpPr>
        <p:spPr>
          <a:xfrm>
            <a:off x="8358957" y="2166019"/>
            <a:ext cx="430887" cy="502702"/>
          </a:xfrm>
          <a:prstGeom prst="rect">
            <a:avLst/>
          </a:prstGeom>
          <a:noFill/>
        </p:spPr>
        <p:txBody>
          <a:bodyPr vert="eaVert" wrap="none" rtlCol="0">
            <a:spAutoFit/>
          </a:bodyPr>
          <a:lstStyle/>
          <a:p>
            <a:pPr eaLnBrk="1" fontAlgn="auto" hangingPunct="1">
              <a:spcBef>
                <a:spcPts val="0"/>
              </a:spcBef>
              <a:spcAft>
                <a:spcPts val="0"/>
              </a:spcAft>
            </a:pPr>
            <a:r>
              <a:rPr lang="ja-JP" altLang="en-US" sz="800" b="1" dirty="0">
                <a:solidFill>
                  <a:srgbClr val="FFFFFF">
                    <a:lumMod val="50000"/>
                  </a:srgbClr>
                </a:solidFill>
                <a:latin typeface="+mn-lt"/>
                <a:ea typeface="游ゴシック" panose="020B0400000000000000" pitchFamily="50" charset="-128"/>
              </a:rPr>
              <a:t>稼働時間</a:t>
            </a:r>
            <a:endParaRPr lang="en-US" altLang="ja-JP" sz="800" b="1" dirty="0">
              <a:solidFill>
                <a:srgbClr val="FFFFFF">
                  <a:lumMod val="50000"/>
                </a:srgbClr>
              </a:solidFill>
              <a:latin typeface="+mn-lt"/>
              <a:ea typeface="游ゴシック" panose="020B0400000000000000" pitchFamily="50" charset="-128"/>
            </a:endParaRPr>
          </a:p>
          <a:p>
            <a:pPr eaLnBrk="1" fontAlgn="auto" hangingPunct="1">
              <a:spcBef>
                <a:spcPts val="0"/>
              </a:spcBef>
              <a:spcAft>
                <a:spcPts val="0"/>
              </a:spcAft>
            </a:pPr>
            <a:r>
              <a:rPr lang="ja-JP" altLang="en-US" sz="800" b="1" dirty="0">
                <a:solidFill>
                  <a:srgbClr val="FFFFFF">
                    <a:lumMod val="50000"/>
                  </a:srgbClr>
                </a:solidFill>
                <a:latin typeface="+mn-lt"/>
                <a:ea typeface="游ゴシック" panose="020B0400000000000000" pitchFamily="50" charset="-128"/>
              </a:rPr>
              <a:t>コスト</a:t>
            </a:r>
          </a:p>
        </p:txBody>
      </p:sp>
      <p:sp>
        <p:nvSpPr>
          <p:cNvPr id="264" name="テキスト ボックス 124">
            <a:extLst>
              <a:ext uri="{FF2B5EF4-FFF2-40B4-BE49-F238E27FC236}">
                <a16:creationId xmlns:a16="http://schemas.microsoft.com/office/drawing/2014/main" id="{4F6D3790-BD50-5F6A-AC9E-9B91607E5D30}"/>
              </a:ext>
            </a:extLst>
          </p:cNvPr>
          <p:cNvSpPr txBox="1"/>
          <p:nvPr/>
        </p:nvSpPr>
        <p:spPr>
          <a:xfrm>
            <a:off x="10136968" y="3239358"/>
            <a:ext cx="389850" cy="215444"/>
          </a:xfrm>
          <a:prstGeom prst="rect">
            <a:avLst/>
          </a:prstGeom>
          <a:noFill/>
        </p:spPr>
        <p:txBody>
          <a:bodyPr vert="horz" wrap="none" rtlCol="0">
            <a:spAutoFit/>
          </a:bodyPr>
          <a:lstStyle/>
          <a:p>
            <a:pPr eaLnBrk="1" fontAlgn="auto" hangingPunct="1">
              <a:spcBef>
                <a:spcPts val="0"/>
              </a:spcBef>
              <a:spcAft>
                <a:spcPts val="0"/>
              </a:spcAft>
            </a:pPr>
            <a:r>
              <a:rPr lang="ja-JP" altLang="en-US" sz="800" b="1">
                <a:solidFill>
                  <a:srgbClr val="FFFFFF">
                    <a:lumMod val="50000"/>
                  </a:srgbClr>
                </a:solidFill>
                <a:latin typeface="+mn-lt"/>
                <a:ea typeface="游ゴシック" panose="020B0400000000000000" pitchFamily="50" charset="-128"/>
              </a:rPr>
              <a:t>年月</a:t>
            </a:r>
            <a:endParaRPr lang="ja-JP" altLang="en-US" sz="800" b="1" dirty="0">
              <a:solidFill>
                <a:srgbClr val="FFFFFF">
                  <a:lumMod val="50000"/>
                </a:srgbClr>
              </a:solidFill>
              <a:latin typeface="+mn-lt"/>
              <a:ea typeface="游ゴシック" panose="020B0400000000000000" pitchFamily="50" charset="-128"/>
            </a:endParaRPr>
          </a:p>
        </p:txBody>
      </p:sp>
      <p:grpSp>
        <p:nvGrpSpPr>
          <p:cNvPr id="265" name="グループ化 14">
            <a:extLst>
              <a:ext uri="{FF2B5EF4-FFF2-40B4-BE49-F238E27FC236}">
                <a16:creationId xmlns:a16="http://schemas.microsoft.com/office/drawing/2014/main" id="{8293D4DA-7A48-C5EE-30F4-E6C2D3C4D41C}"/>
              </a:ext>
            </a:extLst>
          </p:cNvPr>
          <p:cNvGrpSpPr/>
          <p:nvPr/>
        </p:nvGrpSpPr>
        <p:grpSpPr>
          <a:xfrm>
            <a:off x="8734208" y="2234867"/>
            <a:ext cx="1693433" cy="1017792"/>
            <a:chOff x="8734208" y="2664329"/>
            <a:chExt cx="1693433" cy="588329"/>
          </a:xfrm>
        </p:grpSpPr>
        <p:cxnSp>
          <p:nvCxnSpPr>
            <p:cNvPr id="266" name="直線コネクタ 57">
              <a:extLst>
                <a:ext uri="{FF2B5EF4-FFF2-40B4-BE49-F238E27FC236}">
                  <a16:creationId xmlns:a16="http://schemas.microsoft.com/office/drawing/2014/main" id="{BE35AFF5-08CA-741B-FCD2-163F4B2D5D5B}"/>
                </a:ext>
              </a:extLst>
            </p:cNvPr>
            <p:cNvCxnSpPr/>
            <p:nvPr/>
          </p:nvCxnSpPr>
          <p:spPr>
            <a:xfrm>
              <a:off x="8734208" y="3252658"/>
              <a:ext cx="1693433" cy="0"/>
            </a:xfrm>
            <a:prstGeom prst="line">
              <a:avLst/>
            </a:prstGeom>
            <a:noFill/>
            <a:ln w="28575" cap="flat" cmpd="sng" algn="ctr">
              <a:solidFill>
                <a:srgbClr val="FFFFFF">
                  <a:lumMod val="65000"/>
                </a:srgbClr>
              </a:solidFill>
              <a:prstDash val="solid"/>
              <a:miter lim="800000"/>
            </a:ln>
            <a:effectLst/>
          </p:spPr>
        </p:cxnSp>
        <p:sp>
          <p:nvSpPr>
            <p:cNvPr id="267" name="フリーフォーム 62">
              <a:extLst>
                <a:ext uri="{FF2B5EF4-FFF2-40B4-BE49-F238E27FC236}">
                  <a16:creationId xmlns:a16="http://schemas.microsoft.com/office/drawing/2014/main" id="{0E318DFA-E799-08D8-4194-E59B49C4561D}"/>
                </a:ext>
              </a:extLst>
            </p:cNvPr>
            <p:cNvSpPr/>
            <p:nvPr/>
          </p:nvSpPr>
          <p:spPr>
            <a:xfrm>
              <a:off x="8831284" y="2757488"/>
              <a:ext cx="922316" cy="447977"/>
            </a:xfrm>
            <a:custGeom>
              <a:avLst/>
              <a:gdLst>
                <a:gd name="connsiteX0" fmla="*/ 0 w 2600325"/>
                <a:gd name="connsiteY0" fmla="*/ 1628775 h 1628775"/>
                <a:gd name="connsiteX1" fmla="*/ 1171575 w 2600325"/>
                <a:gd name="connsiteY1" fmla="*/ 1419225 h 1628775"/>
                <a:gd name="connsiteX2" fmla="*/ 1962150 w 2600325"/>
                <a:gd name="connsiteY2" fmla="*/ 1009650 h 1628775"/>
                <a:gd name="connsiteX3" fmla="*/ 2600325 w 2600325"/>
                <a:gd name="connsiteY3" fmla="*/ 0 h 1628775"/>
                <a:gd name="connsiteX0" fmla="*/ 0 w 2600325"/>
                <a:gd name="connsiteY0" fmla="*/ 1628775 h 1628775"/>
                <a:gd name="connsiteX1" fmla="*/ 417925 w 2600325"/>
                <a:gd name="connsiteY1" fmla="*/ 1419226 h 1628775"/>
                <a:gd name="connsiteX2" fmla="*/ 1962150 w 2600325"/>
                <a:gd name="connsiteY2" fmla="*/ 1009650 h 1628775"/>
                <a:gd name="connsiteX3" fmla="*/ 2600325 w 2600325"/>
                <a:gd name="connsiteY3" fmla="*/ 0 h 1628775"/>
                <a:gd name="connsiteX0" fmla="*/ 0 w 2600325"/>
                <a:gd name="connsiteY0" fmla="*/ 1628775 h 1628775"/>
                <a:gd name="connsiteX1" fmla="*/ 417925 w 2600325"/>
                <a:gd name="connsiteY1" fmla="*/ 1419226 h 1628775"/>
                <a:gd name="connsiteX2" fmla="*/ 944385 w 2600325"/>
                <a:gd name="connsiteY2" fmla="*/ 1269180 h 1628775"/>
                <a:gd name="connsiteX3" fmla="*/ 2600325 w 2600325"/>
                <a:gd name="connsiteY3" fmla="*/ 0 h 1628775"/>
                <a:gd name="connsiteX0" fmla="*/ 0 w 2600325"/>
                <a:gd name="connsiteY0" fmla="*/ 1628775 h 1628775"/>
                <a:gd name="connsiteX1" fmla="*/ 417925 w 2600325"/>
                <a:gd name="connsiteY1" fmla="*/ 1419226 h 1628775"/>
                <a:gd name="connsiteX2" fmla="*/ 944385 w 2600325"/>
                <a:gd name="connsiteY2" fmla="*/ 1269180 h 1628775"/>
                <a:gd name="connsiteX3" fmla="*/ 1342962 w 2600325"/>
                <a:gd name="connsiteY3" fmla="*/ 1091864 h 1628775"/>
                <a:gd name="connsiteX4" fmla="*/ 2600325 w 2600325"/>
                <a:gd name="connsiteY4" fmla="*/ 0 h 1628775"/>
                <a:gd name="connsiteX0" fmla="*/ 0 w 2600325"/>
                <a:gd name="connsiteY0" fmla="*/ 1628775 h 1628775"/>
                <a:gd name="connsiteX1" fmla="*/ 417925 w 2600325"/>
                <a:gd name="connsiteY1" fmla="*/ 1419226 h 1628775"/>
                <a:gd name="connsiteX2" fmla="*/ 944385 w 2600325"/>
                <a:gd name="connsiteY2" fmla="*/ 1269180 h 1628775"/>
                <a:gd name="connsiteX3" fmla="*/ 1342962 w 2600325"/>
                <a:gd name="connsiteY3" fmla="*/ 1091864 h 1628775"/>
                <a:gd name="connsiteX4" fmla="*/ 1351374 w 2600325"/>
                <a:gd name="connsiteY4" fmla="*/ 1091864 h 1628775"/>
                <a:gd name="connsiteX5" fmla="*/ 2600325 w 2600325"/>
                <a:gd name="connsiteY5" fmla="*/ 0 h 1628775"/>
                <a:gd name="connsiteX0" fmla="*/ 0 w 2600325"/>
                <a:gd name="connsiteY0" fmla="*/ 1628775 h 1628775"/>
                <a:gd name="connsiteX1" fmla="*/ 417925 w 2600325"/>
                <a:gd name="connsiteY1" fmla="*/ 1419226 h 1628775"/>
                <a:gd name="connsiteX2" fmla="*/ 944385 w 2600325"/>
                <a:gd name="connsiteY2" fmla="*/ 1269180 h 1628775"/>
                <a:gd name="connsiteX3" fmla="*/ 1342962 w 2600325"/>
                <a:gd name="connsiteY3" fmla="*/ 1091864 h 1628775"/>
                <a:gd name="connsiteX4" fmla="*/ 1544832 w 2600325"/>
                <a:gd name="connsiteY4" fmla="*/ 849636 h 1628775"/>
                <a:gd name="connsiteX5" fmla="*/ 2600325 w 2600325"/>
                <a:gd name="connsiteY5" fmla="*/ 0 h 1628775"/>
                <a:gd name="connsiteX0" fmla="*/ 0 w 2600325"/>
                <a:gd name="connsiteY0" fmla="*/ 1628775 h 1628775"/>
                <a:gd name="connsiteX1" fmla="*/ 417925 w 2600325"/>
                <a:gd name="connsiteY1" fmla="*/ 1419226 h 1628775"/>
                <a:gd name="connsiteX2" fmla="*/ 944385 w 2600325"/>
                <a:gd name="connsiteY2" fmla="*/ 1269180 h 1628775"/>
                <a:gd name="connsiteX3" fmla="*/ 1342962 w 2600325"/>
                <a:gd name="connsiteY3" fmla="*/ 1091864 h 1628775"/>
                <a:gd name="connsiteX4" fmla="*/ 1713057 w 2600325"/>
                <a:gd name="connsiteY4" fmla="*/ 936146 h 1628775"/>
                <a:gd name="connsiteX5" fmla="*/ 2600325 w 2600325"/>
                <a:gd name="connsiteY5" fmla="*/ 0 h 1628775"/>
                <a:gd name="connsiteX0" fmla="*/ 0 w 2600325"/>
                <a:gd name="connsiteY0" fmla="*/ 1628775 h 1628775"/>
                <a:gd name="connsiteX1" fmla="*/ 417925 w 2600325"/>
                <a:gd name="connsiteY1" fmla="*/ 1419226 h 1628775"/>
                <a:gd name="connsiteX2" fmla="*/ 944385 w 2600325"/>
                <a:gd name="connsiteY2" fmla="*/ 1269180 h 1628775"/>
                <a:gd name="connsiteX3" fmla="*/ 1342962 w 2600325"/>
                <a:gd name="connsiteY3" fmla="*/ 1091864 h 1628775"/>
                <a:gd name="connsiteX4" fmla="*/ 1713057 w 2600325"/>
                <a:gd name="connsiteY4" fmla="*/ 936146 h 1628775"/>
                <a:gd name="connsiteX5" fmla="*/ 1898105 w 2600325"/>
                <a:gd name="connsiteY5" fmla="*/ 633360 h 1628775"/>
                <a:gd name="connsiteX6" fmla="*/ 2600325 w 2600325"/>
                <a:gd name="connsiteY6" fmla="*/ 0 h 1628775"/>
                <a:gd name="connsiteX0" fmla="*/ 0 w 2600325"/>
                <a:gd name="connsiteY0" fmla="*/ 1628775 h 1628775"/>
                <a:gd name="connsiteX1" fmla="*/ 417925 w 2600325"/>
                <a:gd name="connsiteY1" fmla="*/ 1419226 h 1628775"/>
                <a:gd name="connsiteX2" fmla="*/ 750925 w 2600325"/>
                <a:gd name="connsiteY2" fmla="*/ 1364342 h 1628775"/>
                <a:gd name="connsiteX3" fmla="*/ 1342962 w 2600325"/>
                <a:gd name="connsiteY3" fmla="*/ 1091864 h 1628775"/>
                <a:gd name="connsiteX4" fmla="*/ 1713057 w 2600325"/>
                <a:gd name="connsiteY4" fmla="*/ 936146 h 1628775"/>
                <a:gd name="connsiteX5" fmla="*/ 1898105 w 2600325"/>
                <a:gd name="connsiteY5" fmla="*/ 633360 h 1628775"/>
                <a:gd name="connsiteX6" fmla="*/ 2600325 w 2600325"/>
                <a:gd name="connsiteY6" fmla="*/ 0 h 1628775"/>
                <a:gd name="connsiteX0" fmla="*/ 0 w 2600325"/>
                <a:gd name="connsiteY0" fmla="*/ 1628775 h 1628775"/>
                <a:gd name="connsiteX1" fmla="*/ 417925 w 2600325"/>
                <a:gd name="connsiteY1" fmla="*/ 1419226 h 1628775"/>
                <a:gd name="connsiteX2" fmla="*/ 750925 w 2600325"/>
                <a:gd name="connsiteY2" fmla="*/ 1364342 h 1628775"/>
                <a:gd name="connsiteX3" fmla="*/ 1342962 w 2600325"/>
                <a:gd name="connsiteY3" fmla="*/ 1091864 h 1628775"/>
                <a:gd name="connsiteX4" fmla="*/ 1713057 w 2600325"/>
                <a:gd name="connsiteY4" fmla="*/ 936146 h 1628775"/>
                <a:gd name="connsiteX5" fmla="*/ 1898105 w 2600325"/>
                <a:gd name="connsiteY5" fmla="*/ 633360 h 1628775"/>
                <a:gd name="connsiteX6" fmla="*/ 2600325 w 2600325"/>
                <a:gd name="connsiteY6" fmla="*/ 0 h 1628775"/>
                <a:gd name="connsiteX0" fmla="*/ 0 w 2600325"/>
                <a:gd name="connsiteY0" fmla="*/ 1628775 h 1628775"/>
                <a:gd name="connsiteX1" fmla="*/ 417925 w 2600325"/>
                <a:gd name="connsiteY1" fmla="*/ 1419226 h 1628775"/>
                <a:gd name="connsiteX2" fmla="*/ 750925 w 2600325"/>
                <a:gd name="connsiteY2" fmla="*/ 1364342 h 1628775"/>
                <a:gd name="connsiteX3" fmla="*/ 1401840 w 2600325"/>
                <a:gd name="connsiteY3" fmla="*/ 1169722 h 1628775"/>
                <a:gd name="connsiteX4" fmla="*/ 1713057 w 2600325"/>
                <a:gd name="connsiteY4" fmla="*/ 936146 h 1628775"/>
                <a:gd name="connsiteX5" fmla="*/ 1898105 w 2600325"/>
                <a:gd name="connsiteY5" fmla="*/ 633360 h 1628775"/>
                <a:gd name="connsiteX6" fmla="*/ 2600325 w 2600325"/>
                <a:gd name="connsiteY6" fmla="*/ 0 h 1628775"/>
                <a:gd name="connsiteX0" fmla="*/ 0 w 2600325"/>
                <a:gd name="connsiteY0" fmla="*/ 1628775 h 1628775"/>
                <a:gd name="connsiteX1" fmla="*/ 417925 w 2600325"/>
                <a:gd name="connsiteY1" fmla="*/ 1419226 h 1628775"/>
                <a:gd name="connsiteX2" fmla="*/ 750925 w 2600325"/>
                <a:gd name="connsiteY2" fmla="*/ 1364342 h 1628775"/>
                <a:gd name="connsiteX3" fmla="*/ 1401840 w 2600325"/>
                <a:gd name="connsiteY3" fmla="*/ 1169722 h 1628775"/>
                <a:gd name="connsiteX4" fmla="*/ 1628945 w 2600325"/>
                <a:gd name="connsiteY4" fmla="*/ 815032 h 1628775"/>
                <a:gd name="connsiteX5" fmla="*/ 1898105 w 2600325"/>
                <a:gd name="connsiteY5" fmla="*/ 633360 h 1628775"/>
                <a:gd name="connsiteX6" fmla="*/ 2600325 w 2600325"/>
                <a:gd name="connsiteY6" fmla="*/ 0 h 1628775"/>
                <a:gd name="connsiteX0" fmla="*/ 0 w 2600325"/>
                <a:gd name="connsiteY0" fmla="*/ 1628775 h 1628775"/>
                <a:gd name="connsiteX1" fmla="*/ 417925 w 2600325"/>
                <a:gd name="connsiteY1" fmla="*/ 1419226 h 1628775"/>
                <a:gd name="connsiteX2" fmla="*/ 750925 w 2600325"/>
                <a:gd name="connsiteY2" fmla="*/ 1364342 h 1628775"/>
                <a:gd name="connsiteX3" fmla="*/ 1401840 w 2600325"/>
                <a:gd name="connsiteY3" fmla="*/ 1169722 h 1628775"/>
                <a:gd name="connsiteX4" fmla="*/ 1628945 w 2600325"/>
                <a:gd name="connsiteY4" fmla="*/ 815032 h 1628775"/>
                <a:gd name="connsiteX5" fmla="*/ 1948573 w 2600325"/>
                <a:gd name="connsiteY5" fmla="*/ 702568 h 1628775"/>
                <a:gd name="connsiteX6" fmla="*/ 2600325 w 2600325"/>
                <a:gd name="connsiteY6" fmla="*/ 0 h 1628775"/>
                <a:gd name="connsiteX0" fmla="*/ 0 w 2600325"/>
                <a:gd name="connsiteY0" fmla="*/ 1628775 h 1628775"/>
                <a:gd name="connsiteX1" fmla="*/ 417925 w 2600325"/>
                <a:gd name="connsiteY1" fmla="*/ 1419226 h 1628775"/>
                <a:gd name="connsiteX2" fmla="*/ 750925 w 2600325"/>
                <a:gd name="connsiteY2" fmla="*/ 1364342 h 1628775"/>
                <a:gd name="connsiteX3" fmla="*/ 1401840 w 2600325"/>
                <a:gd name="connsiteY3" fmla="*/ 1169722 h 1628775"/>
                <a:gd name="connsiteX4" fmla="*/ 1628945 w 2600325"/>
                <a:gd name="connsiteY4" fmla="*/ 815032 h 1628775"/>
                <a:gd name="connsiteX5" fmla="*/ 1948573 w 2600325"/>
                <a:gd name="connsiteY5" fmla="*/ 702568 h 1628775"/>
                <a:gd name="connsiteX6" fmla="*/ 2600325 w 2600325"/>
                <a:gd name="connsiteY6" fmla="*/ 0 h 1628775"/>
                <a:gd name="connsiteX0" fmla="*/ 0 w 2600325"/>
                <a:gd name="connsiteY0" fmla="*/ 1628775 h 1628775"/>
                <a:gd name="connsiteX1" fmla="*/ 417925 w 2600325"/>
                <a:gd name="connsiteY1" fmla="*/ 1419226 h 1628775"/>
                <a:gd name="connsiteX2" fmla="*/ 750925 w 2600325"/>
                <a:gd name="connsiteY2" fmla="*/ 1364342 h 1628775"/>
                <a:gd name="connsiteX3" fmla="*/ 1401840 w 2600325"/>
                <a:gd name="connsiteY3" fmla="*/ 1169722 h 1628775"/>
                <a:gd name="connsiteX4" fmla="*/ 1628945 w 2600325"/>
                <a:gd name="connsiteY4" fmla="*/ 815032 h 1628775"/>
                <a:gd name="connsiteX5" fmla="*/ 1948573 w 2600325"/>
                <a:gd name="connsiteY5" fmla="*/ 702568 h 1628775"/>
                <a:gd name="connsiteX6" fmla="*/ 2428016 w 2600325"/>
                <a:gd name="connsiteY6" fmla="*/ 304622 h 1628775"/>
                <a:gd name="connsiteX7" fmla="*/ 2600325 w 2600325"/>
                <a:gd name="connsiteY7" fmla="*/ 0 h 1628775"/>
                <a:gd name="connsiteX0" fmla="*/ 0 w 2600325"/>
                <a:gd name="connsiteY0" fmla="*/ 1628775 h 1628775"/>
                <a:gd name="connsiteX1" fmla="*/ 417925 w 2600325"/>
                <a:gd name="connsiteY1" fmla="*/ 1419226 h 1628775"/>
                <a:gd name="connsiteX2" fmla="*/ 750925 w 2600325"/>
                <a:gd name="connsiteY2" fmla="*/ 1364342 h 1628775"/>
                <a:gd name="connsiteX3" fmla="*/ 1401840 w 2600325"/>
                <a:gd name="connsiteY3" fmla="*/ 1169722 h 1628775"/>
                <a:gd name="connsiteX4" fmla="*/ 1628945 w 2600325"/>
                <a:gd name="connsiteY4" fmla="*/ 815032 h 1628775"/>
                <a:gd name="connsiteX5" fmla="*/ 2428016 w 2600325"/>
                <a:gd name="connsiteY5" fmla="*/ 304622 h 1628775"/>
                <a:gd name="connsiteX6" fmla="*/ 2600325 w 2600325"/>
                <a:gd name="connsiteY6" fmla="*/ 0 h 1628775"/>
                <a:gd name="connsiteX0" fmla="*/ 0 w 2600325"/>
                <a:gd name="connsiteY0" fmla="*/ 1628775 h 1628775"/>
                <a:gd name="connsiteX1" fmla="*/ 417925 w 2600325"/>
                <a:gd name="connsiteY1" fmla="*/ 1419226 h 1628775"/>
                <a:gd name="connsiteX2" fmla="*/ 750925 w 2600325"/>
                <a:gd name="connsiteY2" fmla="*/ 1364342 h 1628775"/>
                <a:gd name="connsiteX3" fmla="*/ 1401840 w 2600325"/>
                <a:gd name="connsiteY3" fmla="*/ 1169722 h 1628775"/>
                <a:gd name="connsiteX4" fmla="*/ 1628945 w 2600325"/>
                <a:gd name="connsiteY4" fmla="*/ 815032 h 1628775"/>
                <a:gd name="connsiteX5" fmla="*/ 2600325 w 2600325"/>
                <a:gd name="connsiteY5" fmla="*/ 0 h 1628775"/>
                <a:gd name="connsiteX0" fmla="*/ 0 w 1628945"/>
                <a:gd name="connsiteY0" fmla="*/ 813743 h 813743"/>
                <a:gd name="connsiteX1" fmla="*/ 417925 w 1628945"/>
                <a:gd name="connsiteY1" fmla="*/ 604194 h 813743"/>
                <a:gd name="connsiteX2" fmla="*/ 750925 w 1628945"/>
                <a:gd name="connsiteY2" fmla="*/ 549310 h 813743"/>
                <a:gd name="connsiteX3" fmla="*/ 1401840 w 1628945"/>
                <a:gd name="connsiteY3" fmla="*/ 354690 h 813743"/>
                <a:gd name="connsiteX4" fmla="*/ 1628945 w 1628945"/>
                <a:gd name="connsiteY4" fmla="*/ 0 h 813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945" h="813743">
                  <a:moveTo>
                    <a:pt x="0" y="813743"/>
                  </a:moveTo>
                  <a:cubicBezTo>
                    <a:pt x="422275" y="760561"/>
                    <a:pt x="292771" y="648266"/>
                    <a:pt x="417925" y="604194"/>
                  </a:cubicBezTo>
                  <a:cubicBezTo>
                    <a:pt x="543079" y="560122"/>
                    <a:pt x="612173" y="613963"/>
                    <a:pt x="750925" y="549310"/>
                  </a:cubicBezTo>
                  <a:cubicBezTo>
                    <a:pt x="956681" y="346020"/>
                    <a:pt x="1204494" y="445516"/>
                    <a:pt x="1401840" y="354690"/>
                  </a:cubicBezTo>
                  <a:cubicBezTo>
                    <a:pt x="1469672" y="325137"/>
                    <a:pt x="1543430" y="54790"/>
                    <a:pt x="1628945" y="0"/>
                  </a:cubicBezTo>
                </a:path>
              </a:pathLst>
            </a:custGeom>
            <a:noFill/>
            <a:ln w="28575" cap="flat" cmpd="sng" algn="ctr">
              <a:solidFill>
                <a:srgbClr val="6785C1">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FFFFFF"/>
                </a:solidFill>
                <a:effectLst/>
                <a:uLnTx/>
                <a:uFillTx/>
                <a:latin typeface="+mn-lt"/>
                <a:ea typeface="Meiryo UI"/>
                <a:cs typeface="+mn-cs"/>
              </a:endParaRPr>
            </a:p>
          </p:txBody>
        </p:sp>
        <p:cxnSp>
          <p:nvCxnSpPr>
            <p:cNvPr id="268" name="曲線コネクタ 5">
              <a:extLst>
                <a:ext uri="{FF2B5EF4-FFF2-40B4-BE49-F238E27FC236}">
                  <a16:creationId xmlns:a16="http://schemas.microsoft.com/office/drawing/2014/main" id="{0706F095-1673-A4F8-15AB-613AAC271787}"/>
                </a:ext>
              </a:extLst>
            </p:cNvPr>
            <p:cNvCxnSpPr/>
            <p:nvPr/>
          </p:nvCxnSpPr>
          <p:spPr>
            <a:xfrm flipV="1">
              <a:off x="9753600" y="2664329"/>
              <a:ext cx="163795" cy="93160"/>
            </a:xfrm>
            <a:prstGeom prst="curvedConnector3">
              <a:avLst/>
            </a:prstGeom>
            <a:noFill/>
            <a:ln w="28575" cap="flat" cmpd="sng" algn="ctr">
              <a:solidFill>
                <a:srgbClr val="6785C1">
                  <a:lumMod val="75000"/>
                </a:srgbClr>
              </a:solidFill>
              <a:prstDash val="sysDot"/>
              <a:miter lim="800000"/>
            </a:ln>
            <a:effectLst/>
          </p:spPr>
        </p:cxnSp>
        <p:sp>
          <p:nvSpPr>
            <p:cNvPr id="269" name="楕円 7">
              <a:extLst>
                <a:ext uri="{FF2B5EF4-FFF2-40B4-BE49-F238E27FC236}">
                  <a16:creationId xmlns:a16="http://schemas.microsoft.com/office/drawing/2014/main" id="{BE826BAF-1129-A7FD-20BD-BB6AF31AD010}"/>
                </a:ext>
              </a:extLst>
            </p:cNvPr>
            <p:cNvSpPr/>
            <p:nvPr/>
          </p:nvSpPr>
          <p:spPr>
            <a:xfrm>
              <a:off x="9004502" y="3008753"/>
              <a:ext cx="296647" cy="179127"/>
            </a:xfrm>
            <a:prstGeom prst="ellipse">
              <a:avLst/>
            </a:prstGeom>
            <a:noFill/>
            <a:ln w="19050" cap="flat" cmpd="sng" algn="ctr">
              <a:solidFill>
                <a:srgbClr val="BC4328"/>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mn-lt"/>
                <a:ea typeface="Meiryo UI"/>
                <a:cs typeface="+mn-cs"/>
              </a:endParaRPr>
            </a:p>
          </p:txBody>
        </p:sp>
        <p:sp>
          <p:nvSpPr>
            <p:cNvPr id="270" name="楕円 123">
              <a:extLst>
                <a:ext uri="{FF2B5EF4-FFF2-40B4-BE49-F238E27FC236}">
                  <a16:creationId xmlns:a16="http://schemas.microsoft.com/office/drawing/2014/main" id="{D40217B4-FB44-683D-61B7-E54485B59932}"/>
                </a:ext>
              </a:extLst>
            </p:cNvPr>
            <p:cNvSpPr/>
            <p:nvPr/>
          </p:nvSpPr>
          <p:spPr>
            <a:xfrm>
              <a:off x="9460182" y="2803663"/>
              <a:ext cx="296647" cy="179127"/>
            </a:xfrm>
            <a:prstGeom prst="ellipse">
              <a:avLst/>
            </a:prstGeom>
            <a:noFill/>
            <a:ln w="19050" cap="flat" cmpd="sng" algn="ctr">
              <a:solidFill>
                <a:srgbClr val="BC4328"/>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mn-lt"/>
                <a:ea typeface="Meiryo UI"/>
                <a:cs typeface="+mn-cs"/>
              </a:endParaRPr>
            </a:p>
          </p:txBody>
        </p:sp>
        <p:cxnSp>
          <p:nvCxnSpPr>
            <p:cNvPr id="271" name="直線コネクタ 10">
              <a:extLst>
                <a:ext uri="{FF2B5EF4-FFF2-40B4-BE49-F238E27FC236}">
                  <a16:creationId xmlns:a16="http://schemas.microsoft.com/office/drawing/2014/main" id="{3C551B77-274B-3CF6-5443-B534078AF7FB}"/>
                </a:ext>
              </a:extLst>
            </p:cNvPr>
            <p:cNvCxnSpPr>
              <a:stCxn id="270" idx="6"/>
              <a:endCxn id="166" idx="1"/>
            </p:cNvCxnSpPr>
            <p:nvPr/>
          </p:nvCxnSpPr>
          <p:spPr>
            <a:xfrm>
              <a:off x="9756829" y="2893227"/>
              <a:ext cx="560427" cy="11136"/>
            </a:xfrm>
            <a:prstGeom prst="line">
              <a:avLst/>
            </a:prstGeom>
            <a:noFill/>
            <a:ln w="19050" cap="flat" cmpd="sng" algn="ctr">
              <a:solidFill>
                <a:srgbClr val="BC4328"/>
              </a:solidFill>
              <a:prstDash val="sysDot"/>
              <a:miter lim="800000"/>
            </a:ln>
            <a:effectLst/>
          </p:spPr>
        </p:cxnSp>
        <p:cxnSp>
          <p:nvCxnSpPr>
            <p:cNvPr id="272" name="直線コネクタ 128">
              <a:extLst>
                <a:ext uri="{FF2B5EF4-FFF2-40B4-BE49-F238E27FC236}">
                  <a16:creationId xmlns:a16="http://schemas.microsoft.com/office/drawing/2014/main" id="{1D434C02-7EB3-21DB-2DE3-F6899DC6E005}"/>
                </a:ext>
              </a:extLst>
            </p:cNvPr>
            <p:cNvCxnSpPr>
              <a:stCxn id="269" idx="6"/>
              <a:endCxn id="166" idx="1"/>
            </p:cNvCxnSpPr>
            <p:nvPr/>
          </p:nvCxnSpPr>
          <p:spPr>
            <a:xfrm flipV="1">
              <a:off x="9301149" y="2904363"/>
              <a:ext cx="1016107" cy="193954"/>
            </a:xfrm>
            <a:prstGeom prst="line">
              <a:avLst/>
            </a:prstGeom>
            <a:noFill/>
            <a:ln w="19050" cap="flat" cmpd="sng" algn="ctr">
              <a:solidFill>
                <a:srgbClr val="BC4328"/>
              </a:solidFill>
              <a:prstDash val="sysDot"/>
              <a:miter lim="800000"/>
            </a:ln>
            <a:effectLst/>
          </p:spPr>
        </p:cxnSp>
      </p:grpSp>
      <p:sp>
        <p:nvSpPr>
          <p:cNvPr id="273" name="円柱 162">
            <a:extLst>
              <a:ext uri="{FF2B5EF4-FFF2-40B4-BE49-F238E27FC236}">
                <a16:creationId xmlns:a16="http://schemas.microsoft.com/office/drawing/2014/main" id="{17E75124-398D-C18D-C53E-5C6FA36E1DA3}"/>
              </a:ext>
            </a:extLst>
          </p:cNvPr>
          <p:cNvSpPr/>
          <p:nvPr/>
        </p:nvSpPr>
        <p:spPr>
          <a:xfrm>
            <a:off x="7863852" y="6058626"/>
            <a:ext cx="819899" cy="370800"/>
          </a:xfrm>
          <a:prstGeom prst="can">
            <a:avLst/>
          </a:prstGeom>
          <a:solidFill>
            <a:srgbClr val="FFFFFF">
              <a:lumMod val="50000"/>
            </a:srgb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進捗報告</a:t>
            </a:r>
          </a:p>
        </p:txBody>
      </p:sp>
      <p:cxnSp>
        <p:nvCxnSpPr>
          <p:cNvPr id="274" name="直線矢印コネクタ 163">
            <a:extLst>
              <a:ext uri="{FF2B5EF4-FFF2-40B4-BE49-F238E27FC236}">
                <a16:creationId xmlns:a16="http://schemas.microsoft.com/office/drawing/2014/main" id="{1C49739D-ACFA-349B-A07F-2F0F7CB9DB0F}"/>
              </a:ext>
            </a:extLst>
          </p:cNvPr>
          <p:cNvCxnSpPr>
            <a:cxnSpLocks/>
            <a:endCxn id="158" idx="2"/>
          </p:cNvCxnSpPr>
          <p:nvPr/>
        </p:nvCxnSpPr>
        <p:spPr>
          <a:xfrm flipV="1">
            <a:off x="9161766" y="5792981"/>
            <a:ext cx="1797090" cy="266165"/>
          </a:xfrm>
          <a:prstGeom prst="straightConnector1">
            <a:avLst/>
          </a:prstGeom>
          <a:noFill/>
          <a:ln w="19050" cap="flat" cmpd="sng" algn="ctr">
            <a:solidFill>
              <a:srgbClr val="FFFFFF">
                <a:lumMod val="65000"/>
              </a:srgbClr>
            </a:solidFill>
            <a:prstDash val="solid"/>
            <a:miter lim="800000"/>
            <a:tailEnd type="triangle"/>
          </a:ln>
          <a:effectLst/>
        </p:spPr>
      </p:cxnSp>
      <p:sp>
        <p:nvSpPr>
          <p:cNvPr id="275" name="正方形/長方形 165">
            <a:extLst>
              <a:ext uri="{FF2B5EF4-FFF2-40B4-BE49-F238E27FC236}">
                <a16:creationId xmlns:a16="http://schemas.microsoft.com/office/drawing/2014/main" id="{AD542182-2556-B9CC-0ECB-69C206393351}"/>
              </a:ext>
            </a:extLst>
          </p:cNvPr>
          <p:cNvSpPr/>
          <p:nvPr/>
        </p:nvSpPr>
        <p:spPr>
          <a:xfrm>
            <a:off x="7876477" y="5422181"/>
            <a:ext cx="1080000" cy="370800"/>
          </a:xfrm>
          <a:prstGeom prst="rect">
            <a:avLst/>
          </a:prstGeom>
          <a:solidFill>
            <a:srgbClr val="FFFFFF">
              <a:lumMod val="65000"/>
            </a:srgbClr>
          </a:solidFill>
          <a:ln w="12700" cap="flat" cmpd="sng" algn="ctr">
            <a:solidFill>
              <a:srgbClr val="FFFFFF">
                <a:lumMod val="65000"/>
              </a:srgbClr>
            </a:solid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進捗</a:t>
            </a:r>
            <a:r>
              <a:rPr kumimoji="0" lang="en-US" altLang="ja-JP" sz="1200" b="1" i="0" u="none" strike="noStrike" kern="0" cap="none" spc="0" normalizeH="0" baseline="0" noProof="0" dirty="0">
                <a:ln>
                  <a:noFill/>
                </a:ln>
                <a:solidFill>
                  <a:srgbClr val="FFFFFF"/>
                </a:solidFill>
                <a:effectLst/>
                <a:uLnTx/>
                <a:uFillTx/>
                <a:latin typeface="+mn-lt"/>
                <a:ea typeface="Meiryo UI"/>
                <a:cs typeface="+mn-cs"/>
              </a:rPr>
              <a:t>/</a:t>
            </a: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品質監視</a:t>
            </a:r>
            <a:endParaRPr kumimoji="0" lang="en-US" altLang="ja-JP" sz="1200" b="1" i="0" u="none" strike="noStrike" kern="0" cap="none" spc="0" normalizeH="0" baseline="0" noProof="0" dirty="0">
              <a:ln>
                <a:noFill/>
              </a:ln>
              <a:solidFill>
                <a:srgbClr val="FFFFFF"/>
              </a:solidFill>
              <a:effectLst/>
              <a:uLnTx/>
              <a:uFillTx/>
              <a:latin typeface="+mn-lt"/>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dirty="0">
                <a:ln>
                  <a:noFill/>
                </a:ln>
                <a:solidFill>
                  <a:srgbClr val="FFFFFF"/>
                </a:solidFill>
                <a:effectLst/>
                <a:uLnTx/>
                <a:uFillTx/>
                <a:latin typeface="+mn-lt"/>
                <a:ea typeface="Meiryo UI"/>
                <a:cs typeface="+mn-cs"/>
              </a:rPr>
              <a:t>(</a:t>
            </a: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定性分析</a:t>
            </a:r>
            <a:r>
              <a:rPr kumimoji="0" lang="en-US" altLang="ja-JP" sz="1200" b="1" i="0" u="none" strike="noStrike" kern="0" cap="none" spc="0" normalizeH="0" baseline="0" noProof="0" dirty="0">
                <a:ln>
                  <a:noFill/>
                </a:ln>
                <a:solidFill>
                  <a:srgbClr val="FFFFFF"/>
                </a:solidFill>
                <a:effectLst/>
                <a:uLnTx/>
                <a:uFillTx/>
                <a:latin typeface="+mn-lt"/>
                <a:ea typeface="Meiryo UI"/>
                <a:cs typeface="+mn-cs"/>
              </a:rPr>
              <a:t>)</a:t>
            </a:r>
            <a:endParaRPr kumimoji="0" lang="ja-JP" altLang="en-US" sz="1200" b="1" i="0" u="none" strike="noStrike" kern="0" cap="none" spc="0" normalizeH="0" baseline="0" noProof="0" dirty="0">
              <a:ln>
                <a:noFill/>
              </a:ln>
              <a:solidFill>
                <a:srgbClr val="FFFFFF"/>
              </a:solidFill>
              <a:effectLst/>
              <a:uLnTx/>
              <a:uFillTx/>
              <a:latin typeface="+mn-lt"/>
              <a:ea typeface="Meiryo UI"/>
              <a:cs typeface="+mn-cs"/>
            </a:endParaRPr>
          </a:p>
        </p:txBody>
      </p:sp>
      <p:cxnSp>
        <p:nvCxnSpPr>
          <p:cNvPr id="276" name="直線矢印コネクタ 166">
            <a:extLst>
              <a:ext uri="{FF2B5EF4-FFF2-40B4-BE49-F238E27FC236}">
                <a16:creationId xmlns:a16="http://schemas.microsoft.com/office/drawing/2014/main" id="{3FABBE70-E532-24AF-2AD5-7D6F83EFBAC7}"/>
              </a:ext>
            </a:extLst>
          </p:cNvPr>
          <p:cNvCxnSpPr>
            <a:cxnSpLocks/>
            <a:stCxn id="160" idx="1"/>
            <a:endCxn id="158" idx="2"/>
          </p:cNvCxnSpPr>
          <p:nvPr/>
        </p:nvCxnSpPr>
        <p:spPr>
          <a:xfrm flipV="1">
            <a:off x="10052325" y="5792981"/>
            <a:ext cx="906531" cy="265645"/>
          </a:xfrm>
          <a:prstGeom prst="straightConnector1">
            <a:avLst/>
          </a:prstGeom>
          <a:noFill/>
          <a:ln w="19050" cap="flat" cmpd="sng" algn="ctr">
            <a:solidFill>
              <a:srgbClr val="FFFFFF">
                <a:lumMod val="65000"/>
              </a:srgbClr>
            </a:solidFill>
            <a:prstDash val="solid"/>
            <a:miter lim="800000"/>
            <a:tailEnd type="triangle"/>
          </a:ln>
          <a:effectLst/>
        </p:spPr>
      </p:cxnSp>
      <p:cxnSp>
        <p:nvCxnSpPr>
          <p:cNvPr id="277" name="直線矢印コネクタ 167">
            <a:extLst>
              <a:ext uri="{FF2B5EF4-FFF2-40B4-BE49-F238E27FC236}">
                <a16:creationId xmlns:a16="http://schemas.microsoft.com/office/drawing/2014/main" id="{1CF88F23-5983-4871-84EC-A29AB9F13BA9}"/>
              </a:ext>
            </a:extLst>
          </p:cNvPr>
          <p:cNvCxnSpPr>
            <a:cxnSpLocks/>
            <a:stCxn id="178" idx="1"/>
            <a:endCxn id="158" idx="2"/>
          </p:cNvCxnSpPr>
          <p:nvPr/>
        </p:nvCxnSpPr>
        <p:spPr>
          <a:xfrm flipV="1">
            <a:off x="10936768" y="5792981"/>
            <a:ext cx="22088" cy="265645"/>
          </a:xfrm>
          <a:prstGeom prst="straightConnector1">
            <a:avLst/>
          </a:prstGeom>
          <a:noFill/>
          <a:ln w="19050" cap="flat" cmpd="sng" algn="ctr">
            <a:solidFill>
              <a:srgbClr val="FFFFFF">
                <a:lumMod val="65000"/>
              </a:srgbClr>
            </a:solidFill>
            <a:prstDash val="solid"/>
            <a:miter lim="800000"/>
            <a:tailEnd type="triangle"/>
          </a:ln>
          <a:effectLst/>
        </p:spPr>
      </p:cxnSp>
      <p:cxnSp>
        <p:nvCxnSpPr>
          <p:cNvPr id="278" name="直線矢印コネクタ 168">
            <a:extLst>
              <a:ext uri="{FF2B5EF4-FFF2-40B4-BE49-F238E27FC236}">
                <a16:creationId xmlns:a16="http://schemas.microsoft.com/office/drawing/2014/main" id="{9D795CAA-11A3-B746-F647-D3D731D29302}"/>
              </a:ext>
            </a:extLst>
          </p:cNvPr>
          <p:cNvCxnSpPr>
            <a:cxnSpLocks/>
            <a:stCxn id="273" idx="1"/>
            <a:endCxn id="275" idx="2"/>
          </p:cNvCxnSpPr>
          <p:nvPr/>
        </p:nvCxnSpPr>
        <p:spPr>
          <a:xfrm flipV="1">
            <a:off x="8273802" y="5792981"/>
            <a:ext cx="142675" cy="265645"/>
          </a:xfrm>
          <a:prstGeom prst="straightConnector1">
            <a:avLst/>
          </a:prstGeom>
          <a:noFill/>
          <a:ln w="19050" cap="flat" cmpd="sng" algn="ctr">
            <a:solidFill>
              <a:srgbClr val="FFFFFF">
                <a:lumMod val="65000"/>
              </a:srgbClr>
            </a:solidFill>
            <a:prstDash val="solid"/>
            <a:miter lim="800000"/>
            <a:tailEnd type="triangle"/>
          </a:ln>
          <a:effectLst/>
        </p:spPr>
      </p:cxnSp>
      <p:sp>
        <p:nvSpPr>
          <p:cNvPr id="279" name="正方形/長方形 169">
            <a:extLst>
              <a:ext uri="{FF2B5EF4-FFF2-40B4-BE49-F238E27FC236}">
                <a16:creationId xmlns:a16="http://schemas.microsoft.com/office/drawing/2014/main" id="{25C462D3-5B12-4063-F958-2BED5A1C10B3}"/>
              </a:ext>
            </a:extLst>
          </p:cNvPr>
          <p:cNvSpPr/>
          <p:nvPr/>
        </p:nvSpPr>
        <p:spPr>
          <a:xfrm>
            <a:off x="9147667" y="5422181"/>
            <a:ext cx="1080000" cy="370800"/>
          </a:xfrm>
          <a:prstGeom prst="rect">
            <a:avLst/>
          </a:prstGeom>
          <a:solidFill>
            <a:srgbClr val="FFFFFF">
              <a:lumMod val="65000"/>
            </a:srgbClr>
          </a:solidFill>
          <a:ln w="12700" cap="flat" cmpd="sng" algn="ctr">
            <a:solidFill>
              <a:srgbClr val="FFFFFF">
                <a:lumMod val="65000"/>
              </a:srgbClr>
            </a:solid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コスト監視</a:t>
            </a:r>
            <a:endParaRPr kumimoji="0" lang="en-US" altLang="ja-JP" sz="1200" b="1" i="0" u="none" strike="noStrike" kern="0" cap="none" spc="0" normalizeH="0" baseline="0" noProof="0" dirty="0">
              <a:ln>
                <a:noFill/>
              </a:ln>
              <a:solidFill>
                <a:srgbClr val="FFFFFF"/>
              </a:solidFill>
              <a:effectLst/>
              <a:uLnTx/>
              <a:uFillTx/>
              <a:latin typeface="+mn-lt"/>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dirty="0">
                <a:ln>
                  <a:noFill/>
                </a:ln>
                <a:solidFill>
                  <a:srgbClr val="FFFFFF"/>
                </a:solidFill>
                <a:effectLst/>
                <a:uLnTx/>
                <a:uFillTx/>
                <a:latin typeface="+mn-lt"/>
                <a:ea typeface="Meiryo UI"/>
                <a:cs typeface="+mn-cs"/>
              </a:rPr>
              <a:t>(</a:t>
            </a:r>
            <a:r>
              <a:rPr kumimoji="0" lang="ja-JP" altLang="en-US" sz="1200" b="1" i="0" u="none" strike="noStrike" kern="0" cap="none" spc="0" normalizeH="0" baseline="0" noProof="0" dirty="0">
                <a:ln>
                  <a:noFill/>
                </a:ln>
                <a:solidFill>
                  <a:srgbClr val="FFFFFF"/>
                </a:solidFill>
                <a:effectLst/>
                <a:uLnTx/>
                <a:uFillTx/>
                <a:latin typeface="+mn-lt"/>
                <a:ea typeface="Meiryo UI"/>
                <a:cs typeface="+mn-cs"/>
              </a:rPr>
              <a:t>可視化</a:t>
            </a:r>
            <a:r>
              <a:rPr kumimoji="0" lang="en-US" altLang="ja-JP" sz="1200" b="1" i="0" u="none" strike="noStrike" kern="0" cap="none" spc="0" normalizeH="0" baseline="0" noProof="0" dirty="0">
                <a:ln>
                  <a:noFill/>
                </a:ln>
                <a:solidFill>
                  <a:srgbClr val="FFFFFF"/>
                </a:solidFill>
                <a:effectLst/>
                <a:uLnTx/>
                <a:uFillTx/>
                <a:latin typeface="+mn-lt"/>
                <a:ea typeface="Meiryo UI"/>
                <a:cs typeface="+mn-cs"/>
              </a:rPr>
              <a:t>)</a:t>
            </a:r>
            <a:endParaRPr kumimoji="0" lang="ja-JP" altLang="en-US" sz="1200" b="1" i="0" u="none" strike="noStrike" kern="0" cap="none" spc="0" normalizeH="0" baseline="0" noProof="0" dirty="0">
              <a:ln>
                <a:noFill/>
              </a:ln>
              <a:solidFill>
                <a:srgbClr val="FFFFFF"/>
              </a:solidFill>
              <a:effectLst/>
              <a:uLnTx/>
              <a:uFillTx/>
              <a:latin typeface="+mn-lt"/>
              <a:ea typeface="Meiryo UI"/>
              <a:cs typeface="+mn-cs"/>
            </a:endParaRPr>
          </a:p>
        </p:txBody>
      </p:sp>
      <p:cxnSp>
        <p:nvCxnSpPr>
          <p:cNvPr id="280" name="直線矢印コネクタ 170">
            <a:extLst>
              <a:ext uri="{FF2B5EF4-FFF2-40B4-BE49-F238E27FC236}">
                <a16:creationId xmlns:a16="http://schemas.microsoft.com/office/drawing/2014/main" id="{61B7F61E-2604-A10B-E897-A2F91C7D5125}"/>
              </a:ext>
            </a:extLst>
          </p:cNvPr>
          <p:cNvCxnSpPr>
            <a:cxnSpLocks/>
            <a:stCxn id="273" idx="1"/>
            <a:endCxn id="279" idx="2"/>
          </p:cNvCxnSpPr>
          <p:nvPr/>
        </p:nvCxnSpPr>
        <p:spPr>
          <a:xfrm flipV="1">
            <a:off x="8273802" y="5792981"/>
            <a:ext cx="1413865" cy="265645"/>
          </a:xfrm>
          <a:prstGeom prst="straightConnector1">
            <a:avLst/>
          </a:prstGeom>
          <a:noFill/>
          <a:ln w="19050" cap="flat" cmpd="sng" algn="ctr">
            <a:solidFill>
              <a:srgbClr val="FFFFFF">
                <a:lumMod val="65000"/>
              </a:srgbClr>
            </a:solidFill>
            <a:prstDash val="solid"/>
            <a:miter lim="800000"/>
            <a:tailEnd type="triangle"/>
          </a:ln>
          <a:effectLst/>
        </p:spPr>
      </p:cxnSp>
      <p:cxnSp>
        <p:nvCxnSpPr>
          <p:cNvPr id="281" name="直線矢印コネクタ 171">
            <a:extLst>
              <a:ext uri="{FF2B5EF4-FFF2-40B4-BE49-F238E27FC236}">
                <a16:creationId xmlns:a16="http://schemas.microsoft.com/office/drawing/2014/main" id="{F638ED89-8E63-A7BE-D404-C12D72A2DDEF}"/>
              </a:ext>
            </a:extLst>
          </p:cNvPr>
          <p:cNvCxnSpPr>
            <a:cxnSpLocks/>
            <a:stCxn id="275" idx="0"/>
            <a:endCxn id="174" idx="2"/>
          </p:cNvCxnSpPr>
          <p:nvPr/>
        </p:nvCxnSpPr>
        <p:spPr>
          <a:xfrm flipH="1" flipV="1">
            <a:off x="8414090" y="5156084"/>
            <a:ext cx="2387" cy="266097"/>
          </a:xfrm>
          <a:prstGeom prst="straightConnector1">
            <a:avLst/>
          </a:prstGeom>
          <a:noFill/>
          <a:ln w="19050" cap="flat" cmpd="sng" algn="ctr">
            <a:solidFill>
              <a:srgbClr val="FFFFFF">
                <a:lumMod val="65000"/>
              </a:srgbClr>
            </a:solidFill>
            <a:prstDash val="solid"/>
            <a:miter lim="800000"/>
            <a:tailEnd type="triangle"/>
          </a:ln>
          <a:effectLst/>
        </p:spPr>
      </p:cxnSp>
      <p:cxnSp>
        <p:nvCxnSpPr>
          <p:cNvPr id="282" name="カギ線コネクタ 72">
            <a:extLst>
              <a:ext uri="{FF2B5EF4-FFF2-40B4-BE49-F238E27FC236}">
                <a16:creationId xmlns:a16="http://schemas.microsoft.com/office/drawing/2014/main" id="{FDB77ED8-5623-4A69-9B80-7EDF227E5815}"/>
              </a:ext>
            </a:extLst>
          </p:cNvPr>
          <p:cNvCxnSpPr>
            <a:cxnSpLocks/>
            <a:stCxn id="174" idx="0"/>
            <a:endCxn id="155" idx="2"/>
          </p:cNvCxnSpPr>
          <p:nvPr/>
        </p:nvCxnSpPr>
        <p:spPr>
          <a:xfrm rot="5400000" flipH="1" flipV="1">
            <a:off x="8925973" y="4004073"/>
            <a:ext cx="269329" cy="1293095"/>
          </a:xfrm>
          <a:prstGeom prst="bentConnector3">
            <a:avLst>
              <a:gd name="adj1" fmla="val 50000"/>
            </a:avLst>
          </a:prstGeom>
          <a:noFill/>
          <a:ln w="19050" cap="flat" cmpd="sng" algn="ctr">
            <a:solidFill>
              <a:srgbClr val="FFFFFF">
                <a:lumMod val="65000"/>
              </a:srgbClr>
            </a:solidFill>
            <a:prstDash val="solid"/>
            <a:miter lim="800000"/>
            <a:tailEnd type="triangle"/>
          </a:ln>
          <a:effectLst/>
        </p:spPr>
      </p:cxnSp>
    </p:spTree>
    <p:extLst>
      <p:ext uri="{BB962C8B-B14F-4D97-AF65-F5344CB8AC3E}">
        <p14:creationId xmlns:p14="http://schemas.microsoft.com/office/powerpoint/2010/main" val="2487746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CE668E6-04C6-D35C-2CE4-2A4844EAE493}"/>
              </a:ext>
            </a:extLst>
          </p:cNvPr>
          <p:cNvSpPr>
            <a:spLocks noGrp="1"/>
          </p:cNvSpPr>
          <p:nvPr>
            <p:ph type="body" sz="quarter" idx="10"/>
          </p:nvPr>
        </p:nvSpPr>
        <p:spPr>
          <a:xfrm>
            <a:off x="348916" y="695320"/>
            <a:ext cx="11494169" cy="4989094"/>
          </a:xfrm>
        </p:spPr>
        <p:txBody>
          <a:bodyPr/>
          <a:lstStyle/>
          <a:p>
            <a:r>
              <a:rPr lang="ja-JP" altLang="en-US" dirty="0">
                <a:latin typeface="+mn-ea"/>
                <a:ea typeface="+mn-ea"/>
              </a:rPr>
              <a:t>社外とのデータ授受の標準規格化を進めたことで、予測が難しい顧客需要や新サービスに関するデータを確保し</a:t>
            </a:r>
            <a:r>
              <a:rPr lang="ja-JP" altLang="en-US" dirty="0">
                <a:solidFill>
                  <a:srgbClr val="FF0000"/>
                </a:solidFill>
                <a:latin typeface="+mn-ea"/>
                <a:ea typeface="+mn-ea"/>
              </a:rPr>
              <a:t>意思決定の高度化</a:t>
            </a:r>
            <a:r>
              <a:rPr lang="ja-JP" altLang="en-US" dirty="0">
                <a:latin typeface="+mn-ea"/>
                <a:ea typeface="+mn-ea"/>
              </a:rPr>
              <a:t>に貢献しています。</a:t>
            </a:r>
            <a:endParaRPr lang="en-US" dirty="0">
              <a:latin typeface="+mn-ea"/>
              <a:ea typeface="+mn-ea"/>
            </a:endParaRPr>
          </a:p>
        </p:txBody>
      </p:sp>
      <p:sp>
        <p:nvSpPr>
          <p:cNvPr id="9" name="Title 8">
            <a:extLst>
              <a:ext uri="{FF2B5EF4-FFF2-40B4-BE49-F238E27FC236}">
                <a16:creationId xmlns:a16="http://schemas.microsoft.com/office/drawing/2014/main" id="{EF02C525-1BCB-F602-73A6-370E9B93691D}"/>
              </a:ext>
            </a:extLst>
          </p:cNvPr>
          <p:cNvSpPr>
            <a:spLocks noGrp="1"/>
          </p:cNvSpPr>
          <p:nvPr>
            <p:ph type="ctrTitle"/>
          </p:nvPr>
        </p:nvSpPr>
        <p:spPr/>
        <p:txBody>
          <a:bodyPr/>
          <a:lstStyle/>
          <a:p>
            <a:r>
              <a:rPr lang="ja-JP" altLang="en-US" dirty="0"/>
              <a:t>データ活用先進事例：医薬原材料メーカ </a:t>
            </a:r>
            <a:r>
              <a:rPr lang="en-US" altLang="ja-JP" dirty="0"/>
              <a:t>– </a:t>
            </a:r>
            <a:r>
              <a:rPr lang="ja-JP" altLang="en-US" dirty="0"/>
              <a:t>顧客との共同研究基盤整備</a:t>
            </a:r>
            <a:endParaRPr lang="en-US" dirty="0"/>
          </a:p>
        </p:txBody>
      </p:sp>
      <p:sp>
        <p:nvSpPr>
          <p:cNvPr id="4" name="Slide Number Placeholder 3">
            <a:extLst>
              <a:ext uri="{FF2B5EF4-FFF2-40B4-BE49-F238E27FC236}">
                <a16:creationId xmlns:a16="http://schemas.microsoft.com/office/drawing/2014/main" id="{2D3D5EF6-699C-E71E-9C02-B3B020521C16}"/>
              </a:ext>
            </a:extLst>
          </p:cNvPr>
          <p:cNvSpPr>
            <a:spLocks noGrp="1"/>
          </p:cNvSpPr>
          <p:nvPr>
            <p:ph type="sldNum" sz="quarter" idx="11"/>
          </p:nvPr>
        </p:nvSpPr>
        <p:spPr/>
        <p:txBody>
          <a:bodyPr/>
          <a:lstStyle/>
          <a:p>
            <a:pPr>
              <a:defRPr/>
            </a:pPr>
            <a:fld id="{98801705-9237-B248-8CCD-5AE70991EC85}" type="slidenum">
              <a:rPr lang="ja-JP" altLang="en-US" smtClean="0"/>
              <a:pPr>
                <a:defRPr/>
              </a:pPr>
              <a:t>8</a:t>
            </a:fld>
            <a:endParaRPr lang="ja-JP" altLang="en-US"/>
          </a:p>
        </p:txBody>
      </p:sp>
      <p:sp>
        <p:nvSpPr>
          <p:cNvPr id="11" name="テキスト ボックス 22">
            <a:extLst>
              <a:ext uri="{FF2B5EF4-FFF2-40B4-BE49-F238E27FC236}">
                <a16:creationId xmlns:a16="http://schemas.microsoft.com/office/drawing/2014/main" id="{DC788C7C-10FA-5F4E-2086-B480230A175A}"/>
              </a:ext>
            </a:extLst>
          </p:cNvPr>
          <p:cNvSpPr txBox="1"/>
          <p:nvPr/>
        </p:nvSpPr>
        <p:spPr>
          <a:xfrm>
            <a:off x="1577174" y="1494664"/>
            <a:ext cx="3310520" cy="276999"/>
          </a:xfrm>
          <a:prstGeom prst="rect">
            <a:avLst/>
          </a:prstGeom>
          <a:noFill/>
        </p:spPr>
        <p:txBody>
          <a:bodyPr wrap="square" rtlCol="0">
            <a:spAutoFit/>
          </a:bodyPr>
          <a:lstStyle/>
          <a:p>
            <a:pPr algn="ctr"/>
            <a:r>
              <a:rPr kumimoji="1" lang="ja-JP" altLang="en-US" sz="1200" b="1" dirty="0">
                <a:latin typeface="+mn-ea"/>
                <a:ea typeface="+mn-ea"/>
              </a:rPr>
              <a:t>取り組みの背景</a:t>
            </a:r>
          </a:p>
        </p:txBody>
      </p:sp>
      <p:sp>
        <p:nvSpPr>
          <p:cNvPr id="12" name="正方形/長方形 23">
            <a:extLst>
              <a:ext uri="{FF2B5EF4-FFF2-40B4-BE49-F238E27FC236}">
                <a16:creationId xmlns:a16="http://schemas.microsoft.com/office/drawing/2014/main" id="{06734338-A558-88F9-1DBB-BDBBADDDCD9F}"/>
              </a:ext>
            </a:extLst>
          </p:cNvPr>
          <p:cNvSpPr/>
          <p:nvPr/>
        </p:nvSpPr>
        <p:spPr>
          <a:xfrm>
            <a:off x="438178" y="1811036"/>
            <a:ext cx="5588512" cy="1263394"/>
          </a:xfrm>
          <a:prstGeom prst="rect">
            <a:avLst/>
          </a:prstGeom>
          <a:solidFill>
            <a:schemeClr val="bg1"/>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100" dirty="0">
                <a:solidFill>
                  <a:schemeClr val="tx1"/>
                </a:solidFill>
                <a:latin typeface="+mn-ea"/>
              </a:rPr>
              <a:t>個々の顧客のニーズに合わせてそれぞれの原材料の研究開発を進めてきたが、研究開発コストが高止まりし利益率が年々減少してきた。</a:t>
            </a:r>
            <a:endParaRPr lang="en-US" altLang="ja-JP" sz="1100" dirty="0">
              <a:solidFill>
                <a:schemeClr val="tx1"/>
              </a:solidFill>
              <a:latin typeface="+mn-ea"/>
            </a:endParaRPr>
          </a:p>
          <a:p>
            <a:pPr marL="171450" indent="-171450">
              <a:buFont typeface="Arial" panose="020B0604020202020204" pitchFamily="34" charset="0"/>
              <a:buChar char="•"/>
            </a:pPr>
            <a:r>
              <a:rPr kumimoji="1" lang="ja-JP" altLang="en-US" sz="1100" dirty="0">
                <a:solidFill>
                  <a:schemeClr val="tx1"/>
                </a:solidFill>
                <a:latin typeface="+mn-ea"/>
              </a:rPr>
              <a:t>そのため、研究開発の失敗による埋没コストを最小化するとともに、顧客への独占的な提供体制を確立するため、実際に自社の製品を利用する顧客と共同で研究開発を実施できる基盤の導入を検討した。</a:t>
            </a:r>
          </a:p>
        </p:txBody>
      </p:sp>
      <p:cxnSp>
        <p:nvCxnSpPr>
          <p:cNvPr id="19" name="直線コネクタ 24">
            <a:extLst>
              <a:ext uri="{FF2B5EF4-FFF2-40B4-BE49-F238E27FC236}">
                <a16:creationId xmlns:a16="http://schemas.microsoft.com/office/drawing/2014/main" id="{6123BC68-177D-1F99-1C9C-D15E2B073BEB}"/>
              </a:ext>
            </a:extLst>
          </p:cNvPr>
          <p:cNvCxnSpPr>
            <a:cxnSpLocks/>
          </p:cNvCxnSpPr>
          <p:nvPr/>
        </p:nvCxnSpPr>
        <p:spPr>
          <a:xfrm>
            <a:off x="982434" y="1755369"/>
            <a:ext cx="4500000" cy="0"/>
          </a:xfrm>
          <a:prstGeom prst="line">
            <a:avLst/>
          </a:prstGeom>
          <a:ln>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20" name="テキスト ボックス 25">
            <a:extLst>
              <a:ext uri="{FF2B5EF4-FFF2-40B4-BE49-F238E27FC236}">
                <a16:creationId xmlns:a16="http://schemas.microsoft.com/office/drawing/2014/main" id="{EFB15760-467A-E8C0-F597-83346715551E}"/>
              </a:ext>
            </a:extLst>
          </p:cNvPr>
          <p:cNvSpPr txBox="1"/>
          <p:nvPr/>
        </p:nvSpPr>
        <p:spPr>
          <a:xfrm>
            <a:off x="4440739" y="3103772"/>
            <a:ext cx="3310520" cy="276999"/>
          </a:xfrm>
          <a:prstGeom prst="rect">
            <a:avLst/>
          </a:prstGeom>
          <a:noFill/>
        </p:spPr>
        <p:txBody>
          <a:bodyPr wrap="square" rtlCol="0">
            <a:spAutoFit/>
          </a:bodyPr>
          <a:lstStyle/>
          <a:p>
            <a:pPr algn="ctr"/>
            <a:r>
              <a:rPr kumimoji="1" lang="ja-JP" altLang="en-US" sz="1200" b="1" dirty="0">
                <a:latin typeface="+mn-ea"/>
                <a:ea typeface="+mn-ea"/>
              </a:rPr>
              <a:t>取り組み</a:t>
            </a:r>
            <a:r>
              <a:rPr lang="ja-JP" altLang="en-US" sz="1200" b="1" dirty="0">
                <a:latin typeface="+mn-ea"/>
                <a:ea typeface="+mn-ea"/>
              </a:rPr>
              <a:t>概況</a:t>
            </a:r>
            <a:endParaRPr kumimoji="1" lang="ja-JP" altLang="en-US" sz="1200" b="1" dirty="0">
              <a:latin typeface="+mn-ea"/>
              <a:ea typeface="+mn-ea"/>
            </a:endParaRPr>
          </a:p>
        </p:txBody>
      </p:sp>
      <p:cxnSp>
        <p:nvCxnSpPr>
          <p:cNvPr id="21" name="直線コネクタ 26">
            <a:extLst>
              <a:ext uri="{FF2B5EF4-FFF2-40B4-BE49-F238E27FC236}">
                <a16:creationId xmlns:a16="http://schemas.microsoft.com/office/drawing/2014/main" id="{5770A086-2B08-7BD4-EF42-80145636E897}"/>
              </a:ext>
            </a:extLst>
          </p:cNvPr>
          <p:cNvCxnSpPr>
            <a:cxnSpLocks/>
          </p:cNvCxnSpPr>
          <p:nvPr/>
        </p:nvCxnSpPr>
        <p:spPr>
          <a:xfrm>
            <a:off x="3845999" y="3382233"/>
            <a:ext cx="4500000" cy="0"/>
          </a:xfrm>
          <a:prstGeom prst="line">
            <a:avLst/>
          </a:prstGeom>
          <a:ln>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22" name="テキスト ボックス 28">
            <a:extLst>
              <a:ext uri="{FF2B5EF4-FFF2-40B4-BE49-F238E27FC236}">
                <a16:creationId xmlns:a16="http://schemas.microsoft.com/office/drawing/2014/main" id="{3E25A4E1-073C-55AF-7456-ACAC08357F86}"/>
              </a:ext>
            </a:extLst>
          </p:cNvPr>
          <p:cNvSpPr txBox="1"/>
          <p:nvPr/>
        </p:nvSpPr>
        <p:spPr>
          <a:xfrm>
            <a:off x="7306543" y="1494664"/>
            <a:ext cx="3310520" cy="276999"/>
          </a:xfrm>
          <a:prstGeom prst="rect">
            <a:avLst/>
          </a:prstGeom>
          <a:noFill/>
        </p:spPr>
        <p:txBody>
          <a:bodyPr wrap="square" rtlCol="0">
            <a:spAutoFit/>
          </a:bodyPr>
          <a:lstStyle/>
          <a:p>
            <a:pPr algn="ctr"/>
            <a:r>
              <a:rPr kumimoji="1" lang="ja-JP" altLang="en-US" sz="1200" b="1" dirty="0">
                <a:latin typeface="+mn-ea"/>
                <a:ea typeface="+mn-ea"/>
              </a:rPr>
              <a:t>気づき</a:t>
            </a:r>
          </a:p>
        </p:txBody>
      </p:sp>
      <p:cxnSp>
        <p:nvCxnSpPr>
          <p:cNvPr id="23" name="直線コネクタ 29">
            <a:extLst>
              <a:ext uri="{FF2B5EF4-FFF2-40B4-BE49-F238E27FC236}">
                <a16:creationId xmlns:a16="http://schemas.microsoft.com/office/drawing/2014/main" id="{608C71B2-E88E-6BAB-96E2-04CED31E4D90}"/>
              </a:ext>
            </a:extLst>
          </p:cNvPr>
          <p:cNvCxnSpPr>
            <a:cxnSpLocks/>
          </p:cNvCxnSpPr>
          <p:nvPr/>
        </p:nvCxnSpPr>
        <p:spPr>
          <a:xfrm>
            <a:off x="6711803" y="1755369"/>
            <a:ext cx="4500000" cy="0"/>
          </a:xfrm>
          <a:prstGeom prst="line">
            <a:avLst/>
          </a:prstGeom>
          <a:ln>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24" name="正方形/長方形 30">
            <a:extLst>
              <a:ext uri="{FF2B5EF4-FFF2-40B4-BE49-F238E27FC236}">
                <a16:creationId xmlns:a16="http://schemas.microsoft.com/office/drawing/2014/main" id="{940D908A-C3B5-7944-0CC2-75E15F9CF6D5}"/>
              </a:ext>
            </a:extLst>
          </p:cNvPr>
          <p:cNvSpPr/>
          <p:nvPr/>
        </p:nvSpPr>
        <p:spPr>
          <a:xfrm>
            <a:off x="6167547" y="1811037"/>
            <a:ext cx="5588512" cy="320884"/>
          </a:xfrm>
          <a:prstGeom prst="rect">
            <a:avLst/>
          </a:prstGeom>
          <a:solidFill>
            <a:schemeClr val="accent4">
              <a:lumMod val="5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bg1"/>
                </a:solidFill>
                <a:latin typeface="+mn-ea"/>
              </a:rPr>
              <a:t>顧客との一元情報共有基盤導入による</a:t>
            </a:r>
            <a:r>
              <a:rPr lang="en-US" altLang="ja-JP" sz="1400" b="1" dirty="0">
                <a:solidFill>
                  <a:schemeClr val="bg1"/>
                </a:solidFill>
                <a:latin typeface="+mn-ea"/>
              </a:rPr>
              <a:t>R&amp;D/</a:t>
            </a:r>
            <a:r>
              <a:rPr lang="ja-JP" altLang="en-US" sz="1400" b="1" dirty="0">
                <a:solidFill>
                  <a:schemeClr val="bg1"/>
                </a:solidFill>
                <a:latin typeface="+mn-ea"/>
              </a:rPr>
              <a:t>新事業創出コスト削減</a:t>
            </a:r>
            <a:endParaRPr lang="en-US" altLang="ja-JP" sz="1400" b="1" dirty="0">
              <a:solidFill>
                <a:schemeClr val="bg1"/>
              </a:solidFill>
              <a:latin typeface="+mn-ea"/>
            </a:endParaRPr>
          </a:p>
        </p:txBody>
      </p:sp>
      <p:sp>
        <p:nvSpPr>
          <p:cNvPr id="25" name="正方形/長方形 31">
            <a:extLst>
              <a:ext uri="{FF2B5EF4-FFF2-40B4-BE49-F238E27FC236}">
                <a16:creationId xmlns:a16="http://schemas.microsoft.com/office/drawing/2014/main" id="{F9512E5A-F284-E12D-6B7C-19BDF9347E0F}"/>
              </a:ext>
            </a:extLst>
          </p:cNvPr>
          <p:cNvSpPr/>
          <p:nvPr/>
        </p:nvSpPr>
        <p:spPr>
          <a:xfrm>
            <a:off x="6167547" y="2131921"/>
            <a:ext cx="5588512" cy="942510"/>
          </a:xfrm>
          <a:prstGeom prst="rect">
            <a:avLst/>
          </a:prstGeom>
          <a:solidFill>
            <a:schemeClr val="bg1"/>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Font typeface="Arial" panose="020B0604020202020204" pitchFamily="34" charset="0"/>
              <a:buChar char="•"/>
            </a:pPr>
            <a:r>
              <a:rPr lang="ja-JP" altLang="en-US" sz="1400" dirty="0">
                <a:solidFill>
                  <a:schemeClr val="tx1"/>
                </a:solidFill>
                <a:latin typeface="+mn-ea"/>
              </a:rPr>
              <a:t>顧客との各種研究・開発に関わる情報をリアルタイムで共有できる基盤を導入することにより、</a:t>
            </a:r>
            <a:r>
              <a:rPr lang="ja-JP" altLang="en-US" sz="1400" b="1" dirty="0">
                <a:solidFill>
                  <a:srgbClr val="FF0000"/>
                </a:solidFill>
                <a:latin typeface="+mn-ea"/>
              </a:rPr>
              <a:t>新事業・新サービスの需要を作り出す</a:t>
            </a:r>
            <a:r>
              <a:rPr lang="ja-JP" altLang="en-US" sz="1400" dirty="0">
                <a:solidFill>
                  <a:schemeClr val="tx1"/>
                </a:solidFill>
                <a:latin typeface="+mn-ea"/>
              </a:rPr>
              <a:t>とともに</a:t>
            </a:r>
            <a:r>
              <a:rPr lang="en-US" altLang="ja-JP" sz="1400" dirty="0">
                <a:solidFill>
                  <a:schemeClr val="tx1"/>
                </a:solidFill>
                <a:latin typeface="+mn-ea"/>
              </a:rPr>
              <a:t>R&amp;D</a:t>
            </a:r>
            <a:r>
              <a:rPr lang="ja-JP" altLang="en-US" sz="1400" dirty="0">
                <a:solidFill>
                  <a:schemeClr val="tx1"/>
                </a:solidFill>
                <a:latin typeface="+mn-ea"/>
              </a:rPr>
              <a:t>に関わるコストを顧客と分担できる。</a:t>
            </a:r>
            <a:endParaRPr lang="en-US" altLang="ja-JP" sz="1400" dirty="0">
              <a:solidFill>
                <a:schemeClr val="tx1"/>
              </a:solidFill>
              <a:latin typeface="+mn-ea"/>
            </a:endParaRPr>
          </a:p>
        </p:txBody>
      </p:sp>
      <p:pic>
        <p:nvPicPr>
          <p:cNvPr id="26" name="図 4">
            <a:extLst>
              <a:ext uri="{FF2B5EF4-FFF2-40B4-BE49-F238E27FC236}">
                <a16:creationId xmlns:a16="http://schemas.microsoft.com/office/drawing/2014/main" id="{90043DF6-D1C2-0EF2-0E94-43C324B963A2}"/>
              </a:ext>
            </a:extLst>
          </p:cNvPr>
          <p:cNvPicPr>
            <a:picLocks noChangeAspect="1"/>
          </p:cNvPicPr>
          <p:nvPr/>
        </p:nvPicPr>
        <p:blipFill>
          <a:blip r:embed="rId2"/>
          <a:stretch>
            <a:fillRect/>
          </a:stretch>
        </p:blipFill>
        <p:spPr>
          <a:xfrm>
            <a:off x="2606351" y="3432322"/>
            <a:ext cx="6979298" cy="3009523"/>
          </a:xfrm>
          <a:prstGeom prst="rect">
            <a:avLst/>
          </a:prstGeom>
        </p:spPr>
      </p:pic>
    </p:spTree>
    <p:extLst>
      <p:ext uri="{BB962C8B-B14F-4D97-AF65-F5344CB8AC3E}">
        <p14:creationId xmlns:p14="http://schemas.microsoft.com/office/powerpoint/2010/main" val="262828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CE668E6-04C6-D35C-2CE4-2A4844EAE493}"/>
              </a:ext>
            </a:extLst>
          </p:cNvPr>
          <p:cNvSpPr>
            <a:spLocks noGrp="1"/>
          </p:cNvSpPr>
          <p:nvPr>
            <p:ph type="body" sz="quarter" idx="10"/>
          </p:nvPr>
        </p:nvSpPr>
        <p:spPr>
          <a:xfrm>
            <a:off x="348916" y="695320"/>
            <a:ext cx="11494169" cy="4989094"/>
          </a:xfrm>
        </p:spPr>
        <p:txBody>
          <a:bodyPr/>
          <a:lstStyle/>
          <a:p>
            <a:r>
              <a:rPr lang="ja-JP" altLang="en-US" dirty="0">
                <a:latin typeface="+mn-ea"/>
                <a:ea typeface="+mn-ea"/>
              </a:rPr>
              <a:t>設計工程で変更が頻繁に発生する既存製品に加え、</a:t>
            </a:r>
            <a:r>
              <a:rPr lang="en-US" altLang="ja-JP" dirty="0">
                <a:latin typeface="+mn-ea"/>
                <a:ea typeface="+mn-ea"/>
              </a:rPr>
              <a:t>Green-BOM</a:t>
            </a:r>
            <a:r>
              <a:rPr lang="ja-JP" altLang="en-US" dirty="0">
                <a:latin typeface="+mn-ea"/>
                <a:ea typeface="+mn-ea"/>
              </a:rPr>
              <a:t>への対応や他社製品を含む運用管理のサービス化等に対応するため</a:t>
            </a:r>
            <a:r>
              <a:rPr lang="en-US" altLang="ja-JP" dirty="0">
                <a:solidFill>
                  <a:srgbClr val="FF0000"/>
                </a:solidFill>
                <a:latin typeface="+mn-ea"/>
                <a:ea typeface="+mn-ea"/>
              </a:rPr>
              <a:t>CAD-PLM-ERP</a:t>
            </a:r>
            <a:r>
              <a:rPr lang="ja-JP" altLang="en-US" dirty="0">
                <a:solidFill>
                  <a:srgbClr val="FF0000"/>
                </a:solidFill>
                <a:latin typeface="+mn-ea"/>
                <a:ea typeface="+mn-ea"/>
              </a:rPr>
              <a:t>の密な連携</a:t>
            </a:r>
            <a:r>
              <a:rPr lang="ja-JP" altLang="en-US" dirty="0">
                <a:latin typeface="+mn-ea"/>
                <a:ea typeface="+mn-ea"/>
              </a:rPr>
              <a:t>に向けた</a:t>
            </a:r>
            <a:r>
              <a:rPr lang="en-US" altLang="ja-JP" dirty="0">
                <a:latin typeface="+mn-ea"/>
                <a:ea typeface="+mn-ea"/>
              </a:rPr>
              <a:t>PDM</a:t>
            </a:r>
            <a:r>
              <a:rPr lang="ja-JP" altLang="en-US" dirty="0">
                <a:latin typeface="+mn-ea"/>
                <a:ea typeface="+mn-ea"/>
              </a:rPr>
              <a:t>の強化を実施しています。</a:t>
            </a:r>
          </a:p>
          <a:p>
            <a:pPr marL="400050" lvl="1" indent="-173038">
              <a:buFont typeface="Arial" panose="020B0604020202020204" pitchFamily="34" charset="0"/>
              <a:buChar char="•"/>
            </a:pPr>
            <a:r>
              <a:rPr lang="ja-JP" altLang="en-US" sz="1400" b="0" dirty="0">
                <a:latin typeface="+mn-ea"/>
                <a:ea typeface="+mn-ea"/>
              </a:rPr>
              <a:t>設計の特性上、</a:t>
            </a:r>
            <a:r>
              <a:rPr lang="en-US" altLang="ja-JP" sz="1400" b="0" dirty="0">
                <a:latin typeface="+mn-ea"/>
                <a:ea typeface="+mn-ea"/>
              </a:rPr>
              <a:t>CAD-BOM</a:t>
            </a:r>
            <a:r>
              <a:rPr lang="ja-JP" altLang="en-US" sz="1400" b="0" dirty="0">
                <a:latin typeface="+mn-ea"/>
                <a:ea typeface="+mn-ea"/>
              </a:rPr>
              <a:t>と最終的なマスタ</a:t>
            </a:r>
            <a:r>
              <a:rPr lang="en-US" altLang="ja-JP" sz="1400" b="0" dirty="0">
                <a:latin typeface="+mn-ea"/>
                <a:ea typeface="+mn-ea"/>
              </a:rPr>
              <a:t>BOM</a:t>
            </a:r>
            <a:r>
              <a:rPr lang="ja-JP" altLang="en-US" sz="1400" b="0" dirty="0">
                <a:latin typeface="+mn-ea"/>
                <a:ea typeface="+mn-ea"/>
              </a:rPr>
              <a:t>の完成に差が多く</a:t>
            </a:r>
            <a:r>
              <a:rPr lang="en-US" altLang="ja-JP" sz="1400" b="0" dirty="0">
                <a:latin typeface="+mn-ea"/>
                <a:ea typeface="+mn-ea"/>
              </a:rPr>
              <a:t>CAD</a:t>
            </a:r>
            <a:r>
              <a:rPr lang="ja-JP" altLang="en-US" sz="1400" b="0" dirty="0">
                <a:latin typeface="+mn-ea"/>
                <a:ea typeface="+mn-ea"/>
              </a:rPr>
              <a:t>データから直接</a:t>
            </a:r>
            <a:r>
              <a:rPr lang="en-US" altLang="ja-JP" sz="1400" b="0" dirty="0">
                <a:latin typeface="+mn-ea"/>
                <a:ea typeface="+mn-ea"/>
              </a:rPr>
              <a:t>E-BOM/M-BOM</a:t>
            </a:r>
            <a:r>
              <a:rPr lang="ja-JP" altLang="en-US" sz="1400" b="0" dirty="0">
                <a:latin typeface="+mn-ea"/>
                <a:ea typeface="+mn-ea"/>
              </a:rPr>
              <a:t>を抽出できない。</a:t>
            </a:r>
          </a:p>
          <a:p>
            <a:pPr marL="400050" lvl="1" indent="-173038">
              <a:buFont typeface="Arial" panose="020B0604020202020204" pitchFamily="34" charset="0"/>
              <a:buChar char="•"/>
            </a:pPr>
            <a:r>
              <a:rPr lang="ja-JP" altLang="en-US" sz="1400" b="0" dirty="0">
                <a:latin typeface="+mn-ea"/>
                <a:ea typeface="+mn-ea"/>
              </a:rPr>
              <a:t>サービス化に向け他社製品の運用を引き受ける場合、既存マスタ</a:t>
            </a:r>
            <a:r>
              <a:rPr lang="en-US" altLang="ja-JP" sz="1400" b="0" dirty="0">
                <a:latin typeface="+mn-ea"/>
                <a:ea typeface="+mn-ea"/>
              </a:rPr>
              <a:t>BOM</a:t>
            </a:r>
            <a:r>
              <a:rPr lang="ja-JP" altLang="en-US" sz="1400" b="0" dirty="0">
                <a:latin typeface="+mn-ea"/>
                <a:ea typeface="+mn-ea"/>
              </a:rPr>
              <a:t>との整合性が取れず都度個別運用設計が必要である。</a:t>
            </a:r>
          </a:p>
          <a:p>
            <a:pPr marL="400050" lvl="1" indent="-173038">
              <a:buFont typeface="Arial" panose="020B0604020202020204" pitchFamily="34" charset="0"/>
              <a:buChar char="•"/>
            </a:pPr>
            <a:r>
              <a:rPr lang="en-US" altLang="ja-JP" sz="1400" b="0" dirty="0">
                <a:latin typeface="+mn-ea"/>
                <a:ea typeface="+mn-ea"/>
              </a:rPr>
              <a:t>Green-BOM</a:t>
            </a:r>
            <a:r>
              <a:rPr lang="ja-JP" altLang="en-US" sz="1400" b="0" dirty="0">
                <a:latin typeface="+mn-ea"/>
                <a:ea typeface="+mn-ea"/>
              </a:rPr>
              <a:t>の概念の導入により</a:t>
            </a:r>
            <a:r>
              <a:rPr lang="en-US" altLang="ja-JP" sz="1400" b="0" dirty="0">
                <a:latin typeface="+mn-ea"/>
                <a:ea typeface="+mn-ea"/>
              </a:rPr>
              <a:t>BOM</a:t>
            </a:r>
            <a:r>
              <a:rPr lang="ja-JP" altLang="en-US" sz="1400" b="0" dirty="0">
                <a:latin typeface="+mn-ea"/>
                <a:ea typeface="+mn-ea"/>
              </a:rPr>
              <a:t>自体の内容が高度化・複雑化することになり、経験と勘だけに頼れなくなりつつある。</a:t>
            </a:r>
          </a:p>
        </p:txBody>
      </p:sp>
      <p:sp>
        <p:nvSpPr>
          <p:cNvPr id="9" name="Title 8">
            <a:extLst>
              <a:ext uri="{FF2B5EF4-FFF2-40B4-BE49-F238E27FC236}">
                <a16:creationId xmlns:a16="http://schemas.microsoft.com/office/drawing/2014/main" id="{EF02C525-1BCB-F602-73A6-370E9B93691D}"/>
              </a:ext>
            </a:extLst>
          </p:cNvPr>
          <p:cNvSpPr>
            <a:spLocks noGrp="1"/>
          </p:cNvSpPr>
          <p:nvPr>
            <p:ph type="ctrTitle"/>
          </p:nvPr>
        </p:nvSpPr>
        <p:spPr/>
        <p:txBody>
          <a:bodyPr/>
          <a:lstStyle/>
          <a:p>
            <a:r>
              <a:rPr lang="ja-JP" altLang="en-US" dirty="0"/>
              <a:t>データ活用先進事例：韓国造船業 </a:t>
            </a:r>
            <a:r>
              <a:rPr lang="en-US" altLang="ja-JP" dirty="0"/>
              <a:t>– </a:t>
            </a:r>
            <a:r>
              <a:rPr lang="ja-JP" altLang="en-US" dirty="0"/>
              <a:t>重工業版</a:t>
            </a:r>
            <a:r>
              <a:rPr lang="en-US" altLang="ja-JP" dirty="0"/>
              <a:t>PDM</a:t>
            </a:r>
            <a:r>
              <a:rPr lang="ja-JP" altLang="en-US" dirty="0"/>
              <a:t>の確立（</a:t>
            </a:r>
            <a:r>
              <a:rPr lang="en-US" altLang="ja-JP" dirty="0"/>
              <a:t>1/2</a:t>
            </a:r>
            <a:r>
              <a:rPr lang="ja-JP" altLang="en-US" dirty="0"/>
              <a:t>）</a:t>
            </a:r>
            <a:endParaRPr lang="en-US" dirty="0"/>
          </a:p>
        </p:txBody>
      </p:sp>
      <p:sp>
        <p:nvSpPr>
          <p:cNvPr id="4" name="Slide Number Placeholder 3">
            <a:extLst>
              <a:ext uri="{FF2B5EF4-FFF2-40B4-BE49-F238E27FC236}">
                <a16:creationId xmlns:a16="http://schemas.microsoft.com/office/drawing/2014/main" id="{2D3D5EF6-699C-E71E-9C02-B3B020521C16}"/>
              </a:ext>
            </a:extLst>
          </p:cNvPr>
          <p:cNvSpPr>
            <a:spLocks noGrp="1"/>
          </p:cNvSpPr>
          <p:nvPr>
            <p:ph type="sldNum" sz="quarter" idx="11"/>
          </p:nvPr>
        </p:nvSpPr>
        <p:spPr/>
        <p:txBody>
          <a:bodyPr/>
          <a:lstStyle/>
          <a:p>
            <a:pPr>
              <a:defRPr/>
            </a:pPr>
            <a:fld id="{98801705-9237-B248-8CCD-5AE70991EC85}" type="slidenum">
              <a:rPr lang="ja-JP" altLang="en-US" smtClean="0"/>
              <a:pPr>
                <a:defRPr/>
              </a:pPr>
              <a:t>9</a:t>
            </a:fld>
            <a:endParaRPr lang="ja-JP" altLang="en-US"/>
          </a:p>
        </p:txBody>
      </p:sp>
      <p:sp>
        <p:nvSpPr>
          <p:cNvPr id="66" name="Rectangle 65">
            <a:extLst>
              <a:ext uri="{FF2B5EF4-FFF2-40B4-BE49-F238E27FC236}">
                <a16:creationId xmlns:a16="http://schemas.microsoft.com/office/drawing/2014/main" id="{53C96F73-BC3B-E7FA-4E41-23E03DD09AB3}"/>
              </a:ext>
            </a:extLst>
          </p:cNvPr>
          <p:cNvSpPr/>
          <p:nvPr/>
        </p:nvSpPr>
        <p:spPr bwMode="auto">
          <a:xfrm>
            <a:off x="1758584" y="2273531"/>
            <a:ext cx="2428340" cy="3143436"/>
          </a:xfrm>
          <a:prstGeom prst="rect">
            <a:avLst/>
          </a:prstGeom>
          <a:solidFill>
            <a:srgbClr val="FEB822">
              <a:lumMod val="20000"/>
              <a:lumOff val="80000"/>
            </a:srgbClr>
          </a:solidFill>
          <a:ln>
            <a:solidFill>
              <a:srgbClr val="FEB822">
                <a:lumMod val="50000"/>
              </a:srgbClr>
            </a:solidFill>
          </a:ln>
        </p:spPr>
        <p:txBody>
          <a:bodyPr wrap="none" rtlCol="0" anchor="b"/>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000000"/>
                </a:solidFill>
                <a:effectLst/>
                <a:uLnTx/>
                <a:uFillTx/>
                <a:latin typeface="+mn-ea"/>
                <a:ea typeface="+mn-ea"/>
              </a:rPr>
              <a:t>PDM</a:t>
            </a:r>
            <a:endParaRPr kumimoji="0" lang="en-US" sz="1400" b="1" i="0" u="none" strike="noStrike" kern="0" cap="none" spc="0" normalizeH="0" baseline="0" noProof="0" dirty="0">
              <a:ln>
                <a:noFill/>
              </a:ln>
              <a:solidFill>
                <a:srgbClr val="000000"/>
              </a:solidFill>
              <a:effectLst/>
              <a:uLnTx/>
              <a:uFillTx/>
              <a:latin typeface="+mn-ea"/>
              <a:ea typeface="+mn-ea"/>
            </a:endParaRPr>
          </a:p>
        </p:txBody>
      </p:sp>
      <p:sp>
        <p:nvSpPr>
          <p:cNvPr id="67" name="Rectangle 66">
            <a:extLst>
              <a:ext uri="{FF2B5EF4-FFF2-40B4-BE49-F238E27FC236}">
                <a16:creationId xmlns:a16="http://schemas.microsoft.com/office/drawing/2014/main" id="{D5543ED3-182A-BB2A-F1D6-5B417215BAB4}"/>
              </a:ext>
            </a:extLst>
          </p:cNvPr>
          <p:cNvSpPr/>
          <p:nvPr/>
        </p:nvSpPr>
        <p:spPr bwMode="auto">
          <a:xfrm>
            <a:off x="1825322" y="3297645"/>
            <a:ext cx="2294864" cy="1855388"/>
          </a:xfrm>
          <a:prstGeom prst="rect">
            <a:avLst/>
          </a:prstGeom>
          <a:solidFill>
            <a:srgbClr val="595959">
              <a:lumMod val="20000"/>
              <a:lumOff val="80000"/>
            </a:srgbClr>
          </a:solidFill>
          <a:ln>
            <a:solidFill>
              <a:srgbClr val="595959">
                <a:lumMod val="50000"/>
              </a:srgbClr>
            </a:solidFill>
          </a:ln>
        </p:spPr>
        <p:txBody>
          <a:bodyPr wrap="none"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000000"/>
                </a:solidFill>
                <a:effectLst/>
                <a:uLnTx/>
                <a:uFillTx/>
                <a:latin typeface="+mn-ea"/>
                <a:ea typeface="+mn-ea"/>
              </a:rPr>
              <a:t>CAD</a:t>
            </a:r>
            <a:endParaRPr kumimoji="0" lang="en-US" sz="1400" b="1" i="0" u="none" strike="noStrike" kern="0" cap="none" spc="0" normalizeH="0" baseline="0" noProof="0" dirty="0">
              <a:ln>
                <a:noFill/>
              </a:ln>
              <a:solidFill>
                <a:srgbClr val="000000"/>
              </a:solidFill>
              <a:effectLst/>
              <a:uLnTx/>
              <a:uFillTx/>
              <a:latin typeface="+mn-ea"/>
              <a:ea typeface="+mn-ea"/>
            </a:endParaRPr>
          </a:p>
        </p:txBody>
      </p:sp>
      <p:sp>
        <p:nvSpPr>
          <p:cNvPr id="68" name="Rectangle 67">
            <a:extLst>
              <a:ext uri="{FF2B5EF4-FFF2-40B4-BE49-F238E27FC236}">
                <a16:creationId xmlns:a16="http://schemas.microsoft.com/office/drawing/2014/main" id="{B0EA8272-F819-C7FC-A772-7AA2D9897842}"/>
              </a:ext>
            </a:extLst>
          </p:cNvPr>
          <p:cNvSpPr/>
          <p:nvPr/>
        </p:nvSpPr>
        <p:spPr bwMode="auto">
          <a:xfrm>
            <a:off x="7055270" y="2684372"/>
            <a:ext cx="145261" cy="105712"/>
          </a:xfrm>
          <a:prstGeom prst="rect">
            <a:avLst/>
          </a:prstGeom>
          <a:noFill/>
          <a:ln>
            <a:solidFill>
              <a:srgbClr val="FFFFFF">
                <a:lumMod val="75000"/>
              </a:srgbClr>
            </a:solid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n-ea"/>
              <a:ea typeface="+mn-ea"/>
            </a:endParaRPr>
          </a:p>
        </p:txBody>
      </p:sp>
      <p:sp>
        <p:nvSpPr>
          <p:cNvPr id="69" name="Rectangle 68">
            <a:extLst>
              <a:ext uri="{FF2B5EF4-FFF2-40B4-BE49-F238E27FC236}">
                <a16:creationId xmlns:a16="http://schemas.microsoft.com/office/drawing/2014/main" id="{7F8BD0F8-2DD2-BB2E-6CF6-98DFA17D3B47}"/>
              </a:ext>
            </a:extLst>
          </p:cNvPr>
          <p:cNvSpPr/>
          <p:nvPr/>
        </p:nvSpPr>
        <p:spPr bwMode="auto">
          <a:xfrm>
            <a:off x="1758584" y="5486963"/>
            <a:ext cx="8694484" cy="567409"/>
          </a:xfrm>
          <a:prstGeom prst="rect">
            <a:avLst/>
          </a:prstGeom>
          <a:solidFill>
            <a:srgbClr val="FEB822">
              <a:lumMod val="20000"/>
              <a:lumOff val="80000"/>
            </a:srgbClr>
          </a:solidFill>
          <a:ln>
            <a:solidFill>
              <a:srgbClr val="FEB822">
                <a:lumMod val="50000"/>
              </a:srgbClr>
            </a:solidFill>
          </a:ln>
        </p:spPr>
        <p:txBody>
          <a:bodyPr wrap="none" rtlCol="0" anchor="b"/>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000000"/>
                </a:solidFill>
                <a:effectLst/>
                <a:uLnTx/>
                <a:uFillTx/>
                <a:latin typeface="+mn-ea"/>
                <a:ea typeface="+mn-ea"/>
              </a:rPr>
              <a:t>PMS</a:t>
            </a:r>
            <a:endParaRPr kumimoji="0" lang="en-US" sz="1400" b="1" i="0" u="none" strike="noStrike" kern="0" cap="none" spc="0" normalizeH="0" baseline="0" noProof="0" dirty="0">
              <a:ln>
                <a:noFill/>
              </a:ln>
              <a:solidFill>
                <a:srgbClr val="000000"/>
              </a:solidFill>
              <a:effectLst/>
              <a:uLnTx/>
              <a:uFillTx/>
              <a:latin typeface="+mn-ea"/>
              <a:ea typeface="+mn-ea"/>
            </a:endParaRPr>
          </a:p>
        </p:txBody>
      </p:sp>
      <p:sp>
        <p:nvSpPr>
          <p:cNvPr id="70" name="Freeform: Shape 69">
            <a:extLst>
              <a:ext uri="{FF2B5EF4-FFF2-40B4-BE49-F238E27FC236}">
                <a16:creationId xmlns:a16="http://schemas.microsoft.com/office/drawing/2014/main" id="{17585292-1D20-020E-909A-2B7973D2E52E}"/>
              </a:ext>
            </a:extLst>
          </p:cNvPr>
          <p:cNvSpPr>
            <a:spLocks/>
          </p:cNvSpPr>
          <p:nvPr/>
        </p:nvSpPr>
        <p:spPr bwMode="auto">
          <a:xfrm>
            <a:off x="4891656" y="2273529"/>
            <a:ext cx="5561412" cy="3143437"/>
          </a:xfrm>
          <a:custGeom>
            <a:avLst/>
            <a:gdLst>
              <a:gd name="connsiteX0" fmla="*/ 0 w 5561412"/>
              <a:gd name="connsiteY0" fmla="*/ 0 h 3355070"/>
              <a:gd name="connsiteX1" fmla="*/ 2428340 w 5561412"/>
              <a:gd name="connsiteY1" fmla="*/ 0 h 3355070"/>
              <a:gd name="connsiteX2" fmla="*/ 2428340 w 5561412"/>
              <a:gd name="connsiteY2" fmla="*/ 1219200 h 3355070"/>
              <a:gd name="connsiteX3" fmla="*/ 5561412 w 5561412"/>
              <a:gd name="connsiteY3" fmla="*/ 1219200 h 3355070"/>
              <a:gd name="connsiteX4" fmla="*/ 5561412 w 5561412"/>
              <a:gd name="connsiteY4" fmla="*/ 3355069 h 3355070"/>
              <a:gd name="connsiteX5" fmla="*/ 2428340 w 5561412"/>
              <a:gd name="connsiteY5" fmla="*/ 3355069 h 3355070"/>
              <a:gd name="connsiteX6" fmla="*/ 2428340 w 5561412"/>
              <a:gd name="connsiteY6" fmla="*/ 3355070 h 3355070"/>
              <a:gd name="connsiteX7" fmla="*/ 0 w 5561412"/>
              <a:gd name="connsiteY7" fmla="*/ 3355070 h 335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1412" h="3355070">
                <a:moveTo>
                  <a:pt x="0" y="0"/>
                </a:moveTo>
                <a:lnTo>
                  <a:pt x="2428340" y="0"/>
                </a:lnTo>
                <a:lnTo>
                  <a:pt x="2428340" y="1219200"/>
                </a:lnTo>
                <a:lnTo>
                  <a:pt x="5561412" y="1219200"/>
                </a:lnTo>
                <a:lnTo>
                  <a:pt x="5561412" y="3355069"/>
                </a:lnTo>
                <a:lnTo>
                  <a:pt x="2428340" y="3355069"/>
                </a:lnTo>
                <a:lnTo>
                  <a:pt x="2428340" y="3355070"/>
                </a:lnTo>
                <a:lnTo>
                  <a:pt x="0" y="3355070"/>
                </a:lnTo>
                <a:close/>
              </a:path>
            </a:pathLst>
          </a:custGeom>
          <a:solidFill>
            <a:srgbClr val="BDE3FF"/>
          </a:solidFill>
          <a:ln>
            <a:solidFill>
              <a:srgbClr val="045890"/>
            </a:solidFill>
          </a:ln>
        </p:spPr>
        <p:txBody>
          <a:bodyPr wrap="square" rtlCol="0" anchor="b">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000000"/>
                </a:solidFill>
                <a:effectLst/>
                <a:uLnTx/>
                <a:uFillTx/>
                <a:latin typeface="+mn-ea"/>
                <a:ea typeface="+mn-ea"/>
              </a:rPr>
              <a:t>ERP</a:t>
            </a:r>
            <a:endParaRPr kumimoji="0" lang="en-US" sz="1400" b="1" i="0" u="none" strike="noStrike" kern="0" cap="none" spc="0" normalizeH="0" baseline="0" noProof="0" dirty="0">
              <a:ln>
                <a:noFill/>
              </a:ln>
              <a:solidFill>
                <a:srgbClr val="000000"/>
              </a:solidFill>
              <a:effectLst/>
              <a:uLnTx/>
              <a:uFillTx/>
              <a:latin typeface="+mn-ea"/>
              <a:ea typeface="+mn-ea"/>
            </a:endParaRPr>
          </a:p>
        </p:txBody>
      </p:sp>
      <p:sp>
        <p:nvSpPr>
          <p:cNvPr id="71" name="Rectangle 70">
            <a:extLst>
              <a:ext uri="{FF2B5EF4-FFF2-40B4-BE49-F238E27FC236}">
                <a16:creationId xmlns:a16="http://schemas.microsoft.com/office/drawing/2014/main" id="{1689E8DD-CEF2-5A50-16DC-E78AE0CF331F}"/>
              </a:ext>
            </a:extLst>
          </p:cNvPr>
          <p:cNvSpPr/>
          <p:nvPr/>
        </p:nvSpPr>
        <p:spPr bwMode="auto">
          <a:xfrm>
            <a:off x="8024728" y="2273531"/>
            <a:ext cx="2428340" cy="877800"/>
          </a:xfrm>
          <a:prstGeom prst="rect">
            <a:avLst/>
          </a:prstGeom>
          <a:solidFill>
            <a:srgbClr val="679650">
              <a:lumMod val="40000"/>
              <a:lumOff val="60000"/>
            </a:srgbClr>
          </a:solidFill>
          <a:ln>
            <a:solidFill>
              <a:srgbClr val="679650">
                <a:lumMod val="50000"/>
              </a:srgbClr>
            </a:solidFill>
          </a:ln>
        </p:spPr>
        <p:txBody>
          <a:bodyPr wrap="none" rtlCol="0" anchor="b"/>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000000"/>
                </a:solidFill>
                <a:effectLst/>
                <a:uLnTx/>
                <a:uFillTx/>
                <a:latin typeface="+mn-ea"/>
                <a:ea typeface="+mn-ea"/>
              </a:rPr>
              <a:t>CRM</a:t>
            </a:r>
            <a:endParaRPr kumimoji="0" lang="en-US" sz="1400" b="1" i="0" u="none" strike="noStrike" kern="0" cap="none" spc="0" normalizeH="0" baseline="0" noProof="0" dirty="0">
              <a:ln>
                <a:noFill/>
              </a:ln>
              <a:solidFill>
                <a:srgbClr val="000000"/>
              </a:solidFill>
              <a:effectLst/>
              <a:uLnTx/>
              <a:uFillTx/>
              <a:latin typeface="+mn-ea"/>
              <a:ea typeface="+mn-ea"/>
            </a:endParaRPr>
          </a:p>
        </p:txBody>
      </p:sp>
      <p:sp>
        <p:nvSpPr>
          <p:cNvPr id="72" name="Rectangle 71">
            <a:extLst>
              <a:ext uri="{FF2B5EF4-FFF2-40B4-BE49-F238E27FC236}">
                <a16:creationId xmlns:a16="http://schemas.microsoft.com/office/drawing/2014/main" id="{2E4B2254-2106-E221-3978-0FF40A444344}"/>
              </a:ext>
            </a:extLst>
          </p:cNvPr>
          <p:cNvSpPr/>
          <p:nvPr/>
        </p:nvSpPr>
        <p:spPr bwMode="auto">
          <a:xfrm>
            <a:off x="5011120" y="2430793"/>
            <a:ext cx="2189412" cy="358384"/>
          </a:xfrm>
          <a:prstGeom prst="rect">
            <a:avLst/>
          </a:prstGeom>
          <a:solidFill>
            <a:srgbClr val="045890"/>
          </a:solidFill>
          <a:ln>
            <a:solidFill>
              <a:srgbClr val="045890"/>
            </a:solid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rgbClr val="FFFFFF"/>
                </a:solidFill>
                <a:effectLst/>
                <a:uLnTx/>
                <a:uFillTx/>
                <a:latin typeface="+mn-ea"/>
                <a:ea typeface="+mn-ea"/>
              </a:rPr>
              <a:t>販売管理</a:t>
            </a:r>
            <a:endParaRPr kumimoji="0" lang="en-US" sz="1400" b="0" i="0" u="none" strike="noStrike" kern="0" cap="none" spc="0" normalizeH="0" baseline="0" noProof="0" dirty="0">
              <a:ln>
                <a:noFill/>
              </a:ln>
              <a:solidFill>
                <a:srgbClr val="FFFFFF"/>
              </a:solidFill>
              <a:effectLst/>
              <a:uLnTx/>
              <a:uFillTx/>
              <a:latin typeface="+mn-ea"/>
              <a:ea typeface="+mn-ea"/>
            </a:endParaRPr>
          </a:p>
        </p:txBody>
      </p:sp>
      <p:sp>
        <p:nvSpPr>
          <p:cNvPr id="73" name="Rectangle 72">
            <a:extLst>
              <a:ext uri="{FF2B5EF4-FFF2-40B4-BE49-F238E27FC236}">
                <a16:creationId xmlns:a16="http://schemas.microsoft.com/office/drawing/2014/main" id="{2D2AD738-4E57-B1F3-DC02-30E6BA432275}"/>
              </a:ext>
            </a:extLst>
          </p:cNvPr>
          <p:cNvSpPr/>
          <p:nvPr/>
        </p:nvSpPr>
        <p:spPr bwMode="auto">
          <a:xfrm>
            <a:off x="5011120" y="3581367"/>
            <a:ext cx="2189412" cy="358384"/>
          </a:xfrm>
          <a:prstGeom prst="rect">
            <a:avLst/>
          </a:prstGeom>
          <a:solidFill>
            <a:srgbClr val="045890"/>
          </a:solidFill>
          <a:ln>
            <a:solidFill>
              <a:srgbClr val="045890"/>
            </a:solid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rgbClr val="FFFFFF"/>
                </a:solidFill>
                <a:effectLst/>
                <a:uLnTx/>
                <a:uFillTx/>
                <a:latin typeface="+mn-ea"/>
                <a:ea typeface="+mn-ea"/>
              </a:rPr>
              <a:t>財務会計</a:t>
            </a:r>
            <a:endParaRPr kumimoji="0" lang="en-US" sz="1400" b="0" i="0" u="none" strike="noStrike" kern="0" cap="none" spc="0" normalizeH="0" baseline="0" noProof="0" dirty="0">
              <a:ln>
                <a:noFill/>
              </a:ln>
              <a:solidFill>
                <a:srgbClr val="FFFFFF"/>
              </a:solidFill>
              <a:effectLst/>
              <a:uLnTx/>
              <a:uFillTx/>
              <a:latin typeface="+mn-ea"/>
              <a:ea typeface="+mn-ea"/>
            </a:endParaRPr>
          </a:p>
        </p:txBody>
      </p:sp>
      <p:sp>
        <p:nvSpPr>
          <p:cNvPr id="74" name="Rectangle 73">
            <a:extLst>
              <a:ext uri="{FF2B5EF4-FFF2-40B4-BE49-F238E27FC236}">
                <a16:creationId xmlns:a16="http://schemas.microsoft.com/office/drawing/2014/main" id="{B333E171-FDCC-4A36-90F1-7CBA2B9D4208}"/>
              </a:ext>
            </a:extLst>
          </p:cNvPr>
          <p:cNvSpPr/>
          <p:nvPr/>
        </p:nvSpPr>
        <p:spPr bwMode="auto">
          <a:xfrm>
            <a:off x="5011120" y="4731941"/>
            <a:ext cx="2189412" cy="358384"/>
          </a:xfrm>
          <a:prstGeom prst="rect">
            <a:avLst/>
          </a:prstGeom>
          <a:solidFill>
            <a:srgbClr val="045890"/>
          </a:solidFill>
          <a:ln>
            <a:solidFill>
              <a:srgbClr val="045890"/>
            </a:solid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rgbClr val="FFFFFF"/>
                </a:solidFill>
                <a:effectLst/>
                <a:uLnTx/>
                <a:uFillTx/>
                <a:latin typeface="+mn-ea"/>
                <a:ea typeface="+mn-ea"/>
              </a:rPr>
              <a:t>生産計画・管理</a:t>
            </a:r>
            <a:endParaRPr kumimoji="0" lang="en-US" sz="1400" b="0" i="0" u="none" strike="noStrike" kern="0" cap="none" spc="0" normalizeH="0" baseline="0" noProof="0" dirty="0">
              <a:ln>
                <a:noFill/>
              </a:ln>
              <a:solidFill>
                <a:srgbClr val="FFFFFF"/>
              </a:solidFill>
              <a:effectLst/>
              <a:uLnTx/>
              <a:uFillTx/>
              <a:latin typeface="+mn-ea"/>
              <a:ea typeface="+mn-ea"/>
            </a:endParaRPr>
          </a:p>
        </p:txBody>
      </p:sp>
      <p:sp>
        <p:nvSpPr>
          <p:cNvPr id="75" name="Rectangle 74">
            <a:extLst>
              <a:ext uri="{FF2B5EF4-FFF2-40B4-BE49-F238E27FC236}">
                <a16:creationId xmlns:a16="http://schemas.microsoft.com/office/drawing/2014/main" id="{C4D1F3E8-2F80-7CA8-D97E-53A7A068EDC8}"/>
              </a:ext>
            </a:extLst>
          </p:cNvPr>
          <p:cNvSpPr/>
          <p:nvPr/>
        </p:nvSpPr>
        <p:spPr bwMode="auto">
          <a:xfrm>
            <a:off x="8144192" y="4731941"/>
            <a:ext cx="2189412" cy="358384"/>
          </a:xfrm>
          <a:prstGeom prst="rect">
            <a:avLst/>
          </a:prstGeom>
          <a:solidFill>
            <a:srgbClr val="045890"/>
          </a:solidFill>
          <a:ln>
            <a:solidFill>
              <a:srgbClr val="045890"/>
            </a:solid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rgbClr val="FFFFFF"/>
                </a:solidFill>
                <a:effectLst/>
                <a:uLnTx/>
                <a:uFillTx/>
                <a:latin typeface="+mn-ea"/>
                <a:ea typeface="+mn-ea"/>
              </a:rPr>
              <a:t>在庫購買管理</a:t>
            </a:r>
            <a:endParaRPr kumimoji="0" lang="en-US" sz="1400" b="0" i="0" u="none" strike="noStrike" kern="0" cap="none" spc="0" normalizeH="0" baseline="0" noProof="0" dirty="0">
              <a:ln>
                <a:noFill/>
              </a:ln>
              <a:solidFill>
                <a:srgbClr val="FFFFFF"/>
              </a:solidFill>
              <a:effectLst/>
              <a:uLnTx/>
              <a:uFillTx/>
              <a:latin typeface="+mn-ea"/>
              <a:ea typeface="+mn-ea"/>
            </a:endParaRPr>
          </a:p>
        </p:txBody>
      </p:sp>
      <p:sp>
        <p:nvSpPr>
          <p:cNvPr id="76" name="Rectangle 75">
            <a:extLst>
              <a:ext uri="{FF2B5EF4-FFF2-40B4-BE49-F238E27FC236}">
                <a16:creationId xmlns:a16="http://schemas.microsoft.com/office/drawing/2014/main" id="{93A42716-5C5F-3F1E-8605-C59D9F0BA59E}"/>
              </a:ext>
            </a:extLst>
          </p:cNvPr>
          <p:cNvSpPr/>
          <p:nvPr/>
        </p:nvSpPr>
        <p:spPr bwMode="auto">
          <a:xfrm>
            <a:off x="8144192" y="3581367"/>
            <a:ext cx="2189412" cy="358384"/>
          </a:xfrm>
          <a:prstGeom prst="rect">
            <a:avLst/>
          </a:prstGeom>
          <a:solidFill>
            <a:srgbClr val="045890"/>
          </a:solidFill>
          <a:ln>
            <a:solidFill>
              <a:srgbClr val="045890"/>
            </a:solid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rgbClr val="FFFFFF"/>
                </a:solidFill>
                <a:effectLst/>
                <a:uLnTx/>
                <a:uFillTx/>
                <a:latin typeface="+mn-ea"/>
                <a:ea typeface="+mn-ea"/>
              </a:rPr>
              <a:t>管理会計</a:t>
            </a:r>
            <a:endParaRPr kumimoji="0" lang="en-US" sz="1400" b="0" i="0" u="none" strike="noStrike" kern="0" cap="none" spc="0" normalizeH="0" baseline="0" noProof="0" dirty="0">
              <a:ln>
                <a:noFill/>
              </a:ln>
              <a:solidFill>
                <a:srgbClr val="FFFFFF"/>
              </a:solidFill>
              <a:effectLst/>
              <a:uLnTx/>
              <a:uFillTx/>
              <a:latin typeface="+mn-ea"/>
              <a:ea typeface="+mn-ea"/>
            </a:endParaRPr>
          </a:p>
        </p:txBody>
      </p:sp>
      <p:sp>
        <p:nvSpPr>
          <p:cNvPr id="77" name="Rectangle 76">
            <a:extLst>
              <a:ext uri="{FF2B5EF4-FFF2-40B4-BE49-F238E27FC236}">
                <a16:creationId xmlns:a16="http://schemas.microsoft.com/office/drawing/2014/main" id="{C62DE103-0A90-92B2-82E5-959C89CD4E11}"/>
              </a:ext>
            </a:extLst>
          </p:cNvPr>
          <p:cNvSpPr/>
          <p:nvPr/>
        </p:nvSpPr>
        <p:spPr bwMode="auto">
          <a:xfrm>
            <a:off x="1878048" y="2430793"/>
            <a:ext cx="2189412" cy="358384"/>
          </a:xfrm>
          <a:prstGeom prst="rect">
            <a:avLst/>
          </a:prstGeom>
          <a:solidFill>
            <a:srgbClr val="FEB822">
              <a:lumMod val="50000"/>
            </a:srgbClr>
          </a:solidFill>
          <a:ln>
            <a:solidFill>
              <a:srgbClr val="FEB822">
                <a:lumMod val="50000"/>
              </a:srgbClr>
            </a:solid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FFFFFF"/>
                </a:solidFill>
                <a:effectLst/>
                <a:uLnTx/>
                <a:uFillTx/>
                <a:latin typeface="+mn-ea"/>
                <a:ea typeface="+mn-ea"/>
              </a:rPr>
              <a:t>製品企画</a:t>
            </a:r>
            <a:endParaRPr kumimoji="0" lang="en-US" sz="1400" b="1" i="0" u="none" strike="noStrike" kern="0" cap="none" spc="0" normalizeH="0" baseline="0" noProof="0" dirty="0">
              <a:ln>
                <a:noFill/>
              </a:ln>
              <a:solidFill>
                <a:srgbClr val="FFFFFF"/>
              </a:solidFill>
              <a:effectLst/>
              <a:uLnTx/>
              <a:uFillTx/>
              <a:latin typeface="+mn-ea"/>
              <a:ea typeface="+mn-ea"/>
            </a:endParaRPr>
          </a:p>
        </p:txBody>
      </p:sp>
      <p:sp>
        <p:nvSpPr>
          <p:cNvPr id="78" name="Rectangle 77">
            <a:extLst>
              <a:ext uri="{FF2B5EF4-FFF2-40B4-BE49-F238E27FC236}">
                <a16:creationId xmlns:a16="http://schemas.microsoft.com/office/drawing/2014/main" id="{D2BA1247-9A2E-2D9C-8F61-7C333DE66A6A}"/>
              </a:ext>
            </a:extLst>
          </p:cNvPr>
          <p:cNvSpPr/>
          <p:nvPr/>
        </p:nvSpPr>
        <p:spPr bwMode="auto">
          <a:xfrm>
            <a:off x="1878048" y="3581367"/>
            <a:ext cx="2189412" cy="358384"/>
          </a:xfrm>
          <a:prstGeom prst="rect">
            <a:avLst/>
          </a:prstGeom>
          <a:solidFill>
            <a:srgbClr val="FEB822">
              <a:lumMod val="50000"/>
            </a:srgbClr>
          </a:solidFill>
          <a:ln>
            <a:solidFill>
              <a:srgbClr val="FEB822">
                <a:lumMod val="50000"/>
              </a:srgbClr>
            </a:solid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FFFFFF"/>
                </a:solidFill>
                <a:effectLst/>
                <a:uLnTx/>
                <a:uFillTx/>
                <a:latin typeface="+mn-ea"/>
                <a:ea typeface="+mn-ea"/>
              </a:rPr>
              <a:t>製品設計</a:t>
            </a:r>
            <a:endParaRPr kumimoji="0" lang="en-US" sz="1400" b="1" i="0" u="none" strike="noStrike" kern="0" cap="none" spc="0" normalizeH="0" baseline="0" noProof="0" dirty="0">
              <a:ln>
                <a:noFill/>
              </a:ln>
              <a:solidFill>
                <a:srgbClr val="FFFFFF"/>
              </a:solidFill>
              <a:effectLst/>
              <a:uLnTx/>
              <a:uFillTx/>
              <a:latin typeface="+mn-ea"/>
              <a:ea typeface="+mn-ea"/>
            </a:endParaRPr>
          </a:p>
        </p:txBody>
      </p:sp>
      <p:sp>
        <p:nvSpPr>
          <p:cNvPr id="79" name="Rectangle 78">
            <a:extLst>
              <a:ext uri="{FF2B5EF4-FFF2-40B4-BE49-F238E27FC236}">
                <a16:creationId xmlns:a16="http://schemas.microsoft.com/office/drawing/2014/main" id="{1B4D034E-BC8E-866D-D36F-0295A5DC652D}"/>
              </a:ext>
            </a:extLst>
          </p:cNvPr>
          <p:cNvSpPr/>
          <p:nvPr/>
        </p:nvSpPr>
        <p:spPr bwMode="auto">
          <a:xfrm>
            <a:off x="1878048" y="4731941"/>
            <a:ext cx="2189412" cy="358384"/>
          </a:xfrm>
          <a:prstGeom prst="rect">
            <a:avLst/>
          </a:prstGeom>
          <a:solidFill>
            <a:srgbClr val="FEB822">
              <a:lumMod val="50000"/>
            </a:srgbClr>
          </a:solidFill>
          <a:ln>
            <a:solidFill>
              <a:srgbClr val="FEB822">
                <a:lumMod val="50000"/>
              </a:srgbClr>
            </a:solid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FFFFFF"/>
                </a:solidFill>
                <a:effectLst/>
                <a:uLnTx/>
                <a:uFillTx/>
                <a:latin typeface="+mn-ea"/>
                <a:ea typeface="+mn-ea"/>
              </a:rPr>
              <a:t>設計変更</a:t>
            </a:r>
            <a:endParaRPr kumimoji="0" lang="en-US" sz="1400" b="1" i="0" u="none" strike="noStrike" kern="0" cap="none" spc="0" normalizeH="0" baseline="0" noProof="0" dirty="0">
              <a:ln>
                <a:noFill/>
              </a:ln>
              <a:solidFill>
                <a:srgbClr val="FFFFFF"/>
              </a:solidFill>
              <a:effectLst/>
              <a:uLnTx/>
              <a:uFillTx/>
              <a:latin typeface="+mn-ea"/>
              <a:ea typeface="+mn-ea"/>
            </a:endParaRPr>
          </a:p>
        </p:txBody>
      </p:sp>
      <p:sp>
        <p:nvSpPr>
          <p:cNvPr id="80" name="Rectangle 79">
            <a:extLst>
              <a:ext uri="{FF2B5EF4-FFF2-40B4-BE49-F238E27FC236}">
                <a16:creationId xmlns:a16="http://schemas.microsoft.com/office/drawing/2014/main" id="{5231C404-EA8C-B985-7B28-5780666BFE63}"/>
              </a:ext>
            </a:extLst>
          </p:cNvPr>
          <p:cNvSpPr/>
          <p:nvPr/>
        </p:nvSpPr>
        <p:spPr bwMode="auto">
          <a:xfrm>
            <a:off x="1878048" y="5604563"/>
            <a:ext cx="8455556" cy="179132"/>
          </a:xfrm>
          <a:prstGeom prst="rect">
            <a:avLst/>
          </a:prstGeom>
          <a:solidFill>
            <a:srgbClr val="FEB822">
              <a:lumMod val="50000"/>
            </a:srgbClr>
          </a:solidFill>
          <a:ln>
            <a:solidFill>
              <a:srgbClr val="FEB822">
                <a:lumMod val="50000"/>
              </a:srgbClr>
            </a:solid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rgbClr val="FFFFFF"/>
                </a:solidFill>
                <a:effectLst/>
                <a:uLnTx/>
                <a:uFillTx/>
                <a:latin typeface="+mn-ea"/>
                <a:ea typeface="+mn-ea"/>
              </a:rPr>
              <a:t>プロジェクト管理</a:t>
            </a:r>
            <a:endParaRPr kumimoji="0" lang="en-US" sz="1400" b="0" i="0" u="none" strike="noStrike" kern="0" cap="none" spc="0" normalizeH="0" baseline="0" noProof="0" dirty="0">
              <a:ln>
                <a:noFill/>
              </a:ln>
              <a:solidFill>
                <a:srgbClr val="FFFFFF"/>
              </a:solidFill>
              <a:effectLst/>
              <a:uLnTx/>
              <a:uFillTx/>
              <a:latin typeface="+mn-ea"/>
              <a:ea typeface="+mn-ea"/>
            </a:endParaRPr>
          </a:p>
        </p:txBody>
      </p:sp>
      <p:sp>
        <p:nvSpPr>
          <p:cNvPr id="81" name="Rectangle 80">
            <a:extLst>
              <a:ext uri="{FF2B5EF4-FFF2-40B4-BE49-F238E27FC236}">
                <a16:creationId xmlns:a16="http://schemas.microsoft.com/office/drawing/2014/main" id="{A3133BB3-7AE1-CD58-B8EA-9939660A3883}"/>
              </a:ext>
            </a:extLst>
          </p:cNvPr>
          <p:cNvSpPr/>
          <p:nvPr/>
        </p:nvSpPr>
        <p:spPr bwMode="auto">
          <a:xfrm>
            <a:off x="8144192" y="2430793"/>
            <a:ext cx="2189412" cy="358384"/>
          </a:xfrm>
          <a:prstGeom prst="rect">
            <a:avLst/>
          </a:prstGeom>
          <a:solidFill>
            <a:srgbClr val="679650">
              <a:lumMod val="50000"/>
            </a:srgbClr>
          </a:solidFill>
          <a:ln>
            <a:solidFill>
              <a:srgbClr val="679650">
                <a:lumMod val="50000"/>
              </a:srgbClr>
            </a:solid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srgbClr val="FFFFFF"/>
                </a:solidFill>
                <a:effectLst/>
                <a:uLnTx/>
                <a:uFillTx/>
                <a:latin typeface="+mn-ea"/>
                <a:ea typeface="+mn-ea"/>
              </a:rPr>
              <a:t>顧客管理</a:t>
            </a:r>
            <a:endParaRPr kumimoji="0" lang="en-US" sz="1400" b="0" i="0" u="none" strike="noStrike" kern="0" cap="none" spc="0" normalizeH="0" baseline="0" noProof="0" dirty="0">
              <a:ln>
                <a:noFill/>
              </a:ln>
              <a:solidFill>
                <a:srgbClr val="FFFFFF"/>
              </a:solidFill>
              <a:effectLst/>
              <a:uLnTx/>
              <a:uFillTx/>
              <a:latin typeface="+mn-ea"/>
              <a:ea typeface="+mn-ea"/>
            </a:endParaRPr>
          </a:p>
        </p:txBody>
      </p:sp>
      <p:cxnSp>
        <p:nvCxnSpPr>
          <p:cNvPr id="82" name="Straight Arrow Connector 81">
            <a:extLst>
              <a:ext uri="{FF2B5EF4-FFF2-40B4-BE49-F238E27FC236}">
                <a16:creationId xmlns:a16="http://schemas.microsoft.com/office/drawing/2014/main" id="{F5B941F7-715B-4B69-9672-2981D63C17A8}"/>
              </a:ext>
            </a:extLst>
          </p:cNvPr>
          <p:cNvCxnSpPr>
            <a:cxnSpLocks/>
            <a:stCxn id="81" idx="1"/>
            <a:endCxn id="72" idx="3"/>
          </p:cNvCxnSpPr>
          <p:nvPr/>
        </p:nvCxnSpPr>
        <p:spPr>
          <a:xfrm flipH="1">
            <a:off x="7200532" y="2609985"/>
            <a:ext cx="943660" cy="0"/>
          </a:xfrm>
          <a:prstGeom prst="straightConnector1">
            <a:avLst/>
          </a:prstGeom>
          <a:noFill/>
          <a:ln w="19050" cap="flat" cmpd="sng" algn="ctr">
            <a:solidFill>
              <a:srgbClr val="522B8D"/>
            </a:solidFill>
            <a:prstDash val="solid"/>
            <a:tailEnd type="triangle"/>
          </a:ln>
          <a:effectLst/>
        </p:spPr>
      </p:cxnSp>
      <p:sp>
        <p:nvSpPr>
          <p:cNvPr id="83" name="TextBox 82">
            <a:extLst>
              <a:ext uri="{FF2B5EF4-FFF2-40B4-BE49-F238E27FC236}">
                <a16:creationId xmlns:a16="http://schemas.microsoft.com/office/drawing/2014/main" id="{DD94A9C1-3311-103C-FCDF-D767EFFE8283}"/>
              </a:ext>
            </a:extLst>
          </p:cNvPr>
          <p:cNvSpPr txBox="1"/>
          <p:nvPr/>
        </p:nvSpPr>
        <p:spPr bwMode="auto">
          <a:xfrm>
            <a:off x="7297900" y="2345468"/>
            <a:ext cx="7489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algn="ctr" eaLnBrk="1" hangingPunct="1">
              <a:spcBef>
                <a:spcPct val="50000"/>
              </a:spcBef>
            </a:pPr>
            <a:r>
              <a:rPr lang="ja-JP" altLang="en-US" sz="1100" dirty="0">
                <a:solidFill>
                  <a:srgbClr val="4B4B4B"/>
                </a:solidFill>
                <a:latin typeface="+mn-ea"/>
                <a:ea typeface="+mn-ea"/>
                <a:cs typeface="Arial" panose="020B0604020202020204" pitchFamily="34" charset="0"/>
              </a:rPr>
              <a:t>顧客情報</a:t>
            </a:r>
            <a:endParaRPr lang="en-US" sz="1100" dirty="0">
              <a:solidFill>
                <a:srgbClr val="4B4B4B"/>
              </a:solidFill>
              <a:latin typeface="+mn-ea"/>
              <a:ea typeface="+mn-ea"/>
              <a:cs typeface="Arial" panose="020B0604020202020204" pitchFamily="34" charset="0"/>
            </a:endParaRPr>
          </a:p>
        </p:txBody>
      </p:sp>
      <p:cxnSp>
        <p:nvCxnSpPr>
          <p:cNvPr id="84" name="Straight Arrow Connector 83">
            <a:extLst>
              <a:ext uri="{FF2B5EF4-FFF2-40B4-BE49-F238E27FC236}">
                <a16:creationId xmlns:a16="http://schemas.microsoft.com/office/drawing/2014/main" id="{C426637F-78C3-FD38-18B1-40A06684366B}"/>
              </a:ext>
            </a:extLst>
          </p:cNvPr>
          <p:cNvCxnSpPr/>
          <p:nvPr/>
        </p:nvCxnSpPr>
        <p:spPr>
          <a:xfrm>
            <a:off x="6250090" y="2789177"/>
            <a:ext cx="0" cy="792190"/>
          </a:xfrm>
          <a:prstGeom prst="straightConnector1">
            <a:avLst/>
          </a:prstGeom>
          <a:noFill/>
          <a:ln w="19050" cap="flat" cmpd="sng" algn="ctr">
            <a:solidFill>
              <a:srgbClr val="522B8D"/>
            </a:solidFill>
            <a:prstDash val="solid"/>
            <a:headEnd type="triangle" w="med" len="med"/>
            <a:tailEnd type="none" w="med" len="med"/>
          </a:ln>
          <a:effectLst/>
        </p:spPr>
      </p:cxnSp>
      <p:sp>
        <p:nvSpPr>
          <p:cNvPr id="85" name="TextBox 84">
            <a:extLst>
              <a:ext uri="{FF2B5EF4-FFF2-40B4-BE49-F238E27FC236}">
                <a16:creationId xmlns:a16="http://schemas.microsoft.com/office/drawing/2014/main" id="{0F8B9E8E-24BF-28E6-BC16-BB39BADC2473}"/>
              </a:ext>
            </a:extLst>
          </p:cNvPr>
          <p:cNvSpPr txBox="1"/>
          <p:nvPr/>
        </p:nvSpPr>
        <p:spPr bwMode="auto">
          <a:xfrm>
            <a:off x="6261200" y="3069458"/>
            <a:ext cx="7489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algn="ctr" eaLnBrk="1" hangingPunct="1">
              <a:spcBef>
                <a:spcPct val="50000"/>
              </a:spcBef>
            </a:pPr>
            <a:r>
              <a:rPr lang="ja-JP" altLang="en-US" sz="1100" dirty="0">
                <a:solidFill>
                  <a:srgbClr val="4B4B4B"/>
                </a:solidFill>
                <a:latin typeface="+mn-ea"/>
                <a:ea typeface="+mn-ea"/>
                <a:cs typeface="Arial" panose="020B0604020202020204" pitchFamily="34" charset="0"/>
              </a:rPr>
              <a:t>原価情報</a:t>
            </a:r>
            <a:endParaRPr lang="en-US" sz="1100" dirty="0">
              <a:solidFill>
                <a:srgbClr val="4B4B4B"/>
              </a:solidFill>
              <a:latin typeface="+mn-ea"/>
              <a:ea typeface="+mn-ea"/>
              <a:cs typeface="Arial" panose="020B0604020202020204" pitchFamily="34" charset="0"/>
            </a:endParaRPr>
          </a:p>
        </p:txBody>
      </p:sp>
      <p:cxnSp>
        <p:nvCxnSpPr>
          <p:cNvPr id="86" name="Straight Arrow Connector 85">
            <a:extLst>
              <a:ext uri="{FF2B5EF4-FFF2-40B4-BE49-F238E27FC236}">
                <a16:creationId xmlns:a16="http://schemas.microsoft.com/office/drawing/2014/main" id="{932F84B5-4E28-EA4D-E14E-669FF95AD95D}"/>
              </a:ext>
            </a:extLst>
          </p:cNvPr>
          <p:cNvCxnSpPr>
            <a:cxnSpLocks/>
            <a:stCxn id="74" idx="0"/>
            <a:endCxn id="73" idx="2"/>
          </p:cNvCxnSpPr>
          <p:nvPr/>
        </p:nvCxnSpPr>
        <p:spPr>
          <a:xfrm flipV="1">
            <a:off x="6105826" y="3939751"/>
            <a:ext cx="0" cy="792190"/>
          </a:xfrm>
          <a:prstGeom prst="straightConnector1">
            <a:avLst/>
          </a:prstGeom>
          <a:noFill/>
          <a:ln w="19050" cap="flat" cmpd="sng" algn="ctr">
            <a:solidFill>
              <a:srgbClr val="522B8D"/>
            </a:solidFill>
            <a:prstDash val="solid"/>
            <a:headEnd type="triangle" w="med" len="med"/>
            <a:tailEnd type="none" w="med" len="med"/>
          </a:ln>
          <a:effectLst/>
        </p:spPr>
      </p:cxnSp>
      <p:cxnSp>
        <p:nvCxnSpPr>
          <p:cNvPr id="87" name="Connector: Elbow 86">
            <a:extLst>
              <a:ext uri="{FF2B5EF4-FFF2-40B4-BE49-F238E27FC236}">
                <a16:creationId xmlns:a16="http://schemas.microsoft.com/office/drawing/2014/main" id="{BDFE40D4-6E27-B891-280C-CFD7C61B4332}"/>
              </a:ext>
            </a:extLst>
          </p:cNvPr>
          <p:cNvCxnSpPr>
            <a:stCxn id="73" idx="2"/>
            <a:endCxn id="75" idx="0"/>
          </p:cNvCxnSpPr>
          <p:nvPr/>
        </p:nvCxnSpPr>
        <p:spPr>
          <a:xfrm rot="16200000" flipH="1">
            <a:off x="7276267" y="2769310"/>
            <a:ext cx="792190" cy="3133072"/>
          </a:xfrm>
          <a:prstGeom prst="bentConnector3">
            <a:avLst/>
          </a:prstGeom>
          <a:noFill/>
          <a:ln w="19050" cap="flat" cmpd="sng" algn="ctr">
            <a:solidFill>
              <a:srgbClr val="522B8D"/>
            </a:solidFill>
            <a:prstDash val="solid"/>
            <a:tailEnd type="triangle"/>
          </a:ln>
          <a:effectLst/>
        </p:spPr>
      </p:cxnSp>
      <p:sp>
        <p:nvSpPr>
          <p:cNvPr id="88" name="TextBox 87">
            <a:extLst>
              <a:ext uri="{FF2B5EF4-FFF2-40B4-BE49-F238E27FC236}">
                <a16:creationId xmlns:a16="http://schemas.microsoft.com/office/drawing/2014/main" id="{8AAD2472-F6E9-7348-1D90-7F538E99FDB3}"/>
              </a:ext>
            </a:extLst>
          </p:cNvPr>
          <p:cNvSpPr txBox="1"/>
          <p:nvPr/>
        </p:nvSpPr>
        <p:spPr bwMode="auto">
          <a:xfrm>
            <a:off x="6108363" y="4082484"/>
            <a:ext cx="103105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algn="ctr" eaLnBrk="1" hangingPunct="1">
              <a:spcBef>
                <a:spcPct val="50000"/>
              </a:spcBef>
            </a:pPr>
            <a:r>
              <a:rPr lang="ja-JP" altLang="en-US" sz="1100" dirty="0">
                <a:solidFill>
                  <a:srgbClr val="4B4B4B"/>
                </a:solidFill>
                <a:latin typeface="+mn-ea"/>
                <a:ea typeface="+mn-ea"/>
                <a:cs typeface="Arial" panose="020B0604020202020204" pitchFamily="34" charset="0"/>
              </a:rPr>
              <a:t>財務関連情報</a:t>
            </a:r>
            <a:endParaRPr lang="en-US" sz="1100" dirty="0">
              <a:solidFill>
                <a:srgbClr val="4B4B4B"/>
              </a:solidFill>
              <a:latin typeface="+mn-ea"/>
              <a:ea typeface="+mn-ea"/>
              <a:cs typeface="Arial" panose="020B0604020202020204" pitchFamily="34" charset="0"/>
            </a:endParaRPr>
          </a:p>
        </p:txBody>
      </p:sp>
      <p:cxnSp>
        <p:nvCxnSpPr>
          <p:cNvPr id="89" name="Straight Arrow Connector 88">
            <a:extLst>
              <a:ext uri="{FF2B5EF4-FFF2-40B4-BE49-F238E27FC236}">
                <a16:creationId xmlns:a16="http://schemas.microsoft.com/office/drawing/2014/main" id="{5FD3D35B-94DD-B800-78B0-8DB80012C694}"/>
              </a:ext>
            </a:extLst>
          </p:cNvPr>
          <p:cNvCxnSpPr>
            <a:cxnSpLocks/>
          </p:cNvCxnSpPr>
          <p:nvPr/>
        </p:nvCxnSpPr>
        <p:spPr>
          <a:xfrm>
            <a:off x="7200532" y="4813479"/>
            <a:ext cx="943660" cy="0"/>
          </a:xfrm>
          <a:prstGeom prst="straightConnector1">
            <a:avLst/>
          </a:prstGeom>
          <a:noFill/>
          <a:ln w="19050" cap="flat" cmpd="sng" algn="ctr">
            <a:solidFill>
              <a:srgbClr val="522B8D"/>
            </a:solidFill>
            <a:prstDash val="solid"/>
            <a:tailEnd type="triangle"/>
          </a:ln>
          <a:effectLst/>
        </p:spPr>
      </p:cxnSp>
      <p:sp>
        <p:nvSpPr>
          <p:cNvPr id="90" name="TextBox 89">
            <a:extLst>
              <a:ext uri="{FF2B5EF4-FFF2-40B4-BE49-F238E27FC236}">
                <a16:creationId xmlns:a16="http://schemas.microsoft.com/office/drawing/2014/main" id="{4E564761-6859-BA30-E740-6B34FEAF783C}"/>
              </a:ext>
            </a:extLst>
          </p:cNvPr>
          <p:cNvSpPr txBox="1"/>
          <p:nvPr/>
        </p:nvSpPr>
        <p:spPr bwMode="auto">
          <a:xfrm>
            <a:off x="7297899" y="4548962"/>
            <a:ext cx="7489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algn="ctr" eaLnBrk="1" hangingPunct="1">
              <a:spcBef>
                <a:spcPct val="50000"/>
              </a:spcBef>
            </a:pPr>
            <a:r>
              <a:rPr lang="ja-JP" altLang="en-US" sz="1100" dirty="0">
                <a:solidFill>
                  <a:srgbClr val="4B4B4B"/>
                </a:solidFill>
                <a:latin typeface="+mn-ea"/>
                <a:ea typeface="+mn-ea"/>
                <a:cs typeface="Arial" panose="020B0604020202020204" pitchFamily="34" charset="0"/>
              </a:rPr>
              <a:t>生産情報</a:t>
            </a:r>
            <a:endParaRPr lang="en-US" sz="1100" dirty="0">
              <a:solidFill>
                <a:srgbClr val="4B4B4B"/>
              </a:solidFill>
              <a:latin typeface="+mn-ea"/>
              <a:ea typeface="+mn-ea"/>
              <a:cs typeface="Arial" panose="020B0604020202020204" pitchFamily="34" charset="0"/>
            </a:endParaRPr>
          </a:p>
        </p:txBody>
      </p:sp>
      <p:cxnSp>
        <p:nvCxnSpPr>
          <p:cNvPr id="91" name="Straight Arrow Connector 90">
            <a:extLst>
              <a:ext uri="{FF2B5EF4-FFF2-40B4-BE49-F238E27FC236}">
                <a16:creationId xmlns:a16="http://schemas.microsoft.com/office/drawing/2014/main" id="{04CEE0A5-8DA1-E036-8692-A972AA162164}"/>
              </a:ext>
            </a:extLst>
          </p:cNvPr>
          <p:cNvCxnSpPr>
            <a:cxnSpLocks/>
          </p:cNvCxnSpPr>
          <p:nvPr/>
        </p:nvCxnSpPr>
        <p:spPr>
          <a:xfrm>
            <a:off x="7200532" y="5008788"/>
            <a:ext cx="943660" cy="0"/>
          </a:xfrm>
          <a:prstGeom prst="straightConnector1">
            <a:avLst/>
          </a:prstGeom>
          <a:noFill/>
          <a:ln w="19050" cap="flat" cmpd="sng" algn="ctr">
            <a:solidFill>
              <a:srgbClr val="522B8D"/>
            </a:solidFill>
            <a:prstDash val="solid"/>
            <a:headEnd type="triangle" w="med" len="med"/>
            <a:tailEnd type="none" w="med" len="med"/>
          </a:ln>
          <a:effectLst/>
        </p:spPr>
      </p:cxnSp>
      <p:sp>
        <p:nvSpPr>
          <p:cNvPr id="92" name="TextBox 91">
            <a:extLst>
              <a:ext uri="{FF2B5EF4-FFF2-40B4-BE49-F238E27FC236}">
                <a16:creationId xmlns:a16="http://schemas.microsoft.com/office/drawing/2014/main" id="{3604F278-2D68-C314-B419-79FAC1BF5FFC}"/>
              </a:ext>
            </a:extLst>
          </p:cNvPr>
          <p:cNvSpPr txBox="1"/>
          <p:nvPr/>
        </p:nvSpPr>
        <p:spPr bwMode="auto">
          <a:xfrm>
            <a:off x="7156835" y="5008788"/>
            <a:ext cx="103105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algn="ctr" eaLnBrk="1" hangingPunct="1">
              <a:spcBef>
                <a:spcPct val="50000"/>
              </a:spcBef>
            </a:pPr>
            <a:r>
              <a:rPr lang="ja-JP" altLang="en-US" sz="1100" dirty="0">
                <a:solidFill>
                  <a:srgbClr val="4B4B4B"/>
                </a:solidFill>
                <a:latin typeface="+mn-ea"/>
                <a:ea typeface="+mn-ea"/>
                <a:cs typeface="Arial" panose="020B0604020202020204" pitchFamily="34" charset="0"/>
              </a:rPr>
              <a:t>生産計画指示</a:t>
            </a:r>
            <a:endParaRPr lang="en-US" sz="1100" dirty="0">
              <a:solidFill>
                <a:srgbClr val="4B4B4B"/>
              </a:solidFill>
              <a:latin typeface="+mn-ea"/>
              <a:ea typeface="+mn-ea"/>
              <a:cs typeface="Arial" panose="020B0604020202020204" pitchFamily="34" charset="0"/>
            </a:endParaRPr>
          </a:p>
        </p:txBody>
      </p:sp>
      <p:sp>
        <p:nvSpPr>
          <p:cNvPr id="93" name="TextBox 92">
            <a:extLst>
              <a:ext uri="{FF2B5EF4-FFF2-40B4-BE49-F238E27FC236}">
                <a16:creationId xmlns:a16="http://schemas.microsoft.com/office/drawing/2014/main" id="{33D3B774-CFD6-D6DE-6116-EE7C398332F9}"/>
              </a:ext>
            </a:extLst>
          </p:cNvPr>
          <p:cNvSpPr txBox="1"/>
          <p:nvPr/>
        </p:nvSpPr>
        <p:spPr bwMode="auto">
          <a:xfrm>
            <a:off x="8144192" y="5087419"/>
            <a:ext cx="103105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algn="ctr" eaLnBrk="1" hangingPunct="1">
              <a:spcBef>
                <a:spcPct val="50000"/>
              </a:spcBef>
            </a:pPr>
            <a:r>
              <a:rPr lang="ja-JP" altLang="en-US" sz="1100" dirty="0">
                <a:solidFill>
                  <a:srgbClr val="4B4B4B"/>
                </a:solidFill>
                <a:latin typeface="+mn-ea"/>
                <a:ea typeface="+mn-ea"/>
                <a:cs typeface="Arial" panose="020B0604020202020204" pitchFamily="34" charset="0"/>
              </a:rPr>
              <a:t>部品供給日程</a:t>
            </a:r>
            <a:endParaRPr lang="en-US" sz="1100" dirty="0">
              <a:solidFill>
                <a:srgbClr val="4B4B4B"/>
              </a:solidFill>
              <a:latin typeface="+mn-ea"/>
              <a:ea typeface="+mn-ea"/>
              <a:cs typeface="Arial" panose="020B0604020202020204" pitchFamily="34" charset="0"/>
            </a:endParaRPr>
          </a:p>
        </p:txBody>
      </p:sp>
      <p:cxnSp>
        <p:nvCxnSpPr>
          <p:cNvPr id="94" name="Straight Arrow Connector 93">
            <a:extLst>
              <a:ext uri="{FF2B5EF4-FFF2-40B4-BE49-F238E27FC236}">
                <a16:creationId xmlns:a16="http://schemas.microsoft.com/office/drawing/2014/main" id="{B43FB25F-A4C5-936B-F88B-78F29776DE1E}"/>
              </a:ext>
            </a:extLst>
          </p:cNvPr>
          <p:cNvCxnSpPr/>
          <p:nvPr/>
        </p:nvCxnSpPr>
        <p:spPr>
          <a:xfrm>
            <a:off x="5946343" y="2789177"/>
            <a:ext cx="0" cy="792190"/>
          </a:xfrm>
          <a:prstGeom prst="straightConnector1">
            <a:avLst/>
          </a:prstGeom>
          <a:noFill/>
          <a:ln w="19050" cap="flat" cmpd="sng" algn="ctr">
            <a:solidFill>
              <a:srgbClr val="522B8D"/>
            </a:solidFill>
            <a:prstDash val="solid"/>
            <a:headEnd type="none" w="med" len="med"/>
            <a:tailEnd type="triangle" w="med" len="med"/>
          </a:ln>
          <a:effectLst/>
        </p:spPr>
      </p:cxnSp>
      <p:sp>
        <p:nvSpPr>
          <p:cNvPr id="95" name="TextBox 94">
            <a:extLst>
              <a:ext uri="{FF2B5EF4-FFF2-40B4-BE49-F238E27FC236}">
                <a16:creationId xmlns:a16="http://schemas.microsoft.com/office/drawing/2014/main" id="{4592DFBB-1C2B-4DCB-7F19-D7F8144A35F4}"/>
              </a:ext>
            </a:extLst>
          </p:cNvPr>
          <p:cNvSpPr txBox="1"/>
          <p:nvPr/>
        </p:nvSpPr>
        <p:spPr bwMode="auto">
          <a:xfrm>
            <a:off x="5188847" y="3069458"/>
            <a:ext cx="7489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algn="ctr" eaLnBrk="1" hangingPunct="1">
              <a:spcBef>
                <a:spcPct val="50000"/>
              </a:spcBef>
            </a:pPr>
            <a:r>
              <a:rPr lang="ja-JP" altLang="en-US" sz="1100" dirty="0">
                <a:solidFill>
                  <a:srgbClr val="4B4B4B"/>
                </a:solidFill>
                <a:latin typeface="+mn-ea"/>
                <a:ea typeface="+mn-ea"/>
                <a:cs typeface="Arial" panose="020B0604020202020204" pitchFamily="34" charset="0"/>
              </a:rPr>
              <a:t>販売情報</a:t>
            </a:r>
            <a:endParaRPr lang="en-US" sz="1100" dirty="0">
              <a:solidFill>
                <a:srgbClr val="4B4B4B"/>
              </a:solidFill>
              <a:latin typeface="+mn-ea"/>
              <a:ea typeface="+mn-ea"/>
              <a:cs typeface="Arial" panose="020B0604020202020204" pitchFamily="34" charset="0"/>
            </a:endParaRPr>
          </a:p>
        </p:txBody>
      </p:sp>
      <p:cxnSp>
        <p:nvCxnSpPr>
          <p:cNvPr id="96" name="Straight Arrow Connector 95">
            <a:extLst>
              <a:ext uri="{FF2B5EF4-FFF2-40B4-BE49-F238E27FC236}">
                <a16:creationId xmlns:a16="http://schemas.microsoft.com/office/drawing/2014/main" id="{4DE90F2A-ED86-4442-EF07-28C4322AC8B0}"/>
              </a:ext>
            </a:extLst>
          </p:cNvPr>
          <p:cNvCxnSpPr>
            <a:cxnSpLocks/>
            <a:stCxn id="72" idx="1"/>
            <a:endCxn id="77" idx="3"/>
          </p:cNvCxnSpPr>
          <p:nvPr/>
        </p:nvCxnSpPr>
        <p:spPr>
          <a:xfrm flipH="1">
            <a:off x="4067460" y="2609985"/>
            <a:ext cx="943660" cy="0"/>
          </a:xfrm>
          <a:prstGeom prst="straightConnector1">
            <a:avLst/>
          </a:prstGeom>
          <a:noFill/>
          <a:ln w="19050" cap="flat" cmpd="sng" algn="ctr">
            <a:solidFill>
              <a:srgbClr val="522B8D"/>
            </a:solidFill>
            <a:prstDash val="solid"/>
            <a:tailEnd type="triangle"/>
          </a:ln>
          <a:effectLst/>
        </p:spPr>
      </p:cxnSp>
      <p:sp>
        <p:nvSpPr>
          <p:cNvPr id="97" name="TextBox 96">
            <a:extLst>
              <a:ext uri="{FF2B5EF4-FFF2-40B4-BE49-F238E27FC236}">
                <a16:creationId xmlns:a16="http://schemas.microsoft.com/office/drawing/2014/main" id="{E678B848-2FB8-A6E6-31A3-EF01FE6F5B37}"/>
              </a:ext>
            </a:extLst>
          </p:cNvPr>
          <p:cNvSpPr txBox="1"/>
          <p:nvPr/>
        </p:nvSpPr>
        <p:spPr bwMode="auto">
          <a:xfrm>
            <a:off x="4023764" y="2617163"/>
            <a:ext cx="103105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algn="ctr" eaLnBrk="1" hangingPunct="1">
              <a:spcBef>
                <a:spcPct val="50000"/>
              </a:spcBef>
            </a:pPr>
            <a:r>
              <a:rPr lang="ja-JP" altLang="en-US" sz="1100" dirty="0">
                <a:solidFill>
                  <a:srgbClr val="4B4B4B"/>
                </a:solidFill>
                <a:latin typeface="+mn-ea"/>
                <a:ea typeface="+mn-ea"/>
                <a:cs typeface="Arial" panose="020B0604020202020204" pitchFamily="34" charset="0"/>
              </a:rPr>
              <a:t>製品開発要求</a:t>
            </a:r>
            <a:endParaRPr lang="en-US" sz="1100" dirty="0">
              <a:solidFill>
                <a:srgbClr val="4B4B4B"/>
              </a:solidFill>
              <a:latin typeface="+mn-ea"/>
              <a:ea typeface="+mn-ea"/>
              <a:cs typeface="Arial" panose="020B0604020202020204" pitchFamily="34" charset="0"/>
            </a:endParaRPr>
          </a:p>
        </p:txBody>
      </p:sp>
      <p:cxnSp>
        <p:nvCxnSpPr>
          <p:cNvPr id="98" name="Straight Arrow Connector 97">
            <a:extLst>
              <a:ext uri="{FF2B5EF4-FFF2-40B4-BE49-F238E27FC236}">
                <a16:creationId xmlns:a16="http://schemas.microsoft.com/office/drawing/2014/main" id="{565B1E27-49B6-324E-AAA1-3F162A59ED58}"/>
              </a:ext>
            </a:extLst>
          </p:cNvPr>
          <p:cNvCxnSpPr>
            <a:cxnSpLocks/>
            <a:stCxn id="77" idx="2"/>
            <a:endCxn id="78" idx="0"/>
          </p:cNvCxnSpPr>
          <p:nvPr/>
        </p:nvCxnSpPr>
        <p:spPr>
          <a:xfrm>
            <a:off x="2972754" y="2789177"/>
            <a:ext cx="0" cy="792190"/>
          </a:xfrm>
          <a:prstGeom prst="straightConnector1">
            <a:avLst/>
          </a:prstGeom>
          <a:noFill/>
          <a:ln w="19050" cap="flat" cmpd="sng" algn="ctr">
            <a:solidFill>
              <a:srgbClr val="522B8D"/>
            </a:solidFill>
            <a:prstDash val="solid"/>
            <a:headEnd type="none" w="med" len="med"/>
            <a:tailEnd type="triangle" w="med" len="med"/>
          </a:ln>
          <a:effectLst/>
        </p:spPr>
      </p:cxnSp>
      <p:sp>
        <p:nvSpPr>
          <p:cNvPr id="99" name="TextBox 98">
            <a:extLst>
              <a:ext uri="{FF2B5EF4-FFF2-40B4-BE49-F238E27FC236}">
                <a16:creationId xmlns:a16="http://schemas.microsoft.com/office/drawing/2014/main" id="{CB0C91B3-D1FF-DE2E-1E4F-461ED2610BA8}"/>
              </a:ext>
            </a:extLst>
          </p:cNvPr>
          <p:cNvSpPr txBox="1"/>
          <p:nvPr/>
        </p:nvSpPr>
        <p:spPr bwMode="auto">
          <a:xfrm>
            <a:off x="2970935" y="3036035"/>
            <a:ext cx="138371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algn="ctr" eaLnBrk="1" hangingPunct="1">
              <a:spcBef>
                <a:spcPct val="50000"/>
              </a:spcBef>
            </a:pPr>
            <a:r>
              <a:rPr lang="ja-JP" altLang="en-US" sz="1100" dirty="0">
                <a:solidFill>
                  <a:srgbClr val="4B4B4B"/>
                </a:solidFill>
                <a:latin typeface="+mn-ea"/>
                <a:ea typeface="+mn-ea"/>
                <a:cs typeface="Arial" panose="020B0604020202020204" pitchFamily="34" charset="0"/>
              </a:rPr>
              <a:t>製品仕様</a:t>
            </a:r>
            <a:r>
              <a:rPr lang="en-US" altLang="ja-JP" sz="1100" dirty="0">
                <a:solidFill>
                  <a:srgbClr val="4B4B4B"/>
                </a:solidFill>
                <a:latin typeface="+mn-ea"/>
                <a:ea typeface="+mn-ea"/>
                <a:cs typeface="Arial" panose="020B0604020202020204" pitchFamily="34" charset="0"/>
              </a:rPr>
              <a:t>/</a:t>
            </a:r>
            <a:r>
              <a:rPr lang="ja-JP" altLang="en-US" sz="1100" dirty="0">
                <a:solidFill>
                  <a:srgbClr val="4B4B4B"/>
                </a:solidFill>
                <a:latin typeface="+mn-ea"/>
                <a:ea typeface="+mn-ea"/>
                <a:cs typeface="Arial" panose="020B0604020202020204" pitchFamily="34" charset="0"/>
              </a:rPr>
              <a:t>開発計画</a:t>
            </a:r>
            <a:endParaRPr lang="en-US" sz="1100" dirty="0">
              <a:solidFill>
                <a:srgbClr val="4B4B4B"/>
              </a:solidFill>
              <a:latin typeface="+mn-ea"/>
              <a:ea typeface="+mn-ea"/>
              <a:cs typeface="Arial" panose="020B0604020202020204" pitchFamily="34" charset="0"/>
            </a:endParaRPr>
          </a:p>
        </p:txBody>
      </p:sp>
      <p:cxnSp>
        <p:nvCxnSpPr>
          <p:cNvPr id="100" name="Connector: Elbow 99">
            <a:extLst>
              <a:ext uri="{FF2B5EF4-FFF2-40B4-BE49-F238E27FC236}">
                <a16:creationId xmlns:a16="http://schemas.microsoft.com/office/drawing/2014/main" id="{78E53622-6CD8-C74D-6729-331CB505A40C}"/>
              </a:ext>
            </a:extLst>
          </p:cNvPr>
          <p:cNvCxnSpPr>
            <a:cxnSpLocks/>
            <a:stCxn id="68" idx="2"/>
            <a:endCxn id="75" idx="3"/>
          </p:cNvCxnSpPr>
          <p:nvPr/>
        </p:nvCxnSpPr>
        <p:spPr>
          <a:xfrm rot="16200000" flipH="1">
            <a:off x="7670228" y="2247756"/>
            <a:ext cx="2121049" cy="3205703"/>
          </a:xfrm>
          <a:prstGeom prst="bentConnector4">
            <a:avLst>
              <a:gd name="adj1" fmla="val 33472"/>
              <a:gd name="adj2" fmla="val 105942"/>
            </a:avLst>
          </a:prstGeom>
          <a:noFill/>
          <a:ln w="19050" cap="flat" cmpd="sng" algn="ctr">
            <a:solidFill>
              <a:srgbClr val="522B8D"/>
            </a:solidFill>
            <a:prstDash val="solid"/>
            <a:tailEnd type="triangle"/>
          </a:ln>
          <a:effectLst/>
        </p:spPr>
      </p:cxnSp>
      <p:sp>
        <p:nvSpPr>
          <p:cNvPr id="101" name="TextBox 100">
            <a:extLst>
              <a:ext uri="{FF2B5EF4-FFF2-40B4-BE49-F238E27FC236}">
                <a16:creationId xmlns:a16="http://schemas.microsoft.com/office/drawing/2014/main" id="{8877FAF7-2500-76E5-B01E-AF5741131FF6}"/>
              </a:ext>
            </a:extLst>
          </p:cNvPr>
          <p:cNvSpPr txBox="1"/>
          <p:nvPr/>
        </p:nvSpPr>
        <p:spPr bwMode="auto">
          <a:xfrm>
            <a:off x="7297901" y="3235109"/>
            <a:ext cx="7489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algn="ctr" eaLnBrk="1" hangingPunct="1">
              <a:spcBef>
                <a:spcPct val="50000"/>
              </a:spcBef>
            </a:pPr>
            <a:r>
              <a:rPr lang="ja-JP" altLang="en-US" sz="1100" dirty="0">
                <a:solidFill>
                  <a:srgbClr val="4B4B4B"/>
                </a:solidFill>
                <a:latin typeface="+mn-ea"/>
                <a:ea typeface="+mn-ea"/>
                <a:cs typeface="Arial" panose="020B0604020202020204" pitchFamily="34" charset="0"/>
              </a:rPr>
              <a:t>納期情報</a:t>
            </a:r>
            <a:endParaRPr lang="en-US" sz="1100" dirty="0">
              <a:solidFill>
                <a:srgbClr val="4B4B4B"/>
              </a:solidFill>
              <a:latin typeface="+mn-ea"/>
              <a:ea typeface="+mn-ea"/>
              <a:cs typeface="Arial" panose="020B0604020202020204" pitchFamily="34" charset="0"/>
            </a:endParaRPr>
          </a:p>
        </p:txBody>
      </p:sp>
      <p:sp>
        <p:nvSpPr>
          <p:cNvPr id="102" name="TextBox 101">
            <a:extLst>
              <a:ext uri="{FF2B5EF4-FFF2-40B4-BE49-F238E27FC236}">
                <a16:creationId xmlns:a16="http://schemas.microsoft.com/office/drawing/2014/main" id="{48766B0E-7FA4-576B-71CB-0AAA3E2170B0}"/>
              </a:ext>
            </a:extLst>
          </p:cNvPr>
          <p:cNvSpPr txBox="1"/>
          <p:nvPr/>
        </p:nvSpPr>
        <p:spPr bwMode="auto">
          <a:xfrm>
            <a:off x="1792391" y="3926546"/>
            <a:ext cx="103105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eaLnBrk="1" hangingPunct="1">
              <a:spcBef>
                <a:spcPct val="50000"/>
              </a:spcBef>
            </a:pPr>
            <a:r>
              <a:rPr lang="ja-JP" altLang="en-US" sz="1100" dirty="0">
                <a:solidFill>
                  <a:srgbClr val="4B4B4B"/>
                </a:solidFill>
                <a:latin typeface="+mn-ea"/>
                <a:ea typeface="+mn-ea"/>
                <a:cs typeface="Arial" panose="020B0604020202020204" pitchFamily="34" charset="0"/>
              </a:rPr>
              <a:t>製品情報</a:t>
            </a:r>
            <a:r>
              <a:rPr lang="en-US" altLang="ja-JP" sz="1100" dirty="0">
                <a:solidFill>
                  <a:srgbClr val="4B4B4B"/>
                </a:solidFill>
                <a:latin typeface="+mn-ea"/>
                <a:ea typeface="+mn-ea"/>
                <a:cs typeface="Arial" panose="020B0604020202020204" pitchFamily="34" charset="0"/>
              </a:rPr>
              <a:t>/</a:t>
            </a:r>
            <a:br>
              <a:rPr lang="en-US" altLang="ja-JP" sz="1100" dirty="0">
                <a:solidFill>
                  <a:srgbClr val="4B4B4B"/>
                </a:solidFill>
                <a:latin typeface="+mn-ea"/>
                <a:ea typeface="+mn-ea"/>
                <a:cs typeface="Arial" panose="020B0604020202020204" pitchFamily="34" charset="0"/>
              </a:rPr>
            </a:br>
            <a:r>
              <a:rPr lang="ja-JP" altLang="en-US" sz="1100" dirty="0">
                <a:solidFill>
                  <a:srgbClr val="4B4B4B"/>
                </a:solidFill>
                <a:latin typeface="+mn-ea"/>
                <a:ea typeface="+mn-ea"/>
                <a:cs typeface="Arial" panose="020B0604020202020204" pitchFamily="34" charset="0"/>
              </a:rPr>
              <a:t>承認済み図面</a:t>
            </a:r>
            <a:endParaRPr lang="en-US" sz="1100" dirty="0">
              <a:solidFill>
                <a:srgbClr val="4B4B4B"/>
              </a:solidFill>
              <a:latin typeface="+mn-ea"/>
              <a:ea typeface="+mn-ea"/>
              <a:cs typeface="Arial" panose="020B0604020202020204" pitchFamily="34" charset="0"/>
            </a:endParaRPr>
          </a:p>
        </p:txBody>
      </p:sp>
      <p:cxnSp>
        <p:nvCxnSpPr>
          <p:cNvPr id="103" name="Straight Arrow Connector 102">
            <a:extLst>
              <a:ext uri="{FF2B5EF4-FFF2-40B4-BE49-F238E27FC236}">
                <a16:creationId xmlns:a16="http://schemas.microsoft.com/office/drawing/2014/main" id="{77D8D1D9-7DDA-AE38-1E20-047A39CD3390}"/>
              </a:ext>
            </a:extLst>
          </p:cNvPr>
          <p:cNvCxnSpPr>
            <a:cxnSpLocks/>
            <a:stCxn id="78" idx="2"/>
            <a:endCxn id="79" idx="0"/>
          </p:cNvCxnSpPr>
          <p:nvPr/>
        </p:nvCxnSpPr>
        <p:spPr>
          <a:xfrm>
            <a:off x="2972754" y="3939751"/>
            <a:ext cx="0" cy="792190"/>
          </a:xfrm>
          <a:prstGeom prst="straightConnector1">
            <a:avLst/>
          </a:prstGeom>
          <a:noFill/>
          <a:ln w="19050" cap="flat" cmpd="sng" algn="ctr">
            <a:solidFill>
              <a:srgbClr val="522B8D"/>
            </a:solidFill>
            <a:prstDash val="solid"/>
            <a:headEnd type="none" w="med" len="med"/>
            <a:tailEnd type="triangle" w="med" len="med"/>
          </a:ln>
          <a:effectLst/>
        </p:spPr>
      </p:cxnSp>
      <p:cxnSp>
        <p:nvCxnSpPr>
          <p:cNvPr id="104" name="Connector: Elbow 103">
            <a:extLst>
              <a:ext uri="{FF2B5EF4-FFF2-40B4-BE49-F238E27FC236}">
                <a16:creationId xmlns:a16="http://schemas.microsoft.com/office/drawing/2014/main" id="{B6282DBB-21F5-36DC-E302-9A26FC477983}"/>
              </a:ext>
            </a:extLst>
          </p:cNvPr>
          <p:cNvCxnSpPr>
            <a:cxnSpLocks/>
            <a:stCxn id="78" idx="3"/>
            <a:endCxn id="74" idx="1"/>
          </p:cNvCxnSpPr>
          <p:nvPr/>
        </p:nvCxnSpPr>
        <p:spPr>
          <a:xfrm>
            <a:off x="4067460" y="3760559"/>
            <a:ext cx="943660" cy="1150574"/>
          </a:xfrm>
          <a:prstGeom prst="bentConnector3">
            <a:avLst>
              <a:gd name="adj1" fmla="val 38695"/>
            </a:avLst>
          </a:prstGeom>
          <a:noFill/>
          <a:ln w="19050" cap="flat" cmpd="sng" algn="ctr">
            <a:solidFill>
              <a:srgbClr val="522B8D"/>
            </a:solidFill>
            <a:prstDash val="solid"/>
            <a:tailEnd type="triangle"/>
          </a:ln>
          <a:effectLst/>
        </p:spPr>
      </p:cxnSp>
      <p:sp>
        <p:nvSpPr>
          <p:cNvPr id="105" name="TextBox 104">
            <a:extLst>
              <a:ext uri="{FF2B5EF4-FFF2-40B4-BE49-F238E27FC236}">
                <a16:creationId xmlns:a16="http://schemas.microsoft.com/office/drawing/2014/main" id="{C9FD4FAD-1E8D-EA6A-E922-C071C9B795D1}"/>
              </a:ext>
            </a:extLst>
          </p:cNvPr>
          <p:cNvSpPr txBox="1"/>
          <p:nvPr/>
        </p:nvSpPr>
        <p:spPr bwMode="auto">
          <a:xfrm>
            <a:off x="4440792" y="4082484"/>
            <a:ext cx="8130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eaLnBrk="1" hangingPunct="1">
              <a:spcBef>
                <a:spcPct val="50000"/>
              </a:spcBef>
            </a:pPr>
            <a:r>
              <a:rPr lang="ja-JP" altLang="en-US" sz="1100" dirty="0">
                <a:solidFill>
                  <a:srgbClr val="4B4B4B"/>
                </a:solidFill>
                <a:latin typeface="+mn-ea"/>
                <a:ea typeface="+mn-ea"/>
                <a:cs typeface="Arial" panose="020B0604020202020204" pitchFamily="34" charset="0"/>
              </a:rPr>
              <a:t>製品情報</a:t>
            </a:r>
            <a:r>
              <a:rPr lang="en-US" altLang="ja-JP" sz="1100" dirty="0">
                <a:solidFill>
                  <a:srgbClr val="4B4B4B"/>
                </a:solidFill>
                <a:latin typeface="+mn-ea"/>
                <a:ea typeface="+mn-ea"/>
                <a:cs typeface="Arial" panose="020B0604020202020204" pitchFamily="34" charset="0"/>
              </a:rPr>
              <a:t>/</a:t>
            </a:r>
            <a:br>
              <a:rPr lang="en-US" altLang="ja-JP" sz="1100" dirty="0">
                <a:solidFill>
                  <a:srgbClr val="4B4B4B"/>
                </a:solidFill>
                <a:latin typeface="+mn-ea"/>
                <a:ea typeface="+mn-ea"/>
                <a:cs typeface="Arial" panose="020B0604020202020204" pitchFamily="34" charset="0"/>
              </a:rPr>
            </a:br>
            <a:r>
              <a:rPr lang="en-US" altLang="ja-JP" sz="1100" dirty="0">
                <a:solidFill>
                  <a:srgbClr val="4B4B4B"/>
                </a:solidFill>
                <a:latin typeface="+mn-ea"/>
                <a:ea typeface="+mn-ea"/>
                <a:cs typeface="Arial" panose="020B0604020202020204" pitchFamily="34" charset="0"/>
              </a:rPr>
              <a:t>E-BOM</a:t>
            </a:r>
            <a:endParaRPr lang="en-US" sz="1100" dirty="0">
              <a:solidFill>
                <a:srgbClr val="4B4B4B"/>
              </a:solidFill>
              <a:latin typeface="+mn-ea"/>
              <a:ea typeface="+mn-ea"/>
              <a:cs typeface="Arial" panose="020B0604020202020204" pitchFamily="34" charset="0"/>
            </a:endParaRPr>
          </a:p>
        </p:txBody>
      </p:sp>
      <p:sp>
        <p:nvSpPr>
          <p:cNvPr id="106" name="TextBox 105">
            <a:extLst>
              <a:ext uri="{FF2B5EF4-FFF2-40B4-BE49-F238E27FC236}">
                <a16:creationId xmlns:a16="http://schemas.microsoft.com/office/drawing/2014/main" id="{D8781924-034A-9FA3-7687-0BF50186F5CA}"/>
              </a:ext>
            </a:extLst>
          </p:cNvPr>
          <p:cNvSpPr txBox="1"/>
          <p:nvPr/>
        </p:nvSpPr>
        <p:spPr bwMode="auto">
          <a:xfrm>
            <a:off x="2985912" y="4367199"/>
            <a:ext cx="66075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eaLnBrk="1" hangingPunct="1">
              <a:spcBef>
                <a:spcPct val="50000"/>
              </a:spcBef>
            </a:pPr>
            <a:r>
              <a:rPr lang="en-US" altLang="ja-JP" sz="1100" dirty="0">
                <a:solidFill>
                  <a:srgbClr val="4B4B4B"/>
                </a:solidFill>
                <a:latin typeface="+mn-ea"/>
                <a:ea typeface="+mn-ea"/>
                <a:cs typeface="Arial" panose="020B0604020202020204" pitchFamily="34" charset="0"/>
              </a:rPr>
              <a:t>E-BOM</a:t>
            </a:r>
            <a:endParaRPr lang="en-US" sz="1100" dirty="0">
              <a:solidFill>
                <a:srgbClr val="4B4B4B"/>
              </a:solidFill>
              <a:latin typeface="+mn-ea"/>
              <a:ea typeface="+mn-ea"/>
              <a:cs typeface="Arial" panose="020B0604020202020204" pitchFamily="34" charset="0"/>
            </a:endParaRPr>
          </a:p>
        </p:txBody>
      </p:sp>
      <p:cxnSp>
        <p:nvCxnSpPr>
          <p:cNvPr id="107" name="Straight Arrow Connector 106">
            <a:extLst>
              <a:ext uri="{FF2B5EF4-FFF2-40B4-BE49-F238E27FC236}">
                <a16:creationId xmlns:a16="http://schemas.microsoft.com/office/drawing/2014/main" id="{0251C49D-85C0-76F2-E8DE-50C9E64A9F0A}"/>
              </a:ext>
            </a:extLst>
          </p:cNvPr>
          <p:cNvCxnSpPr>
            <a:stCxn id="79" idx="3"/>
            <a:endCxn id="74" idx="1"/>
          </p:cNvCxnSpPr>
          <p:nvPr/>
        </p:nvCxnSpPr>
        <p:spPr>
          <a:xfrm>
            <a:off x="4067460" y="4911133"/>
            <a:ext cx="943660" cy="0"/>
          </a:xfrm>
          <a:prstGeom prst="straightConnector1">
            <a:avLst/>
          </a:prstGeom>
          <a:noFill/>
          <a:ln w="19050" cap="flat" cmpd="sng" algn="ctr">
            <a:solidFill>
              <a:srgbClr val="522B8D"/>
            </a:solidFill>
            <a:prstDash val="solid"/>
            <a:tailEnd type="triangle"/>
          </a:ln>
          <a:effectLst/>
        </p:spPr>
      </p:cxnSp>
      <p:sp>
        <p:nvSpPr>
          <p:cNvPr id="108" name="TextBox 107">
            <a:extLst>
              <a:ext uri="{FF2B5EF4-FFF2-40B4-BE49-F238E27FC236}">
                <a16:creationId xmlns:a16="http://schemas.microsoft.com/office/drawing/2014/main" id="{C0560D17-4FDF-D0F8-92C1-2874AB2FB7F0}"/>
              </a:ext>
            </a:extLst>
          </p:cNvPr>
          <p:cNvSpPr txBox="1"/>
          <p:nvPr/>
        </p:nvSpPr>
        <p:spPr bwMode="auto">
          <a:xfrm>
            <a:off x="4027858" y="4937590"/>
            <a:ext cx="117211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eaLnBrk="1" hangingPunct="1">
              <a:spcBef>
                <a:spcPct val="50000"/>
              </a:spcBef>
            </a:pPr>
            <a:r>
              <a:rPr lang="ja-JP" altLang="en-US" sz="1100" dirty="0">
                <a:solidFill>
                  <a:srgbClr val="4B4B4B"/>
                </a:solidFill>
                <a:latin typeface="+mn-ea"/>
                <a:ea typeface="+mn-ea"/>
                <a:cs typeface="Arial" panose="020B0604020202020204" pitchFamily="34" charset="0"/>
              </a:rPr>
              <a:t>設計変更日時・</a:t>
            </a:r>
            <a:br>
              <a:rPr lang="en-US" altLang="ja-JP" sz="1100" dirty="0">
                <a:solidFill>
                  <a:srgbClr val="4B4B4B"/>
                </a:solidFill>
                <a:latin typeface="+mn-ea"/>
                <a:ea typeface="+mn-ea"/>
                <a:cs typeface="Arial" panose="020B0604020202020204" pitchFamily="34" charset="0"/>
              </a:rPr>
            </a:br>
            <a:r>
              <a:rPr lang="ja-JP" altLang="en-US" sz="1100" dirty="0">
                <a:solidFill>
                  <a:srgbClr val="4B4B4B"/>
                </a:solidFill>
                <a:latin typeface="+mn-ea"/>
                <a:ea typeface="+mn-ea"/>
                <a:cs typeface="Arial" panose="020B0604020202020204" pitchFamily="34" charset="0"/>
              </a:rPr>
              <a:t>設計変更内容</a:t>
            </a:r>
            <a:endParaRPr lang="en-US" altLang="ja-JP" sz="1100" dirty="0">
              <a:solidFill>
                <a:srgbClr val="4B4B4B"/>
              </a:solidFill>
              <a:latin typeface="+mn-ea"/>
              <a:ea typeface="+mn-ea"/>
              <a:cs typeface="Arial" panose="020B0604020202020204" pitchFamily="34" charset="0"/>
            </a:endParaRPr>
          </a:p>
        </p:txBody>
      </p:sp>
      <p:sp>
        <p:nvSpPr>
          <p:cNvPr id="109" name="TextBox 108">
            <a:extLst>
              <a:ext uri="{FF2B5EF4-FFF2-40B4-BE49-F238E27FC236}">
                <a16:creationId xmlns:a16="http://schemas.microsoft.com/office/drawing/2014/main" id="{65901119-F8CC-FBBE-1F59-0A89FAC22DD2}"/>
              </a:ext>
            </a:extLst>
          </p:cNvPr>
          <p:cNvSpPr txBox="1"/>
          <p:nvPr/>
        </p:nvSpPr>
        <p:spPr bwMode="auto">
          <a:xfrm>
            <a:off x="1878048" y="5792615"/>
            <a:ext cx="273426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eaLnBrk="1" hangingPunct="1">
              <a:spcBef>
                <a:spcPct val="50000"/>
              </a:spcBef>
            </a:pPr>
            <a:r>
              <a:rPr lang="en-US" altLang="ja-JP" sz="1100" dirty="0">
                <a:solidFill>
                  <a:srgbClr val="4B4B4B"/>
                </a:solidFill>
                <a:latin typeface="+mn-ea"/>
                <a:ea typeface="+mn-ea"/>
                <a:cs typeface="Arial" panose="020B0604020202020204" pitchFamily="34" charset="0"/>
              </a:rPr>
              <a:t>QCD</a:t>
            </a:r>
            <a:r>
              <a:rPr lang="ja-JP" altLang="en-US" sz="1100" dirty="0">
                <a:solidFill>
                  <a:srgbClr val="4B4B4B"/>
                </a:solidFill>
                <a:latin typeface="+mn-ea"/>
                <a:ea typeface="+mn-ea"/>
                <a:cs typeface="Arial" panose="020B0604020202020204" pitchFamily="34" charset="0"/>
              </a:rPr>
              <a:t>管理、工程単位・部品単位の原価管理</a:t>
            </a:r>
            <a:endParaRPr lang="en-US" sz="1100" dirty="0">
              <a:solidFill>
                <a:srgbClr val="4B4B4B"/>
              </a:solidFill>
              <a:latin typeface="+mn-ea"/>
              <a:ea typeface="+mn-ea"/>
              <a:cs typeface="Arial" panose="020B0604020202020204" pitchFamily="34" charset="0"/>
            </a:endParaRPr>
          </a:p>
        </p:txBody>
      </p:sp>
      <p:sp>
        <p:nvSpPr>
          <p:cNvPr id="110" name="Rectangle 109">
            <a:extLst>
              <a:ext uri="{FF2B5EF4-FFF2-40B4-BE49-F238E27FC236}">
                <a16:creationId xmlns:a16="http://schemas.microsoft.com/office/drawing/2014/main" id="{9A66B56E-A954-0D35-A4CB-FD565C0C5833}"/>
              </a:ext>
            </a:extLst>
          </p:cNvPr>
          <p:cNvSpPr/>
          <p:nvPr/>
        </p:nvSpPr>
        <p:spPr bwMode="auto">
          <a:xfrm>
            <a:off x="2985914" y="3902790"/>
            <a:ext cx="1447614" cy="446294"/>
          </a:xfrm>
          <a:prstGeom prst="rect">
            <a:avLst/>
          </a:prstGeom>
          <a:solidFill>
            <a:srgbClr val="FFFFFF"/>
          </a:solidFill>
          <a:ln>
            <a:solidFill>
              <a:srgbClr val="FF0000"/>
            </a:solid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0000"/>
                </a:solidFill>
                <a:effectLst/>
                <a:uLnTx/>
                <a:uFillTx/>
                <a:latin typeface="+mn-ea"/>
                <a:ea typeface="+mn-ea"/>
              </a:rPr>
              <a:t>Green-BOM</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FF0000"/>
                </a:solidFill>
                <a:effectLst/>
                <a:uLnTx/>
                <a:uFillTx/>
                <a:latin typeface="+mn-ea"/>
                <a:ea typeface="+mn-ea"/>
              </a:rPr>
              <a:t>概念追加への対応。</a:t>
            </a:r>
            <a:endParaRPr kumimoji="0" lang="en-US" sz="1200" b="0" i="0" u="none" strike="noStrike" kern="0" cap="none" spc="0" normalizeH="0" baseline="0" noProof="0" dirty="0">
              <a:ln>
                <a:noFill/>
              </a:ln>
              <a:solidFill>
                <a:srgbClr val="FF0000"/>
              </a:solidFill>
              <a:effectLst/>
              <a:uLnTx/>
              <a:uFillTx/>
              <a:latin typeface="+mn-ea"/>
              <a:ea typeface="+mn-ea"/>
            </a:endParaRPr>
          </a:p>
        </p:txBody>
      </p:sp>
      <p:cxnSp>
        <p:nvCxnSpPr>
          <p:cNvPr id="111" name="Straight Arrow Connector 110">
            <a:extLst>
              <a:ext uri="{FF2B5EF4-FFF2-40B4-BE49-F238E27FC236}">
                <a16:creationId xmlns:a16="http://schemas.microsoft.com/office/drawing/2014/main" id="{ABACEB97-CD7D-E6FB-F4DA-DC5BC0F3B2FD}"/>
              </a:ext>
            </a:extLst>
          </p:cNvPr>
          <p:cNvCxnSpPr>
            <a:cxnSpLocks/>
            <a:stCxn id="110" idx="2"/>
            <a:endCxn id="106" idx="3"/>
          </p:cNvCxnSpPr>
          <p:nvPr/>
        </p:nvCxnSpPr>
        <p:spPr>
          <a:xfrm flipH="1">
            <a:off x="3646670" y="4349084"/>
            <a:ext cx="63051" cy="148920"/>
          </a:xfrm>
          <a:prstGeom prst="straightConnector1">
            <a:avLst/>
          </a:prstGeom>
          <a:noFill/>
          <a:ln w="19050" cap="flat" cmpd="sng" algn="ctr">
            <a:solidFill>
              <a:srgbClr val="FF0000"/>
            </a:solidFill>
            <a:prstDash val="solid"/>
            <a:tailEnd type="triangle"/>
          </a:ln>
          <a:effectLst/>
        </p:spPr>
      </p:cxnSp>
      <p:sp>
        <p:nvSpPr>
          <p:cNvPr id="112" name="Rectangle 111">
            <a:extLst>
              <a:ext uri="{FF2B5EF4-FFF2-40B4-BE49-F238E27FC236}">
                <a16:creationId xmlns:a16="http://schemas.microsoft.com/office/drawing/2014/main" id="{A789FAB3-6960-A74A-DB1B-5E7A569BAB77}"/>
              </a:ext>
            </a:extLst>
          </p:cNvPr>
          <p:cNvSpPr/>
          <p:nvPr/>
        </p:nvSpPr>
        <p:spPr bwMode="auto">
          <a:xfrm>
            <a:off x="1822725" y="5296952"/>
            <a:ext cx="1346604" cy="446294"/>
          </a:xfrm>
          <a:prstGeom prst="rect">
            <a:avLst/>
          </a:prstGeom>
          <a:solidFill>
            <a:srgbClr val="FFFFFF"/>
          </a:solidFill>
          <a:ln>
            <a:solidFill>
              <a:srgbClr val="FF0000"/>
            </a:solid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FF0000"/>
                </a:solidFill>
                <a:effectLst/>
                <a:uLnTx/>
                <a:uFillTx/>
                <a:latin typeface="+mn-ea"/>
                <a:ea typeface="+mn-ea"/>
              </a:rPr>
              <a:t>頻繁な変更管理</a:t>
            </a:r>
            <a:endParaRPr kumimoji="0" lang="en-US" altLang="ja-JP" sz="1200" b="0" i="0" u="none" strike="noStrike" kern="0" cap="none" spc="0" normalizeH="0" baseline="0" noProof="0" dirty="0">
              <a:ln>
                <a:noFill/>
              </a:ln>
              <a:solidFill>
                <a:srgbClr val="FF0000"/>
              </a:solidFill>
              <a:effectLst/>
              <a:uLnTx/>
              <a:uFillTx/>
              <a:latin typeface="+mn-ea"/>
              <a:ea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FF0000"/>
                </a:solidFill>
                <a:effectLst/>
                <a:uLnTx/>
                <a:uFillTx/>
                <a:latin typeface="+mn-ea"/>
                <a:ea typeface="+mn-ea"/>
              </a:rPr>
              <a:t>への対応。</a:t>
            </a:r>
            <a:endParaRPr kumimoji="0" lang="en-US" sz="1200" b="0" i="0" u="none" strike="noStrike" kern="0" cap="none" spc="0" normalizeH="0" baseline="0" noProof="0" dirty="0">
              <a:ln>
                <a:noFill/>
              </a:ln>
              <a:solidFill>
                <a:srgbClr val="FF0000"/>
              </a:solidFill>
              <a:effectLst/>
              <a:uLnTx/>
              <a:uFillTx/>
              <a:latin typeface="+mn-ea"/>
              <a:ea typeface="+mn-ea"/>
            </a:endParaRPr>
          </a:p>
        </p:txBody>
      </p:sp>
      <p:cxnSp>
        <p:nvCxnSpPr>
          <p:cNvPr id="113" name="Straight Arrow Connector 112">
            <a:extLst>
              <a:ext uri="{FF2B5EF4-FFF2-40B4-BE49-F238E27FC236}">
                <a16:creationId xmlns:a16="http://schemas.microsoft.com/office/drawing/2014/main" id="{BB26E641-4634-D6A5-D77A-D41170CA1844}"/>
              </a:ext>
            </a:extLst>
          </p:cNvPr>
          <p:cNvCxnSpPr>
            <a:cxnSpLocks/>
            <a:stCxn id="112" idx="0"/>
            <a:endCxn id="79" idx="2"/>
          </p:cNvCxnSpPr>
          <p:nvPr/>
        </p:nvCxnSpPr>
        <p:spPr>
          <a:xfrm flipV="1">
            <a:off x="2496027" y="5090325"/>
            <a:ext cx="476727" cy="206627"/>
          </a:xfrm>
          <a:prstGeom prst="straightConnector1">
            <a:avLst/>
          </a:prstGeom>
          <a:noFill/>
          <a:ln w="19050" cap="flat" cmpd="sng" algn="ctr">
            <a:solidFill>
              <a:srgbClr val="FF0000"/>
            </a:solidFill>
            <a:prstDash val="solid"/>
            <a:tailEnd type="triangle"/>
          </a:ln>
          <a:effectLst/>
        </p:spPr>
      </p:cxnSp>
      <p:sp>
        <p:nvSpPr>
          <p:cNvPr id="114" name="Rectangle 113">
            <a:extLst>
              <a:ext uri="{FF2B5EF4-FFF2-40B4-BE49-F238E27FC236}">
                <a16:creationId xmlns:a16="http://schemas.microsoft.com/office/drawing/2014/main" id="{6B109AB7-B718-005F-A43E-23E580D3BB69}"/>
              </a:ext>
            </a:extLst>
          </p:cNvPr>
          <p:cNvSpPr/>
          <p:nvPr/>
        </p:nvSpPr>
        <p:spPr bwMode="auto">
          <a:xfrm>
            <a:off x="1758584" y="6121902"/>
            <a:ext cx="8694484" cy="315642"/>
          </a:xfrm>
          <a:prstGeom prst="rect">
            <a:avLst/>
          </a:prstGeom>
          <a:solidFill>
            <a:srgbClr val="B09AC9">
              <a:lumMod val="20000"/>
              <a:lumOff val="80000"/>
            </a:srgbClr>
          </a:solidFill>
          <a:ln>
            <a:solidFill>
              <a:srgbClr val="B09AC9">
                <a:lumMod val="50000"/>
              </a:srgbClr>
            </a:solidFill>
          </a:ln>
        </p:spPr>
        <p:txBody>
          <a:bodyPr wrap="none" rtlCol="0" anchor="b"/>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000000"/>
                </a:solidFill>
                <a:effectLst/>
                <a:uLnTx/>
                <a:uFillTx/>
                <a:latin typeface="+mn-ea"/>
                <a:ea typeface="+mn-ea"/>
              </a:rPr>
              <a:t>データ分析基盤</a:t>
            </a:r>
            <a:endParaRPr kumimoji="0" lang="en-US" sz="1400" b="1" i="0" u="none" strike="noStrike" kern="0" cap="none" spc="0" normalizeH="0" baseline="0" noProof="0" dirty="0">
              <a:ln>
                <a:noFill/>
              </a:ln>
              <a:solidFill>
                <a:srgbClr val="000000"/>
              </a:solidFill>
              <a:effectLst/>
              <a:uLnTx/>
              <a:uFillTx/>
              <a:latin typeface="+mn-ea"/>
              <a:ea typeface="+mn-ea"/>
            </a:endParaRPr>
          </a:p>
        </p:txBody>
      </p:sp>
      <p:sp>
        <p:nvSpPr>
          <p:cNvPr id="115" name="Rectangle 114">
            <a:extLst>
              <a:ext uri="{FF2B5EF4-FFF2-40B4-BE49-F238E27FC236}">
                <a16:creationId xmlns:a16="http://schemas.microsoft.com/office/drawing/2014/main" id="{FF7F52BB-D836-B1DB-CD32-EE5307F44C13}"/>
              </a:ext>
            </a:extLst>
          </p:cNvPr>
          <p:cNvSpPr/>
          <p:nvPr/>
        </p:nvSpPr>
        <p:spPr bwMode="auto">
          <a:xfrm>
            <a:off x="1441949" y="2892309"/>
            <a:ext cx="1447614" cy="446294"/>
          </a:xfrm>
          <a:prstGeom prst="rect">
            <a:avLst/>
          </a:prstGeom>
          <a:solidFill>
            <a:srgbClr val="FFFFFF"/>
          </a:solidFill>
          <a:ln>
            <a:solidFill>
              <a:srgbClr val="FF0000"/>
            </a:solid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FF0000"/>
                </a:solidFill>
                <a:effectLst/>
                <a:uLnTx/>
                <a:uFillTx/>
                <a:latin typeface="+mn-ea"/>
                <a:ea typeface="+mn-ea"/>
              </a:rPr>
              <a:t>他社製品への対応。</a:t>
            </a:r>
            <a:endParaRPr kumimoji="0" lang="en-US" sz="1200" b="0" i="0" u="none" strike="noStrike" kern="0" cap="none" spc="0" normalizeH="0" baseline="0" noProof="0" dirty="0">
              <a:ln>
                <a:noFill/>
              </a:ln>
              <a:solidFill>
                <a:srgbClr val="FF0000"/>
              </a:solidFill>
              <a:effectLst/>
              <a:uLnTx/>
              <a:uFillTx/>
              <a:latin typeface="+mn-ea"/>
              <a:ea typeface="+mn-ea"/>
            </a:endParaRPr>
          </a:p>
        </p:txBody>
      </p:sp>
      <p:sp>
        <p:nvSpPr>
          <p:cNvPr id="116" name="Rectangle 115">
            <a:extLst>
              <a:ext uri="{FF2B5EF4-FFF2-40B4-BE49-F238E27FC236}">
                <a16:creationId xmlns:a16="http://schemas.microsoft.com/office/drawing/2014/main" id="{6A1A920B-415F-605B-81DD-188C209C2BD0}"/>
              </a:ext>
            </a:extLst>
          </p:cNvPr>
          <p:cNvSpPr/>
          <p:nvPr/>
        </p:nvSpPr>
        <p:spPr bwMode="auto">
          <a:xfrm>
            <a:off x="595767" y="4781342"/>
            <a:ext cx="860077" cy="252033"/>
          </a:xfrm>
          <a:prstGeom prst="rect">
            <a:avLst/>
          </a:prstGeom>
          <a:solidFill>
            <a:srgbClr val="FEB822">
              <a:lumMod val="20000"/>
              <a:lumOff val="80000"/>
            </a:srgbClr>
          </a:solidFill>
          <a:ln>
            <a:solidFill>
              <a:srgbClr val="FEB822">
                <a:lumMod val="50000"/>
              </a:srgbClr>
            </a:solid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dirty="0">
                <a:ln>
                  <a:noFill/>
                </a:ln>
                <a:solidFill>
                  <a:srgbClr val="000000"/>
                </a:solidFill>
                <a:effectLst/>
                <a:uLnTx/>
                <a:uFillTx/>
                <a:latin typeface="+mn-ea"/>
                <a:ea typeface="+mn-ea"/>
              </a:rPr>
              <a:t>PLM</a:t>
            </a:r>
            <a:endParaRPr kumimoji="0" lang="en-US" sz="1200" b="1" i="0" u="none" strike="noStrike" kern="0" cap="none" spc="0" normalizeH="0" baseline="0" noProof="0" dirty="0">
              <a:ln>
                <a:noFill/>
              </a:ln>
              <a:solidFill>
                <a:srgbClr val="000000"/>
              </a:solidFill>
              <a:effectLst/>
              <a:uLnTx/>
              <a:uFillTx/>
              <a:latin typeface="+mn-ea"/>
              <a:ea typeface="+mn-ea"/>
            </a:endParaRPr>
          </a:p>
        </p:txBody>
      </p:sp>
      <p:sp>
        <p:nvSpPr>
          <p:cNvPr id="117" name="Rectangle 116">
            <a:extLst>
              <a:ext uri="{FF2B5EF4-FFF2-40B4-BE49-F238E27FC236}">
                <a16:creationId xmlns:a16="http://schemas.microsoft.com/office/drawing/2014/main" id="{6355098B-A2D2-7250-2514-AC0D423E74E2}"/>
              </a:ext>
            </a:extLst>
          </p:cNvPr>
          <p:cNvSpPr/>
          <p:nvPr/>
        </p:nvSpPr>
        <p:spPr bwMode="auto">
          <a:xfrm>
            <a:off x="595767" y="5086569"/>
            <a:ext cx="860077" cy="252033"/>
          </a:xfrm>
          <a:prstGeom prst="rect">
            <a:avLst/>
          </a:prstGeom>
          <a:solidFill>
            <a:srgbClr val="BDE3FF"/>
          </a:solidFill>
          <a:ln>
            <a:solidFill>
              <a:srgbClr val="045890"/>
            </a:solidFill>
          </a:ln>
        </p:spPr>
        <p:txBody>
          <a:bodyPr wrap="square" rtlCol="0" anchor="ctr">
            <a:noAutofit/>
          </a:bodyPr>
          <a:lstStyle/>
          <a:p>
            <a:pPr algn="ctr" eaLnBrk="1" fontAlgn="auto" hangingPunct="1">
              <a:spcBef>
                <a:spcPts val="0"/>
              </a:spcBef>
              <a:spcAft>
                <a:spcPts val="0"/>
              </a:spcAft>
            </a:pPr>
            <a:r>
              <a:rPr kumimoji="0" lang="en-US" altLang="ja-JP" sz="1200" b="1" kern="0">
                <a:solidFill>
                  <a:srgbClr val="000000"/>
                </a:solidFill>
                <a:latin typeface="+mn-ea"/>
                <a:ea typeface="+mn-ea"/>
              </a:rPr>
              <a:t>ERP</a:t>
            </a:r>
            <a:endParaRPr kumimoji="0" lang="en-US" sz="1200" b="1" kern="0" dirty="0">
              <a:solidFill>
                <a:srgbClr val="000000"/>
              </a:solidFill>
              <a:latin typeface="+mn-ea"/>
              <a:ea typeface="+mn-ea"/>
            </a:endParaRPr>
          </a:p>
        </p:txBody>
      </p:sp>
      <p:sp>
        <p:nvSpPr>
          <p:cNvPr id="118" name="Rectangle 117">
            <a:extLst>
              <a:ext uri="{FF2B5EF4-FFF2-40B4-BE49-F238E27FC236}">
                <a16:creationId xmlns:a16="http://schemas.microsoft.com/office/drawing/2014/main" id="{3A8D4712-1763-5FB8-6676-7EBB7E08C716}"/>
              </a:ext>
            </a:extLst>
          </p:cNvPr>
          <p:cNvSpPr/>
          <p:nvPr/>
        </p:nvSpPr>
        <p:spPr bwMode="auto">
          <a:xfrm>
            <a:off x="595767" y="5391796"/>
            <a:ext cx="860077" cy="252033"/>
          </a:xfrm>
          <a:prstGeom prst="rect">
            <a:avLst/>
          </a:prstGeom>
          <a:solidFill>
            <a:srgbClr val="679650">
              <a:lumMod val="40000"/>
              <a:lumOff val="60000"/>
            </a:srgbClr>
          </a:solidFill>
          <a:ln>
            <a:solidFill>
              <a:srgbClr val="679650">
                <a:lumMod val="50000"/>
              </a:srgbClr>
            </a:solidFill>
          </a:ln>
        </p:spPr>
        <p:txBody>
          <a:bodyPr wrap="none" rtlCol="0" anchor="ctr"/>
          <a:lstStyle/>
          <a:p>
            <a:pPr algn="ctr" eaLnBrk="1" fontAlgn="auto" hangingPunct="1">
              <a:spcBef>
                <a:spcPts val="0"/>
              </a:spcBef>
              <a:spcAft>
                <a:spcPts val="0"/>
              </a:spcAft>
            </a:pPr>
            <a:r>
              <a:rPr kumimoji="0" lang="en-US" altLang="ja-JP" sz="1200" b="1" kern="0">
                <a:solidFill>
                  <a:srgbClr val="000000"/>
                </a:solidFill>
                <a:latin typeface="+mn-ea"/>
                <a:ea typeface="+mn-ea"/>
              </a:rPr>
              <a:t>CRM</a:t>
            </a:r>
            <a:endParaRPr kumimoji="0" lang="en-US" sz="1200" b="1" kern="0" dirty="0">
              <a:solidFill>
                <a:srgbClr val="000000"/>
              </a:solidFill>
              <a:latin typeface="+mn-ea"/>
              <a:ea typeface="+mn-ea"/>
            </a:endParaRPr>
          </a:p>
        </p:txBody>
      </p:sp>
      <p:sp>
        <p:nvSpPr>
          <p:cNvPr id="119" name="Rectangle 118">
            <a:extLst>
              <a:ext uri="{FF2B5EF4-FFF2-40B4-BE49-F238E27FC236}">
                <a16:creationId xmlns:a16="http://schemas.microsoft.com/office/drawing/2014/main" id="{BA1B5DDA-3E00-35DE-038C-CA40AE2D701D}"/>
              </a:ext>
            </a:extLst>
          </p:cNvPr>
          <p:cNvSpPr/>
          <p:nvPr/>
        </p:nvSpPr>
        <p:spPr bwMode="auto">
          <a:xfrm>
            <a:off x="595767" y="5697023"/>
            <a:ext cx="860077" cy="252033"/>
          </a:xfrm>
          <a:prstGeom prst="rect">
            <a:avLst/>
          </a:prstGeom>
          <a:solidFill>
            <a:srgbClr val="B09AC9">
              <a:lumMod val="20000"/>
              <a:lumOff val="80000"/>
            </a:srgbClr>
          </a:solidFill>
          <a:ln>
            <a:solidFill>
              <a:srgbClr val="B09AC9">
                <a:lumMod val="50000"/>
              </a:srgbClr>
            </a:solidFill>
          </a:ln>
        </p:spPr>
        <p:txBody>
          <a:bodyPr wrap="none" rtlCol="0" anchor="ctr"/>
          <a:lstStyle/>
          <a:p>
            <a:pPr algn="ctr" eaLnBrk="1" fontAlgn="auto" hangingPunct="1">
              <a:spcBef>
                <a:spcPts val="0"/>
              </a:spcBef>
              <a:spcAft>
                <a:spcPts val="0"/>
              </a:spcAft>
            </a:pPr>
            <a:r>
              <a:rPr kumimoji="0" lang="ja-JP" altLang="en-US" sz="1200" b="1" kern="0" dirty="0">
                <a:solidFill>
                  <a:srgbClr val="000000"/>
                </a:solidFill>
                <a:latin typeface="+mn-ea"/>
                <a:ea typeface="+mn-ea"/>
              </a:rPr>
              <a:t>データ分析</a:t>
            </a:r>
            <a:endParaRPr kumimoji="0" lang="en-US" sz="1200" b="1" kern="0" dirty="0">
              <a:solidFill>
                <a:srgbClr val="000000"/>
              </a:solidFill>
              <a:latin typeface="+mn-ea"/>
              <a:ea typeface="+mn-ea"/>
            </a:endParaRPr>
          </a:p>
        </p:txBody>
      </p:sp>
      <p:sp>
        <p:nvSpPr>
          <p:cNvPr id="120" name="Rectangle 119">
            <a:extLst>
              <a:ext uri="{FF2B5EF4-FFF2-40B4-BE49-F238E27FC236}">
                <a16:creationId xmlns:a16="http://schemas.microsoft.com/office/drawing/2014/main" id="{374606B7-3B9D-1C2E-6475-92EC4799F7FE}"/>
              </a:ext>
            </a:extLst>
          </p:cNvPr>
          <p:cNvSpPr/>
          <p:nvPr/>
        </p:nvSpPr>
        <p:spPr bwMode="auto">
          <a:xfrm>
            <a:off x="595767" y="4209828"/>
            <a:ext cx="860077" cy="252033"/>
          </a:xfrm>
          <a:prstGeom prst="rect">
            <a:avLst/>
          </a:prstGeom>
          <a:noFill/>
          <a:ln>
            <a:noFill/>
          </a:ln>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sng" strike="noStrike" kern="0" cap="none" spc="0" normalizeH="0" baseline="0" noProof="0" dirty="0">
                <a:ln>
                  <a:noFill/>
                </a:ln>
                <a:solidFill>
                  <a:srgbClr val="000000"/>
                </a:solidFill>
                <a:effectLst/>
                <a:uLnTx/>
                <a:uFillTx/>
                <a:latin typeface="+mn-ea"/>
                <a:ea typeface="+mn-ea"/>
              </a:rPr>
              <a:t>凡例</a:t>
            </a:r>
            <a:endParaRPr kumimoji="0" lang="en-US" sz="1200" b="1" i="0" u="sng" strike="noStrike" kern="0" cap="none" spc="0" normalizeH="0" baseline="0" noProof="0" dirty="0">
              <a:ln>
                <a:noFill/>
              </a:ln>
              <a:solidFill>
                <a:srgbClr val="000000"/>
              </a:solidFill>
              <a:effectLst/>
              <a:uLnTx/>
              <a:uFillTx/>
              <a:latin typeface="+mn-ea"/>
              <a:ea typeface="+mn-ea"/>
            </a:endParaRPr>
          </a:p>
        </p:txBody>
      </p:sp>
      <p:sp>
        <p:nvSpPr>
          <p:cNvPr id="121" name="Rectangle 120">
            <a:extLst>
              <a:ext uri="{FF2B5EF4-FFF2-40B4-BE49-F238E27FC236}">
                <a16:creationId xmlns:a16="http://schemas.microsoft.com/office/drawing/2014/main" id="{9BDE6708-28A6-AC68-9C73-F9EBF7FB8CA0}"/>
              </a:ext>
            </a:extLst>
          </p:cNvPr>
          <p:cNvSpPr/>
          <p:nvPr/>
        </p:nvSpPr>
        <p:spPr bwMode="auto">
          <a:xfrm>
            <a:off x="595767" y="4470477"/>
            <a:ext cx="860077" cy="252033"/>
          </a:xfrm>
          <a:prstGeom prst="rect">
            <a:avLst/>
          </a:prstGeom>
          <a:solidFill>
            <a:srgbClr val="595959">
              <a:lumMod val="20000"/>
              <a:lumOff val="80000"/>
            </a:srgbClr>
          </a:solidFill>
          <a:ln>
            <a:solidFill>
              <a:srgbClr val="595959">
                <a:lumMod val="50000"/>
              </a:srgbClr>
            </a:solidFill>
          </a:ln>
        </p:spPr>
        <p:txBody>
          <a:bodyPr wrap="none" rtlCol="0" anchor="ctr"/>
          <a:lstStyle/>
          <a:p>
            <a:pPr algn="ctr" eaLnBrk="1" fontAlgn="auto" hangingPunct="1">
              <a:spcBef>
                <a:spcPts val="0"/>
              </a:spcBef>
              <a:spcAft>
                <a:spcPts val="0"/>
              </a:spcAft>
            </a:pPr>
            <a:r>
              <a:rPr kumimoji="0" lang="en-US" altLang="ja-JP" sz="1200" b="1" kern="0" dirty="0">
                <a:solidFill>
                  <a:srgbClr val="000000"/>
                </a:solidFill>
                <a:latin typeface="+mn-ea"/>
                <a:ea typeface="+mn-ea"/>
              </a:rPr>
              <a:t>CAD</a:t>
            </a:r>
            <a:endParaRPr kumimoji="0" lang="en-US" sz="1200" b="1" kern="0" dirty="0">
              <a:solidFill>
                <a:srgbClr val="000000"/>
              </a:solidFill>
              <a:latin typeface="+mn-ea"/>
              <a:ea typeface="+mn-ea"/>
            </a:endParaRPr>
          </a:p>
        </p:txBody>
      </p:sp>
    </p:spTree>
    <p:extLst>
      <p:ext uri="{BB962C8B-B14F-4D97-AF65-F5344CB8AC3E}">
        <p14:creationId xmlns:p14="http://schemas.microsoft.com/office/powerpoint/2010/main" val="277115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CE668E6-04C6-D35C-2CE4-2A4844EAE493}"/>
              </a:ext>
            </a:extLst>
          </p:cNvPr>
          <p:cNvSpPr>
            <a:spLocks noGrp="1"/>
          </p:cNvSpPr>
          <p:nvPr>
            <p:ph type="body" sz="quarter" idx="10"/>
          </p:nvPr>
        </p:nvSpPr>
        <p:spPr>
          <a:xfrm>
            <a:off x="348916" y="695320"/>
            <a:ext cx="11494169" cy="4989094"/>
          </a:xfrm>
        </p:spPr>
        <p:txBody>
          <a:bodyPr/>
          <a:lstStyle/>
          <a:p>
            <a:r>
              <a:rPr lang="ja-JP" altLang="en-US" dirty="0">
                <a:latin typeface="+mn-ea"/>
                <a:ea typeface="+mn-ea"/>
              </a:rPr>
              <a:t>類似した状態にある韓国造船業では政府主導で主要</a:t>
            </a:r>
            <a:r>
              <a:rPr lang="en-US" altLang="ja-JP" dirty="0">
                <a:latin typeface="+mn-ea"/>
                <a:ea typeface="+mn-ea"/>
              </a:rPr>
              <a:t>3</a:t>
            </a:r>
            <a:r>
              <a:rPr lang="ja-JP" altLang="en-US" dirty="0">
                <a:latin typeface="+mn-ea"/>
                <a:ea typeface="+mn-ea"/>
              </a:rPr>
              <a:t>社とソウル大学の産学官連携で</a:t>
            </a:r>
            <a:r>
              <a:rPr lang="en-US" altLang="ja-JP" dirty="0">
                <a:latin typeface="+mn-ea"/>
                <a:ea typeface="+mn-ea"/>
              </a:rPr>
              <a:t>2009</a:t>
            </a:r>
            <a:r>
              <a:rPr lang="ja-JP" altLang="en-US" dirty="0">
                <a:latin typeface="+mn-ea"/>
                <a:ea typeface="+mn-ea"/>
              </a:rPr>
              <a:t>年～</a:t>
            </a:r>
            <a:r>
              <a:rPr lang="en-US" altLang="ja-JP" dirty="0">
                <a:latin typeface="+mn-ea"/>
                <a:ea typeface="+mn-ea"/>
              </a:rPr>
              <a:t>2014</a:t>
            </a:r>
            <a:r>
              <a:rPr lang="ja-JP" altLang="en-US" dirty="0">
                <a:latin typeface="+mn-ea"/>
                <a:ea typeface="+mn-ea"/>
              </a:rPr>
              <a:t>年に造船版</a:t>
            </a:r>
            <a:r>
              <a:rPr lang="en-US" altLang="ja-JP" dirty="0">
                <a:latin typeface="+mn-ea"/>
                <a:ea typeface="+mn-ea"/>
              </a:rPr>
              <a:t>PDM</a:t>
            </a:r>
            <a:r>
              <a:rPr lang="ja-JP" altLang="en-US" dirty="0">
                <a:latin typeface="+mn-ea"/>
                <a:ea typeface="+mn-ea"/>
              </a:rPr>
              <a:t>のフレームワーク作りを実施しています。</a:t>
            </a:r>
          </a:p>
          <a:p>
            <a:pPr marL="400050" lvl="1" indent="-173038">
              <a:buFont typeface="Arial" panose="020B0604020202020204" pitchFamily="34" charset="0"/>
              <a:buChar char="•"/>
            </a:pPr>
            <a:r>
              <a:rPr lang="en-US" altLang="ja-JP" sz="1400" b="0" dirty="0">
                <a:latin typeface="+mn-ea"/>
                <a:ea typeface="+mn-ea"/>
              </a:rPr>
              <a:t>CAD</a:t>
            </a:r>
            <a:r>
              <a:rPr lang="ja-JP" altLang="en-US" sz="1400" b="0" dirty="0">
                <a:latin typeface="+mn-ea"/>
                <a:ea typeface="+mn-ea"/>
              </a:rPr>
              <a:t>データと</a:t>
            </a:r>
            <a:r>
              <a:rPr lang="en-US" altLang="ja-JP" sz="1400" b="0" dirty="0">
                <a:latin typeface="+mn-ea"/>
                <a:ea typeface="+mn-ea"/>
              </a:rPr>
              <a:t>ERP</a:t>
            </a:r>
            <a:r>
              <a:rPr lang="ja-JP" altLang="en-US" sz="1400" b="0" dirty="0">
                <a:latin typeface="+mn-ea"/>
                <a:ea typeface="+mn-ea"/>
              </a:rPr>
              <a:t>データの自動連携による、</a:t>
            </a:r>
            <a:r>
              <a:rPr lang="en-US" altLang="ja-JP" sz="1400" b="0" dirty="0">
                <a:latin typeface="+mn-ea"/>
                <a:ea typeface="+mn-ea"/>
              </a:rPr>
              <a:t>PLM</a:t>
            </a:r>
            <a:r>
              <a:rPr lang="ja-JP" altLang="en-US" sz="1400" b="0" dirty="0">
                <a:latin typeface="+mn-ea"/>
                <a:ea typeface="+mn-ea"/>
              </a:rPr>
              <a:t>導入に伴う設計部門の負荷増加を緩和。</a:t>
            </a:r>
          </a:p>
          <a:p>
            <a:pPr marL="400050" lvl="1" indent="-173038">
              <a:buFont typeface="Arial" panose="020B0604020202020204" pitchFamily="34" charset="0"/>
              <a:buChar char="•"/>
            </a:pPr>
            <a:r>
              <a:rPr lang="ja-JP" altLang="en-US" sz="1400" b="0" dirty="0">
                <a:latin typeface="+mn-ea"/>
                <a:ea typeface="+mn-ea"/>
              </a:rPr>
              <a:t>プロジェクトの設計内容と過去の類似実績を自動で比較・検証する機能を実装することでノウハウや</a:t>
            </a:r>
            <a:r>
              <a:rPr lang="en-US" altLang="ja-JP" sz="1400" b="0" dirty="0">
                <a:latin typeface="+mn-ea"/>
                <a:ea typeface="+mn-ea"/>
              </a:rPr>
              <a:t>E-BOM</a:t>
            </a:r>
            <a:r>
              <a:rPr lang="ja-JP" altLang="en-US" sz="1400" b="0" dirty="0">
                <a:latin typeface="+mn-ea"/>
                <a:ea typeface="+mn-ea"/>
              </a:rPr>
              <a:t>の電子化を実現。</a:t>
            </a:r>
          </a:p>
        </p:txBody>
      </p:sp>
      <p:sp>
        <p:nvSpPr>
          <p:cNvPr id="9" name="Title 8">
            <a:extLst>
              <a:ext uri="{FF2B5EF4-FFF2-40B4-BE49-F238E27FC236}">
                <a16:creationId xmlns:a16="http://schemas.microsoft.com/office/drawing/2014/main" id="{EF02C525-1BCB-F602-73A6-370E9B93691D}"/>
              </a:ext>
            </a:extLst>
          </p:cNvPr>
          <p:cNvSpPr>
            <a:spLocks noGrp="1"/>
          </p:cNvSpPr>
          <p:nvPr>
            <p:ph type="ctrTitle"/>
          </p:nvPr>
        </p:nvSpPr>
        <p:spPr/>
        <p:txBody>
          <a:bodyPr/>
          <a:lstStyle/>
          <a:p>
            <a:r>
              <a:rPr lang="ja-JP" altLang="en-US" dirty="0"/>
              <a:t>データ活用先進事例：韓国造船業 </a:t>
            </a:r>
            <a:r>
              <a:rPr lang="en-US" altLang="ja-JP" dirty="0"/>
              <a:t>– </a:t>
            </a:r>
            <a:r>
              <a:rPr lang="ja-JP" altLang="en-US" dirty="0"/>
              <a:t>重工業版</a:t>
            </a:r>
            <a:r>
              <a:rPr lang="en-US" altLang="ja-JP" dirty="0"/>
              <a:t>PDM</a:t>
            </a:r>
            <a:r>
              <a:rPr lang="ja-JP" altLang="en-US" dirty="0"/>
              <a:t>の確立（</a:t>
            </a:r>
            <a:r>
              <a:rPr lang="en-US" altLang="ja-JP" dirty="0"/>
              <a:t>2/2</a:t>
            </a:r>
            <a:r>
              <a:rPr lang="ja-JP" altLang="en-US" dirty="0"/>
              <a:t>）</a:t>
            </a:r>
            <a:endParaRPr lang="en-US" dirty="0"/>
          </a:p>
        </p:txBody>
      </p:sp>
      <p:sp>
        <p:nvSpPr>
          <p:cNvPr id="4" name="Slide Number Placeholder 3">
            <a:extLst>
              <a:ext uri="{FF2B5EF4-FFF2-40B4-BE49-F238E27FC236}">
                <a16:creationId xmlns:a16="http://schemas.microsoft.com/office/drawing/2014/main" id="{2D3D5EF6-699C-E71E-9C02-B3B020521C16}"/>
              </a:ext>
            </a:extLst>
          </p:cNvPr>
          <p:cNvSpPr>
            <a:spLocks noGrp="1"/>
          </p:cNvSpPr>
          <p:nvPr>
            <p:ph type="sldNum" sz="quarter" idx="11"/>
          </p:nvPr>
        </p:nvSpPr>
        <p:spPr/>
        <p:txBody>
          <a:bodyPr/>
          <a:lstStyle/>
          <a:p>
            <a:pPr>
              <a:defRPr/>
            </a:pPr>
            <a:fld id="{98801705-9237-B248-8CCD-5AE70991EC85}" type="slidenum">
              <a:rPr lang="ja-JP" altLang="en-US" smtClean="0"/>
              <a:pPr>
                <a:defRPr/>
              </a:pPr>
              <a:t>10</a:t>
            </a:fld>
            <a:endParaRPr lang="ja-JP" altLang="en-US"/>
          </a:p>
        </p:txBody>
      </p:sp>
      <p:pic>
        <p:nvPicPr>
          <p:cNvPr id="2" name="Picture 1">
            <a:extLst>
              <a:ext uri="{FF2B5EF4-FFF2-40B4-BE49-F238E27FC236}">
                <a16:creationId xmlns:a16="http://schemas.microsoft.com/office/drawing/2014/main" id="{3EBDE703-4AE7-A5F4-E337-946F8D9997EC}"/>
              </a:ext>
            </a:extLst>
          </p:cNvPr>
          <p:cNvPicPr>
            <a:picLocks noChangeAspect="1"/>
          </p:cNvPicPr>
          <p:nvPr/>
        </p:nvPicPr>
        <p:blipFill>
          <a:blip r:embed="rId2"/>
          <a:stretch>
            <a:fillRect/>
          </a:stretch>
        </p:blipFill>
        <p:spPr>
          <a:xfrm>
            <a:off x="1274839" y="2223111"/>
            <a:ext cx="3445532" cy="3888421"/>
          </a:xfrm>
          <a:prstGeom prst="rect">
            <a:avLst/>
          </a:prstGeom>
        </p:spPr>
      </p:pic>
      <p:pic>
        <p:nvPicPr>
          <p:cNvPr id="3" name="Picture 2">
            <a:extLst>
              <a:ext uri="{FF2B5EF4-FFF2-40B4-BE49-F238E27FC236}">
                <a16:creationId xmlns:a16="http://schemas.microsoft.com/office/drawing/2014/main" id="{30AE8462-3270-BB41-9A8C-E9906AC22B03}"/>
              </a:ext>
            </a:extLst>
          </p:cNvPr>
          <p:cNvPicPr>
            <a:picLocks noChangeAspect="1"/>
          </p:cNvPicPr>
          <p:nvPr/>
        </p:nvPicPr>
        <p:blipFill>
          <a:blip r:embed="rId3"/>
          <a:stretch>
            <a:fillRect/>
          </a:stretch>
        </p:blipFill>
        <p:spPr>
          <a:xfrm>
            <a:off x="6760202" y="2794877"/>
            <a:ext cx="4544386" cy="2744887"/>
          </a:xfrm>
          <a:prstGeom prst="rect">
            <a:avLst/>
          </a:prstGeom>
        </p:spPr>
      </p:pic>
      <p:sp>
        <p:nvSpPr>
          <p:cNvPr id="6" name="TextBox 5">
            <a:extLst>
              <a:ext uri="{FF2B5EF4-FFF2-40B4-BE49-F238E27FC236}">
                <a16:creationId xmlns:a16="http://schemas.microsoft.com/office/drawing/2014/main" id="{42F35525-E691-2E7A-E225-0DCF85E13BD0}"/>
              </a:ext>
            </a:extLst>
          </p:cNvPr>
          <p:cNvSpPr txBox="1"/>
          <p:nvPr/>
        </p:nvSpPr>
        <p:spPr bwMode="auto">
          <a:xfrm>
            <a:off x="2349832" y="1957655"/>
            <a:ext cx="12955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algn="ctr" eaLnBrk="1" hangingPunct="1">
              <a:spcBef>
                <a:spcPct val="50000"/>
              </a:spcBef>
            </a:pPr>
            <a:r>
              <a:rPr kumimoji="1" lang="ja-JP" altLang="en-US" sz="1200" b="1" u="sng" dirty="0">
                <a:solidFill>
                  <a:srgbClr val="4B4B4B"/>
                </a:solidFill>
                <a:latin typeface="+mn-lt"/>
                <a:ea typeface="Meiryo UI" panose="020B0604030504040204" pitchFamily="50" charset="-128"/>
                <a:cs typeface="Arial" panose="020B0604020202020204" pitchFamily="34" charset="0"/>
              </a:rPr>
              <a:t>システム構成概要</a:t>
            </a:r>
            <a:endParaRPr kumimoji="1" lang="en-US" sz="1200" b="1" u="sng" dirty="0">
              <a:solidFill>
                <a:srgbClr val="4B4B4B"/>
              </a:solidFill>
              <a:latin typeface="+mn-lt"/>
              <a:ea typeface="Meiryo UI" panose="020B0604030504040204" pitchFamily="50" charset="-128"/>
              <a:cs typeface="Arial" panose="020B0604020202020204" pitchFamily="34" charset="0"/>
            </a:endParaRPr>
          </a:p>
        </p:txBody>
      </p:sp>
      <p:sp>
        <p:nvSpPr>
          <p:cNvPr id="7" name="TextBox 6">
            <a:extLst>
              <a:ext uri="{FF2B5EF4-FFF2-40B4-BE49-F238E27FC236}">
                <a16:creationId xmlns:a16="http://schemas.microsoft.com/office/drawing/2014/main" id="{4326FF89-EFB9-5FA5-86E3-36926B5C9E0F}"/>
              </a:ext>
            </a:extLst>
          </p:cNvPr>
          <p:cNvSpPr txBox="1"/>
          <p:nvPr/>
        </p:nvSpPr>
        <p:spPr bwMode="auto">
          <a:xfrm>
            <a:off x="7550261" y="2223111"/>
            <a:ext cx="296427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algn="ctr" eaLnBrk="1" hangingPunct="1">
              <a:spcBef>
                <a:spcPct val="50000"/>
              </a:spcBef>
            </a:pPr>
            <a:r>
              <a:rPr kumimoji="1" lang="ja-JP" altLang="en-US" sz="1200" b="1" u="sng" dirty="0">
                <a:solidFill>
                  <a:srgbClr val="4B4B4B"/>
                </a:solidFill>
                <a:latin typeface="+mn-lt"/>
                <a:ea typeface="Meiryo UI" panose="020B0604030504040204" pitchFamily="50" charset="-128"/>
                <a:cs typeface="Arial" panose="020B0604020202020204" pitchFamily="34" charset="0"/>
              </a:rPr>
              <a:t>過去事例との自動比較・バリデーション機能</a:t>
            </a:r>
            <a:endParaRPr kumimoji="1" lang="en-US" sz="1200" b="1" u="sng" dirty="0">
              <a:solidFill>
                <a:srgbClr val="4B4B4B"/>
              </a:solidFill>
              <a:latin typeface="+mn-lt"/>
              <a:ea typeface="Meiryo UI" panose="020B0604030504040204" pitchFamily="50" charset="-128"/>
              <a:cs typeface="Arial" panose="020B0604020202020204" pitchFamily="34" charset="0"/>
            </a:endParaRPr>
          </a:p>
        </p:txBody>
      </p:sp>
    </p:spTree>
    <p:extLst>
      <p:ext uri="{BB962C8B-B14F-4D97-AF65-F5344CB8AC3E}">
        <p14:creationId xmlns:p14="http://schemas.microsoft.com/office/powerpoint/2010/main" val="3906550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3109063-E405-2C2A-71E1-C2A451F4059E}"/>
              </a:ext>
            </a:extLst>
          </p:cNvPr>
          <p:cNvSpPr>
            <a:spLocks noGrp="1"/>
          </p:cNvSpPr>
          <p:nvPr>
            <p:ph type="ctrTitle"/>
          </p:nvPr>
        </p:nvSpPr>
        <p:spPr/>
        <p:txBody>
          <a:bodyPr/>
          <a:lstStyle/>
          <a:p>
            <a:r>
              <a:rPr lang="en-US" altLang="ja-JP" dirty="0"/>
              <a:t>MHI</a:t>
            </a:r>
            <a:r>
              <a:rPr lang="ja-JP" altLang="en-US" dirty="0"/>
              <a:t>の取り組み状況に関する弊社理解</a:t>
            </a:r>
            <a:endParaRPr lang="en-US" dirty="0"/>
          </a:p>
        </p:txBody>
      </p:sp>
      <p:sp>
        <p:nvSpPr>
          <p:cNvPr id="4" name="Slide Number Placeholder 3">
            <a:extLst>
              <a:ext uri="{FF2B5EF4-FFF2-40B4-BE49-F238E27FC236}">
                <a16:creationId xmlns:a16="http://schemas.microsoft.com/office/drawing/2014/main" id="{CCAE6D70-152E-7D92-93AB-BA00CE6E7F2F}"/>
              </a:ext>
            </a:extLst>
          </p:cNvPr>
          <p:cNvSpPr>
            <a:spLocks noGrp="1"/>
          </p:cNvSpPr>
          <p:nvPr>
            <p:ph type="sldNum" sz="quarter" idx="14"/>
          </p:nvPr>
        </p:nvSpPr>
        <p:spPr/>
        <p:txBody>
          <a:bodyPr/>
          <a:lstStyle/>
          <a:p>
            <a:pPr>
              <a:defRPr/>
            </a:pPr>
            <a:fld id="{98801705-9237-B248-8CCD-5AE70991EC85}" type="slidenum">
              <a:rPr lang="ja-JP" altLang="en-US" smtClean="0"/>
              <a:pPr>
                <a:defRPr/>
              </a:pPr>
              <a:t>11</a:t>
            </a:fld>
            <a:endParaRPr lang="ja-JP" altLang="en-US"/>
          </a:p>
        </p:txBody>
      </p:sp>
    </p:spTree>
    <p:extLst>
      <p:ext uri="{BB962C8B-B14F-4D97-AF65-F5344CB8AC3E}">
        <p14:creationId xmlns:p14="http://schemas.microsoft.com/office/powerpoint/2010/main" val="2867780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CE668E6-04C6-D35C-2CE4-2A4844EAE493}"/>
              </a:ext>
            </a:extLst>
          </p:cNvPr>
          <p:cNvSpPr>
            <a:spLocks noGrp="1"/>
          </p:cNvSpPr>
          <p:nvPr>
            <p:ph type="body" sz="quarter" idx="10"/>
          </p:nvPr>
        </p:nvSpPr>
        <p:spPr>
          <a:xfrm>
            <a:off x="348916" y="695320"/>
            <a:ext cx="11494169" cy="4989094"/>
          </a:xfrm>
        </p:spPr>
        <p:txBody>
          <a:bodyPr/>
          <a:lstStyle/>
          <a:p>
            <a:r>
              <a:rPr lang="en-US" altLang="ja-JP" dirty="0">
                <a:latin typeface="+mn-ea"/>
                <a:ea typeface="+mn-ea"/>
              </a:rPr>
              <a:t>D-MAP</a:t>
            </a:r>
            <a:r>
              <a:rPr lang="ja-JP" altLang="en-US" dirty="0">
                <a:latin typeface="+mn-ea"/>
                <a:ea typeface="+mn-ea"/>
              </a:rPr>
              <a:t>等一部領域において全社標準化に取り組んでいるが、全社的な観点で見た場合、依然として拠点やアプリケーション単位のデータ管理が主流になっているとお見受けします。</a:t>
            </a:r>
          </a:p>
        </p:txBody>
      </p:sp>
      <p:sp>
        <p:nvSpPr>
          <p:cNvPr id="9" name="Title 8">
            <a:extLst>
              <a:ext uri="{FF2B5EF4-FFF2-40B4-BE49-F238E27FC236}">
                <a16:creationId xmlns:a16="http://schemas.microsoft.com/office/drawing/2014/main" id="{EF02C525-1BCB-F602-73A6-370E9B93691D}"/>
              </a:ext>
            </a:extLst>
          </p:cNvPr>
          <p:cNvSpPr>
            <a:spLocks noGrp="1"/>
          </p:cNvSpPr>
          <p:nvPr>
            <p:ph type="ctrTitle"/>
          </p:nvPr>
        </p:nvSpPr>
        <p:spPr/>
        <p:txBody>
          <a:bodyPr/>
          <a:lstStyle/>
          <a:p>
            <a:r>
              <a:rPr lang="en-US" altLang="ja-JP" dirty="0"/>
              <a:t>MHI</a:t>
            </a:r>
            <a:r>
              <a:rPr lang="ja-JP" altLang="en-US" dirty="0"/>
              <a:t>の取り組み状況に関する弊社理解</a:t>
            </a:r>
            <a:endParaRPr lang="en-US" dirty="0"/>
          </a:p>
        </p:txBody>
      </p:sp>
      <p:sp>
        <p:nvSpPr>
          <p:cNvPr id="4" name="Slide Number Placeholder 3">
            <a:extLst>
              <a:ext uri="{FF2B5EF4-FFF2-40B4-BE49-F238E27FC236}">
                <a16:creationId xmlns:a16="http://schemas.microsoft.com/office/drawing/2014/main" id="{2D3D5EF6-699C-E71E-9C02-B3B020521C16}"/>
              </a:ext>
            </a:extLst>
          </p:cNvPr>
          <p:cNvSpPr>
            <a:spLocks noGrp="1"/>
          </p:cNvSpPr>
          <p:nvPr>
            <p:ph type="sldNum" sz="quarter" idx="11"/>
          </p:nvPr>
        </p:nvSpPr>
        <p:spPr/>
        <p:txBody>
          <a:bodyPr/>
          <a:lstStyle/>
          <a:p>
            <a:pPr>
              <a:defRPr/>
            </a:pPr>
            <a:fld id="{98801705-9237-B248-8CCD-5AE70991EC85}" type="slidenum">
              <a:rPr lang="ja-JP" altLang="en-US" smtClean="0"/>
              <a:pPr>
                <a:defRPr/>
              </a:pPr>
              <a:t>12</a:t>
            </a:fld>
            <a:endParaRPr lang="ja-JP" altLang="en-US"/>
          </a:p>
        </p:txBody>
      </p:sp>
      <p:sp>
        <p:nvSpPr>
          <p:cNvPr id="11" name="テキスト ボックス 6">
            <a:extLst>
              <a:ext uri="{FF2B5EF4-FFF2-40B4-BE49-F238E27FC236}">
                <a16:creationId xmlns:a16="http://schemas.microsoft.com/office/drawing/2014/main" id="{409DFB60-EB38-CE2F-BCDE-0B1D4C17317D}"/>
              </a:ext>
            </a:extLst>
          </p:cNvPr>
          <p:cNvSpPr txBox="1"/>
          <p:nvPr/>
        </p:nvSpPr>
        <p:spPr>
          <a:xfrm>
            <a:off x="1565755" y="1685560"/>
            <a:ext cx="9079420" cy="276998"/>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rgbClr val="000000"/>
                </a:solidFill>
                <a:effectLst/>
                <a:uLnTx/>
                <a:uFillTx/>
                <a:latin typeface="+mn-ea"/>
                <a:ea typeface="+mn-ea"/>
              </a:rPr>
              <a:t>データマネジメント実施項目の実施レベル</a:t>
            </a:r>
          </a:p>
        </p:txBody>
      </p:sp>
      <p:sp>
        <p:nvSpPr>
          <p:cNvPr id="12" name="ホームベース 31">
            <a:extLst>
              <a:ext uri="{FF2B5EF4-FFF2-40B4-BE49-F238E27FC236}">
                <a16:creationId xmlns:a16="http://schemas.microsoft.com/office/drawing/2014/main" id="{99E04916-DAFF-76B2-BD13-53EC9DF12555}"/>
              </a:ext>
            </a:extLst>
          </p:cNvPr>
          <p:cNvSpPr/>
          <p:nvPr/>
        </p:nvSpPr>
        <p:spPr bwMode="gray">
          <a:xfrm>
            <a:off x="2415700" y="5690201"/>
            <a:ext cx="1825712" cy="254582"/>
          </a:xfrm>
          <a:prstGeom prst="homePlate">
            <a:avLst>
              <a:gd name="adj" fmla="val 10244"/>
            </a:avLst>
          </a:prstGeom>
          <a:solidFill>
            <a:srgbClr val="FFFFFF"/>
          </a:solidFill>
          <a:ln w="19050" algn="ctr">
            <a:solidFill>
              <a:schemeClr val="accent4">
                <a:lumMod val="50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1000" b="0" i="0" u="none" strike="noStrike" kern="0" cap="none" spc="0" normalizeH="0" baseline="0" noProof="0" dirty="0">
                <a:ln>
                  <a:noFill/>
                </a:ln>
                <a:solidFill>
                  <a:srgbClr val="000000"/>
                </a:solidFill>
                <a:effectLst/>
                <a:uLnTx/>
                <a:uFillTx/>
                <a:latin typeface="+mn-ea"/>
                <a:ea typeface="+mn-ea"/>
              </a:rPr>
              <a:t>成熟度</a:t>
            </a:r>
            <a:r>
              <a:rPr kumimoji="0" lang="en-US" altLang="ja-JP" sz="1000" b="0" i="0" u="none" strike="noStrike" kern="0" cap="none" spc="0" normalizeH="0" baseline="0" noProof="0" dirty="0">
                <a:ln>
                  <a:noFill/>
                </a:ln>
                <a:solidFill>
                  <a:srgbClr val="000000"/>
                </a:solidFill>
                <a:effectLst/>
                <a:uLnTx/>
                <a:uFillTx/>
                <a:latin typeface="+mn-ea"/>
                <a:ea typeface="+mn-ea"/>
              </a:rPr>
              <a:t>Lv1</a:t>
            </a: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800" b="0" i="0" u="none" strike="noStrike" kern="0" cap="none" spc="0" normalizeH="0" baseline="0" noProof="0" dirty="0">
                <a:ln>
                  <a:noFill/>
                </a:ln>
                <a:solidFill>
                  <a:srgbClr val="000000"/>
                </a:solidFill>
                <a:effectLst/>
                <a:uLnTx/>
                <a:uFillTx/>
                <a:latin typeface="+mn-ea"/>
                <a:ea typeface="+mn-ea"/>
              </a:rPr>
              <a:t>（場当たり的</a:t>
            </a:r>
            <a:r>
              <a:rPr kumimoji="0" lang="en-US" altLang="ja-JP" sz="800" b="0" i="0" u="none" strike="noStrike" kern="0" cap="none" spc="0" normalizeH="0" baseline="0" noProof="0" dirty="0">
                <a:ln>
                  <a:noFill/>
                </a:ln>
                <a:solidFill>
                  <a:srgbClr val="000000"/>
                </a:solidFill>
                <a:effectLst/>
                <a:uLnTx/>
                <a:uFillTx/>
                <a:latin typeface="+mn-ea"/>
                <a:ea typeface="+mn-ea"/>
              </a:rPr>
              <a:t>/</a:t>
            </a:r>
            <a:r>
              <a:rPr kumimoji="0" lang="ja-JP" altLang="en-US" sz="800" b="0" i="0" u="none" strike="noStrike" kern="0" cap="none" spc="0" normalizeH="0" baseline="0" noProof="0" dirty="0">
                <a:ln>
                  <a:noFill/>
                </a:ln>
                <a:solidFill>
                  <a:srgbClr val="000000"/>
                </a:solidFill>
                <a:effectLst/>
                <a:uLnTx/>
                <a:uFillTx/>
                <a:latin typeface="+mn-ea"/>
                <a:ea typeface="+mn-ea"/>
              </a:rPr>
              <a:t>属人レベル）</a:t>
            </a:r>
          </a:p>
        </p:txBody>
      </p:sp>
      <p:sp>
        <p:nvSpPr>
          <p:cNvPr id="13" name="ホームベース 93">
            <a:extLst>
              <a:ext uri="{FF2B5EF4-FFF2-40B4-BE49-F238E27FC236}">
                <a16:creationId xmlns:a16="http://schemas.microsoft.com/office/drawing/2014/main" id="{5BC58BF7-1B72-B914-CB33-80C794F3F85A}"/>
              </a:ext>
            </a:extLst>
          </p:cNvPr>
          <p:cNvSpPr/>
          <p:nvPr/>
        </p:nvSpPr>
        <p:spPr bwMode="gray">
          <a:xfrm>
            <a:off x="4298621" y="5690201"/>
            <a:ext cx="1828800" cy="254582"/>
          </a:xfrm>
          <a:prstGeom prst="homePlate">
            <a:avLst>
              <a:gd name="adj" fmla="val 10244"/>
            </a:avLst>
          </a:prstGeom>
          <a:solidFill>
            <a:srgbClr val="82A0AA">
              <a:lumMod val="20000"/>
              <a:lumOff val="80000"/>
            </a:srgbClr>
          </a:solidFill>
          <a:ln w="19050" algn="ctr">
            <a:solidFill>
              <a:schemeClr val="accent4">
                <a:lumMod val="50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1000" b="0" i="0" u="none" strike="noStrike" kern="0" cap="none" spc="0" normalizeH="0" baseline="0" noProof="0" dirty="0">
                <a:ln>
                  <a:noFill/>
                </a:ln>
                <a:solidFill>
                  <a:sysClr val="windowText" lastClr="000000"/>
                </a:solidFill>
                <a:effectLst/>
                <a:uLnTx/>
                <a:uFillTx/>
                <a:latin typeface="+mn-ea"/>
                <a:ea typeface="+mn-ea"/>
              </a:rPr>
              <a:t>成熟度</a:t>
            </a:r>
            <a:r>
              <a:rPr kumimoji="0" lang="en-US" altLang="ja-JP" sz="1000" b="0" i="0" u="none" strike="noStrike" kern="0" cap="none" spc="0" normalizeH="0" baseline="0" noProof="0" dirty="0">
                <a:ln>
                  <a:noFill/>
                </a:ln>
                <a:solidFill>
                  <a:sysClr val="windowText" lastClr="000000"/>
                </a:solidFill>
                <a:effectLst/>
                <a:uLnTx/>
                <a:uFillTx/>
                <a:latin typeface="+mn-ea"/>
                <a:ea typeface="+mn-ea"/>
              </a:rPr>
              <a:t>Lv2</a:t>
            </a: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800" b="0" i="0" u="none" strike="noStrike" kern="0" cap="none" spc="0" normalizeH="0" baseline="0" noProof="0" dirty="0">
                <a:ln>
                  <a:noFill/>
                </a:ln>
                <a:solidFill>
                  <a:sysClr val="windowText" lastClr="000000"/>
                </a:solidFill>
                <a:effectLst/>
                <a:uLnTx/>
                <a:uFillTx/>
                <a:latin typeface="+mn-ea"/>
                <a:ea typeface="+mn-ea"/>
              </a:rPr>
              <a:t>（反復可能</a:t>
            </a:r>
            <a:r>
              <a:rPr kumimoji="0" lang="en-US" altLang="ja-JP" sz="800" b="0" i="0" u="none" strike="noStrike" kern="0" cap="none" spc="0" normalizeH="0" baseline="0" noProof="0" dirty="0">
                <a:ln>
                  <a:noFill/>
                </a:ln>
                <a:solidFill>
                  <a:sysClr val="windowText" lastClr="000000"/>
                </a:solidFill>
                <a:effectLst/>
                <a:uLnTx/>
                <a:uFillTx/>
                <a:latin typeface="+mn-ea"/>
                <a:ea typeface="+mn-ea"/>
              </a:rPr>
              <a:t>/</a:t>
            </a:r>
            <a:r>
              <a:rPr kumimoji="0" lang="ja-JP" altLang="en-US" sz="800" b="0" i="0" u="none" strike="noStrike" kern="0" cap="none" spc="0" normalizeH="0" baseline="0" noProof="0" dirty="0">
                <a:ln>
                  <a:noFill/>
                </a:ln>
                <a:solidFill>
                  <a:sysClr val="windowText" lastClr="000000"/>
                </a:solidFill>
                <a:effectLst/>
                <a:uLnTx/>
                <a:uFillTx/>
                <a:latin typeface="+mn-ea"/>
                <a:ea typeface="+mn-ea"/>
              </a:rPr>
              <a:t>部門（拠点）レベル）</a:t>
            </a:r>
            <a:endParaRPr kumimoji="0" lang="en-US" altLang="ja-JP" sz="800" b="0" i="0" u="none" strike="noStrike" kern="0" cap="none" spc="0" normalizeH="0" baseline="0" noProof="0" dirty="0">
              <a:ln>
                <a:noFill/>
              </a:ln>
              <a:solidFill>
                <a:sysClr val="windowText" lastClr="000000"/>
              </a:solidFill>
              <a:effectLst/>
              <a:uLnTx/>
              <a:uFillTx/>
              <a:latin typeface="+mn-ea"/>
              <a:ea typeface="+mn-ea"/>
            </a:endParaRPr>
          </a:p>
        </p:txBody>
      </p:sp>
      <p:sp>
        <p:nvSpPr>
          <p:cNvPr id="14" name="ホームベース 94">
            <a:extLst>
              <a:ext uri="{FF2B5EF4-FFF2-40B4-BE49-F238E27FC236}">
                <a16:creationId xmlns:a16="http://schemas.microsoft.com/office/drawing/2014/main" id="{4E38A42F-6272-174B-4705-E0A56D251B70}"/>
              </a:ext>
            </a:extLst>
          </p:cNvPr>
          <p:cNvSpPr/>
          <p:nvPr/>
        </p:nvSpPr>
        <p:spPr bwMode="gray">
          <a:xfrm>
            <a:off x="6179129" y="5690201"/>
            <a:ext cx="1828800" cy="254582"/>
          </a:xfrm>
          <a:prstGeom prst="homePlate">
            <a:avLst>
              <a:gd name="adj" fmla="val 10244"/>
            </a:avLst>
          </a:prstGeom>
          <a:solidFill>
            <a:srgbClr val="82A0AA">
              <a:lumMod val="40000"/>
              <a:lumOff val="60000"/>
            </a:srgbClr>
          </a:solidFill>
          <a:ln w="19050" algn="ctr">
            <a:solidFill>
              <a:schemeClr val="accent4">
                <a:lumMod val="50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1000" b="0" i="0" u="none" strike="noStrike" kern="0" cap="none" spc="0" normalizeH="0" baseline="0" noProof="0" dirty="0">
                <a:ln>
                  <a:noFill/>
                </a:ln>
                <a:solidFill>
                  <a:sysClr val="windowText" lastClr="000000"/>
                </a:solidFill>
                <a:effectLst/>
                <a:uLnTx/>
                <a:uFillTx/>
                <a:latin typeface="+mn-ea"/>
                <a:ea typeface="+mn-ea"/>
              </a:rPr>
              <a:t>成熟度</a:t>
            </a:r>
            <a:r>
              <a:rPr kumimoji="0" lang="en-US" altLang="ja-JP" sz="1000" b="0" i="0" u="none" strike="noStrike" kern="0" cap="none" spc="0" normalizeH="0" baseline="0" noProof="0" dirty="0">
                <a:ln>
                  <a:noFill/>
                </a:ln>
                <a:solidFill>
                  <a:sysClr val="windowText" lastClr="000000"/>
                </a:solidFill>
                <a:effectLst/>
                <a:uLnTx/>
                <a:uFillTx/>
                <a:latin typeface="+mn-ea"/>
                <a:ea typeface="+mn-ea"/>
              </a:rPr>
              <a:t>Lv3</a:t>
            </a: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800" b="0" i="0" u="none" strike="noStrike" kern="0" cap="none" spc="0" normalizeH="0" baseline="0" noProof="0">
                <a:ln>
                  <a:noFill/>
                </a:ln>
                <a:solidFill>
                  <a:sysClr val="windowText" lastClr="000000"/>
                </a:solidFill>
                <a:effectLst/>
                <a:uLnTx/>
                <a:uFillTx/>
                <a:latin typeface="+mn-ea"/>
                <a:ea typeface="+mn-ea"/>
              </a:rPr>
              <a:t>（定義された</a:t>
            </a:r>
            <a:r>
              <a:rPr kumimoji="0" lang="en-US" altLang="ja-JP" sz="800" b="0" i="0" u="none" strike="noStrike" kern="0" cap="none" spc="0" normalizeH="0" baseline="0" noProof="0" dirty="0">
                <a:ln>
                  <a:noFill/>
                </a:ln>
                <a:solidFill>
                  <a:sysClr val="windowText" lastClr="000000"/>
                </a:solidFill>
                <a:effectLst/>
                <a:uLnTx/>
                <a:uFillTx/>
                <a:latin typeface="+mn-ea"/>
                <a:ea typeface="+mn-ea"/>
              </a:rPr>
              <a:t>/</a:t>
            </a:r>
            <a:r>
              <a:rPr kumimoji="0" lang="ja-JP" altLang="en-US" sz="800" b="0" i="0" u="none" strike="noStrike" kern="0" cap="none" spc="0" normalizeH="0" baseline="0" noProof="0">
                <a:ln>
                  <a:noFill/>
                </a:ln>
                <a:solidFill>
                  <a:sysClr val="windowText" lastClr="000000"/>
                </a:solidFill>
                <a:effectLst/>
                <a:uLnTx/>
                <a:uFillTx/>
                <a:latin typeface="+mn-ea"/>
                <a:ea typeface="+mn-ea"/>
              </a:rPr>
              <a:t>全社展開）</a:t>
            </a:r>
            <a:endParaRPr kumimoji="0" lang="en-US" altLang="ja-JP" sz="800" b="0" i="0" u="none" strike="noStrike" kern="0" cap="none" spc="0" normalizeH="0" baseline="0" noProof="0" dirty="0">
              <a:ln>
                <a:noFill/>
              </a:ln>
              <a:solidFill>
                <a:sysClr val="windowText" lastClr="000000"/>
              </a:solidFill>
              <a:effectLst/>
              <a:uLnTx/>
              <a:uFillTx/>
              <a:latin typeface="+mn-ea"/>
              <a:ea typeface="+mn-ea"/>
            </a:endParaRPr>
          </a:p>
        </p:txBody>
      </p:sp>
      <p:sp>
        <p:nvSpPr>
          <p:cNvPr id="15" name="ホームベース 95">
            <a:extLst>
              <a:ext uri="{FF2B5EF4-FFF2-40B4-BE49-F238E27FC236}">
                <a16:creationId xmlns:a16="http://schemas.microsoft.com/office/drawing/2014/main" id="{45D4DB9D-5C23-1B10-58C4-99C5FDE8F4E9}"/>
              </a:ext>
            </a:extLst>
          </p:cNvPr>
          <p:cNvSpPr/>
          <p:nvPr/>
        </p:nvSpPr>
        <p:spPr bwMode="gray">
          <a:xfrm>
            <a:off x="8062051" y="5690201"/>
            <a:ext cx="1828800" cy="254582"/>
          </a:xfrm>
          <a:prstGeom prst="homePlate">
            <a:avLst>
              <a:gd name="adj" fmla="val 10244"/>
            </a:avLst>
          </a:prstGeom>
          <a:solidFill>
            <a:srgbClr val="82A0AA">
              <a:lumMod val="60000"/>
              <a:lumOff val="40000"/>
            </a:srgbClr>
          </a:solidFill>
          <a:ln w="19050" algn="ctr">
            <a:solidFill>
              <a:schemeClr val="accent4">
                <a:lumMod val="50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1000" b="0" i="0" u="none" strike="noStrike" kern="0" cap="none" spc="0" normalizeH="0" baseline="0" noProof="0" dirty="0">
                <a:ln>
                  <a:noFill/>
                </a:ln>
                <a:solidFill>
                  <a:srgbClr val="000000"/>
                </a:solidFill>
                <a:effectLst/>
                <a:uLnTx/>
                <a:uFillTx/>
                <a:latin typeface="+mn-ea"/>
                <a:ea typeface="+mn-ea"/>
              </a:rPr>
              <a:t>成熟度</a:t>
            </a:r>
            <a:r>
              <a:rPr kumimoji="0" lang="en-US" altLang="ja-JP" sz="1000" b="0" i="0" u="none" strike="noStrike" kern="0" cap="none" spc="0" normalizeH="0" baseline="0" noProof="0" dirty="0">
                <a:ln>
                  <a:noFill/>
                </a:ln>
                <a:solidFill>
                  <a:srgbClr val="000000"/>
                </a:solidFill>
                <a:effectLst/>
                <a:uLnTx/>
                <a:uFillTx/>
                <a:latin typeface="+mn-ea"/>
                <a:ea typeface="+mn-ea"/>
              </a:rPr>
              <a:t>Lv4</a:t>
            </a: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800" b="0" i="0" u="none" strike="noStrike" kern="0" cap="none" spc="0" normalizeH="0" baseline="0" noProof="0" dirty="0">
                <a:ln>
                  <a:noFill/>
                </a:ln>
                <a:solidFill>
                  <a:srgbClr val="000000"/>
                </a:solidFill>
                <a:effectLst/>
                <a:uLnTx/>
                <a:uFillTx/>
                <a:latin typeface="+mn-ea"/>
                <a:ea typeface="+mn-ea"/>
              </a:rPr>
              <a:t>（管理された</a:t>
            </a:r>
            <a:r>
              <a:rPr kumimoji="0" lang="en-US" altLang="ja-JP" sz="800" b="0" i="0" u="none" strike="noStrike" kern="0" cap="none" spc="0" normalizeH="0" baseline="0" noProof="0" dirty="0">
                <a:ln>
                  <a:noFill/>
                </a:ln>
                <a:solidFill>
                  <a:srgbClr val="000000"/>
                </a:solidFill>
                <a:effectLst/>
                <a:uLnTx/>
                <a:uFillTx/>
                <a:latin typeface="+mn-ea"/>
                <a:ea typeface="+mn-ea"/>
              </a:rPr>
              <a:t>/</a:t>
            </a:r>
            <a:r>
              <a:rPr kumimoji="0" lang="ja-JP" altLang="en-US" sz="800" b="0" i="0" u="none" strike="noStrike" kern="0" cap="none" spc="0" normalizeH="0" baseline="0" noProof="0" dirty="0">
                <a:ln>
                  <a:noFill/>
                </a:ln>
                <a:solidFill>
                  <a:srgbClr val="000000"/>
                </a:solidFill>
                <a:effectLst/>
                <a:uLnTx/>
                <a:uFillTx/>
                <a:latin typeface="+mn-ea"/>
                <a:ea typeface="+mn-ea"/>
              </a:rPr>
              <a:t>定量的効果測定</a:t>
            </a:r>
            <a:r>
              <a:rPr kumimoji="0" lang="en-US" altLang="ja-JP" sz="800" b="0" i="0" u="none" strike="noStrike" kern="0" cap="none" spc="0" normalizeH="0" baseline="0" noProof="0" dirty="0">
                <a:ln>
                  <a:noFill/>
                </a:ln>
                <a:solidFill>
                  <a:srgbClr val="000000"/>
                </a:solidFill>
                <a:effectLst/>
                <a:uLnTx/>
                <a:uFillTx/>
                <a:latin typeface="+mn-ea"/>
                <a:ea typeface="+mn-ea"/>
              </a:rPr>
              <a:t>/</a:t>
            </a:r>
            <a:r>
              <a:rPr kumimoji="0" lang="ja-JP" altLang="en-US" sz="800" b="0" i="0" u="none" strike="noStrike" kern="0" cap="none" spc="0" normalizeH="0" baseline="0" noProof="0" dirty="0">
                <a:ln>
                  <a:noFill/>
                </a:ln>
                <a:solidFill>
                  <a:srgbClr val="000000"/>
                </a:solidFill>
                <a:effectLst/>
                <a:uLnTx/>
                <a:uFillTx/>
                <a:latin typeface="+mn-ea"/>
                <a:ea typeface="+mn-ea"/>
              </a:rPr>
              <a:t>標準ツール）</a:t>
            </a:r>
            <a:endParaRPr kumimoji="0" lang="en-US" altLang="ja-JP" sz="800" b="0" i="0" u="none" strike="noStrike" kern="0" cap="none" spc="0" normalizeH="0" baseline="0" noProof="0" dirty="0">
              <a:ln>
                <a:noFill/>
              </a:ln>
              <a:solidFill>
                <a:srgbClr val="000000"/>
              </a:solidFill>
              <a:effectLst/>
              <a:uLnTx/>
              <a:uFillTx/>
              <a:latin typeface="+mn-ea"/>
              <a:ea typeface="+mn-ea"/>
            </a:endParaRPr>
          </a:p>
        </p:txBody>
      </p:sp>
      <p:sp>
        <p:nvSpPr>
          <p:cNvPr id="16" name="ホームベース 96">
            <a:extLst>
              <a:ext uri="{FF2B5EF4-FFF2-40B4-BE49-F238E27FC236}">
                <a16:creationId xmlns:a16="http://schemas.microsoft.com/office/drawing/2014/main" id="{4E2A3116-1ABD-7F94-5EDB-39E66B23B0C3}"/>
              </a:ext>
            </a:extLst>
          </p:cNvPr>
          <p:cNvSpPr/>
          <p:nvPr/>
        </p:nvSpPr>
        <p:spPr bwMode="gray">
          <a:xfrm>
            <a:off x="9944972" y="5690201"/>
            <a:ext cx="1828800" cy="254582"/>
          </a:xfrm>
          <a:prstGeom prst="homePlate">
            <a:avLst>
              <a:gd name="adj" fmla="val 10244"/>
            </a:avLst>
          </a:prstGeom>
          <a:solidFill>
            <a:srgbClr val="82A0AA">
              <a:lumMod val="75000"/>
            </a:srgbClr>
          </a:solidFill>
          <a:ln w="19050" algn="ctr">
            <a:solidFill>
              <a:schemeClr val="accent4">
                <a:lumMod val="50000"/>
              </a:schemeClr>
            </a:solidFill>
            <a:miter lim="800000"/>
            <a:headEnd/>
            <a:tailEnd/>
          </a:ln>
        </p:spPr>
        <p:txBody>
          <a:bodyPr rot="0" spcFirstLastPara="0" vertOverflow="overflow" horzOverflow="overflow" vert="horz" wrap="non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1000" b="0" i="0" u="none" strike="noStrike" kern="0" cap="none" spc="0" normalizeH="0" baseline="0" noProof="0" dirty="0">
                <a:ln>
                  <a:noFill/>
                </a:ln>
                <a:solidFill>
                  <a:srgbClr val="FFFFFF"/>
                </a:solidFill>
                <a:effectLst/>
                <a:uLnTx/>
                <a:uFillTx/>
                <a:latin typeface="+mn-ea"/>
                <a:ea typeface="+mn-ea"/>
              </a:rPr>
              <a:t>成熟度</a:t>
            </a:r>
            <a:r>
              <a:rPr kumimoji="0" lang="en-US" altLang="ja-JP" sz="1000" b="0" i="0" u="none" strike="noStrike" kern="0" cap="none" spc="0" normalizeH="0" baseline="0" noProof="0" dirty="0">
                <a:ln>
                  <a:noFill/>
                </a:ln>
                <a:solidFill>
                  <a:srgbClr val="FFFFFF"/>
                </a:solidFill>
                <a:effectLst/>
                <a:uLnTx/>
                <a:uFillTx/>
                <a:latin typeface="+mn-ea"/>
                <a:ea typeface="+mn-ea"/>
              </a:rPr>
              <a:t>Lv5</a:t>
            </a: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800" b="0" i="0" u="none" strike="noStrike" kern="0" cap="none" spc="0" normalizeH="0" baseline="0" noProof="0">
                <a:ln>
                  <a:noFill/>
                </a:ln>
                <a:solidFill>
                  <a:srgbClr val="FFFFFF"/>
                </a:solidFill>
                <a:effectLst/>
                <a:uLnTx/>
                <a:uFillTx/>
                <a:latin typeface="+mn-ea"/>
                <a:ea typeface="+mn-ea"/>
              </a:rPr>
              <a:t>（最適化</a:t>
            </a:r>
            <a:r>
              <a:rPr kumimoji="0" lang="en-US" altLang="ja-JP" sz="800" b="0" i="0" u="none" strike="noStrike" kern="0" cap="none" spc="0" normalizeH="0" baseline="0" noProof="0" dirty="0">
                <a:ln>
                  <a:noFill/>
                </a:ln>
                <a:solidFill>
                  <a:srgbClr val="FFFFFF"/>
                </a:solidFill>
                <a:effectLst/>
                <a:uLnTx/>
                <a:uFillTx/>
                <a:latin typeface="+mn-ea"/>
                <a:ea typeface="+mn-ea"/>
              </a:rPr>
              <a:t>/</a:t>
            </a:r>
            <a:r>
              <a:rPr kumimoji="0" lang="ja-JP" altLang="en-US" sz="800" b="0" i="0" u="none" strike="noStrike" kern="0" cap="none" spc="0" normalizeH="0" baseline="0" noProof="0">
                <a:ln>
                  <a:noFill/>
                </a:ln>
                <a:solidFill>
                  <a:srgbClr val="FFFFFF"/>
                </a:solidFill>
                <a:effectLst/>
                <a:uLnTx/>
                <a:uFillTx/>
                <a:latin typeface="+mn-ea"/>
                <a:ea typeface="+mn-ea"/>
              </a:rPr>
              <a:t>継続的改善</a:t>
            </a:r>
            <a:r>
              <a:rPr kumimoji="0" lang="en-US" altLang="ja-JP" sz="800" b="0" i="0" u="none" strike="noStrike" kern="0" cap="none" spc="0" normalizeH="0" baseline="0" noProof="0" dirty="0">
                <a:ln>
                  <a:noFill/>
                </a:ln>
                <a:solidFill>
                  <a:srgbClr val="FFFFFF"/>
                </a:solidFill>
                <a:effectLst/>
                <a:uLnTx/>
                <a:uFillTx/>
                <a:latin typeface="+mn-ea"/>
                <a:ea typeface="+mn-ea"/>
              </a:rPr>
              <a:t>/</a:t>
            </a:r>
            <a:r>
              <a:rPr kumimoji="0" lang="ja-JP" altLang="en-US" sz="800" b="0" i="0" u="none" strike="noStrike" kern="0" cap="none" spc="0" normalizeH="0" baseline="0" noProof="0">
                <a:ln>
                  <a:noFill/>
                </a:ln>
                <a:solidFill>
                  <a:srgbClr val="FFFFFF"/>
                </a:solidFill>
                <a:effectLst/>
                <a:uLnTx/>
                <a:uFillTx/>
                <a:latin typeface="+mn-ea"/>
                <a:ea typeface="+mn-ea"/>
              </a:rPr>
              <a:t>プロセス自動化）</a:t>
            </a:r>
            <a:endParaRPr kumimoji="0" lang="en-US" altLang="ja-JP" sz="800" b="0" i="0" u="none" strike="noStrike" kern="0" cap="none" spc="0" normalizeH="0" baseline="0" noProof="0" dirty="0">
              <a:ln>
                <a:noFill/>
              </a:ln>
              <a:solidFill>
                <a:srgbClr val="FFFFFF"/>
              </a:solidFill>
              <a:effectLst/>
              <a:uLnTx/>
              <a:uFillTx/>
              <a:latin typeface="+mn-ea"/>
              <a:ea typeface="+mn-ea"/>
            </a:endParaRPr>
          </a:p>
        </p:txBody>
      </p:sp>
      <p:sp>
        <p:nvSpPr>
          <p:cNvPr id="17" name="正方形/長方形 158">
            <a:extLst>
              <a:ext uri="{FF2B5EF4-FFF2-40B4-BE49-F238E27FC236}">
                <a16:creationId xmlns:a16="http://schemas.microsoft.com/office/drawing/2014/main" id="{CA62C3D6-28F4-EFCD-16CD-821822C7FDF0}"/>
              </a:ext>
            </a:extLst>
          </p:cNvPr>
          <p:cNvSpPr/>
          <p:nvPr/>
        </p:nvSpPr>
        <p:spPr bwMode="gray">
          <a:xfrm>
            <a:off x="4298621" y="4277667"/>
            <a:ext cx="1828800" cy="300938"/>
          </a:xfrm>
          <a:prstGeom prst="rect">
            <a:avLst/>
          </a:prstGeom>
          <a:solidFill>
            <a:srgbClr val="82A0AA">
              <a:lumMod val="20000"/>
              <a:lumOff val="8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defTabSz="914400" eaLnBrk="0" fontAlgn="base" hangingPunct="0">
              <a:spcBef>
                <a:spcPct val="0"/>
              </a:spcBef>
              <a:spcAft>
                <a:spcPct val="0"/>
              </a:spcAft>
            </a:pPr>
            <a:r>
              <a:rPr kumimoji="0" lang="ja-JP" altLang="en-US" sz="900" kern="0">
                <a:solidFill>
                  <a:sysClr val="windowText" lastClr="000000"/>
                </a:solidFill>
                <a:latin typeface="+mn-ea"/>
                <a:ea typeface="+mn-ea"/>
              </a:rPr>
              <a:t>部門内に閉じた</a:t>
            </a:r>
            <a:endParaRPr kumimoji="0" lang="en-US" altLang="ja-JP" sz="900" kern="0" dirty="0">
              <a:solidFill>
                <a:sysClr val="windowText" lastClr="000000"/>
              </a:solidFill>
              <a:latin typeface="+mn-ea"/>
              <a:ea typeface="+mn-ea"/>
            </a:endParaRPr>
          </a:p>
          <a:p>
            <a:pPr algn="ctr" defTabSz="914400" eaLnBrk="0" fontAlgn="base" hangingPunct="0">
              <a:spcBef>
                <a:spcPct val="0"/>
              </a:spcBef>
              <a:spcAft>
                <a:spcPct val="0"/>
              </a:spcAft>
            </a:pPr>
            <a:r>
              <a:rPr kumimoji="0" lang="ja-JP" altLang="en-US" sz="900" kern="0">
                <a:solidFill>
                  <a:sysClr val="windowText" lastClr="000000"/>
                </a:solidFill>
                <a:latin typeface="+mn-ea"/>
                <a:ea typeface="+mn-ea"/>
              </a:rPr>
              <a:t>参照データとマスタデータ</a:t>
            </a:r>
            <a:endParaRPr kumimoji="0" lang="en-US" altLang="ja-JP" sz="900" kern="0" dirty="0">
              <a:solidFill>
                <a:sysClr val="windowText" lastClr="000000"/>
              </a:solidFill>
              <a:latin typeface="+mn-ea"/>
              <a:ea typeface="+mn-ea"/>
            </a:endParaRPr>
          </a:p>
        </p:txBody>
      </p:sp>
      <p:sp>
        <p:nvSpPr>
          <p:cNvPr id="18" name="正方形/長方形 159">
            <a:extLst>
              <a:ext uri="{FF2B5EF4-FFF2-40B4-BE49-F238E27FC236}">
                <a16:creationId xmlns:a16="http://schemas.microsoft.com/office/drawing/2014/main" id="{2EEB25F2-1FD3-6AAA-E63D-E3C265A4381D}"/>
              </a:ext>
            </a:extLst>
          </p:cNvPr>
          <p:cNvSpPr/>
          <p:nvPr/>
        </p:nvSpPr>
        <p:spPr bwMode="gray">
          <a:xfrm>
            <a:off x="6179129" y="4277667"/>
            <a:ext cx="1828800" cy="300938"/>
          </a:xfrm>
          <a:prstGeom prst="rect">
            <a:avLst/>
          </a:prstGeom>
          <a:solidFill>
            <a:srgbClr val="82A0AA">
              <a:lumMod val="40000"/>
              <a:lumOff val="6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ja-JP" altLang="en-US" sz="900" b="0" i="0" u="none" strike="noStrike" kern="0" cap="none" spc="0" normalizeH="0" baseline="0" noProof="0">
                <a:ln>
                  <a:noFill/>
                </a:ln>
                <a:solidFill>
                  <a:sysClr val="windowText" lastClr="000000"/>
                </a:solidFill>
                <a:effectLst/>
                <a:uLnTx/>
                <a:uFillTx/>
                <a:latin typeface="+mn-ea"/>
                <a:ea typeface="+mn-ea"/>
              </a:rPr>
              <a:t>参照データとマスタデータ</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ja-JP" altLang="en-US" sz="900" b="0" i="0" u="none" strike="noStrike" kern="0" cap="none" spc="0" normalizeH="0" baseline="0" noProof="0">
                <a:ln>
                  <a:noFill/>
                </a:ln>
                <a:solidFill>
                  <a:sysClr val="windowText" lastClr="000000"/>
                </a:solidFill>
                <a:effectLst/>
                <a:uLnTx/>
                <a:uFillTx/>
                <a:latin typeface="+mn-ea"/>
                <a:ea typeface="+mn-ea"/>
              </a:rPr>
              <a:t>の全社展開</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19" name="正方形/長方形 160">
            <a:extLst>
              <a:ext uri="{FF2B5EF4-FFF2-40B4-BE49-F238E27FC236}">
                <a16:creationId xmlns:a16="http://schemas.microsoft.com/office/drawing/2014/main" id="{AE20B8ED-6B92-663D-B888-B066C029CD78}"/>
              </a:ext>
            </a:extLst>
          </p:cNvPr>
          <p:cNvSpPr/>
          <p:nvPr/>
        </p:nvSpPr>
        <p:spPr bwMode="gray">
          <a:xfrm>
            <a:off x="8062050" y="4277667"/>
            <a:ext cx="3711721" cy="300938"/>
          </a:xfrm>
          <a:prstGeom prst="rect">
            <a:avLst/>
          </a:prstGeom>
          <a:solidFill>
            <a:srgbClr val="82A0AA">
              <a:lumMod val="60000"/>
              <a:lumOff val="4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参照</a:t>
            </a:r>
            <a:r>
              <a:rPr kumimoji="0" lang="en-US" altLang="ja-JP" sz="900" b="0" i="0" u="none" strike="noStrike" kern="0" cap="none" spc="0" normalizeH="0" baseline="0" noProof="0" dirty="0">
                <a:ln>
                  <a:noFill/>
                </a:ln>
                <a:solidFill>
                  <a:sysClr val="windowText" lastClr="000000"/>
                </a:solidFill>
                <a:effectLst/>
                <a:uLnTx/>
                <a:uFillTx/>
                <a:latin typeface="+mn-ea"/>
                <a:ea typeface="+mn-ea"/>
              </a:rPr>
              <a:t>/</a:t>
            </a:r>
            <a:r>
              <a:rPr kumimoji="0" lang="ja-JP" altLang="en-US" sz="900" b="0" i="0" u="none" strike="noStrike" kern="0" cap="none" spc="0" normalizeH="0" baseline="0" noProof="0" dirty="0">
                <a:ln>
                  <a:noFill/>
                </a:ln>
                <a:solidFill>
                  <a:sysClr val="windowText" lastClr="000000"/>
                </a:solidFill>
                <a:effectLst/>
                <a:uLnTx/>
                <a:uFillTx/>
                <a:latin typeface="+mn-ea"/>
                <a:ea typeface="+mn-ea"/>
              </a:rPr>
              <a:t>マスタデータの信頼度の評価</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データ共有量と利用の測定</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20" name="正方形/長方形 157">
            <a:extLst>
              <a:ext uri="{FF2B5EF4-FFF2-40B4-BE49-F238E27FC236}">
                <a16:creationId xmlns:a16="http://schemas.microsoft.com/office/drawing/2014/main" id="{94B73033-5A78-71AA-B04D-6CF8278C4BC0}"/>
              </a:ext>
            </a:extLst>
          </p:cNvPr>
          <p:cNvSpPr/>
          <p:nvPr/>
        </p:nvSpPr>
        <p:spPr bwMode="gray">
          <a:xfrm>
            <a:off x="409350" y="4277667"/>
            <a:ext cx="1837200" cy="300938"/>
          </a:xfrm>
          <a:prstGeom prst="rect">
            <a:avLst/>
          </a:prstGeom>
          <a:solidFill>
            <a:srgbClr val="FFFFFF">
              <a:lumMod val="95000"/>
            </a:srgbClr>
          </a:solidFill>
          <a:ln w="9525" algn="ctr">
            <a:solidFill>
              <a:srgbClr val="000000">
                <a:lumMod val="65000"/>
                <a:lumOff val="35000"/>
              </a:srgb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ja-JP" altLang="en-US" sz="1000" b="0" i="0" u="none" strike="noStrike" kern="0" cap="none" spc="0" normalizeH="0" baseline="0" noProof="0" dirty="0">
                <a:ln>
                  <a:noFill/>
                </a:ln>
                <a:solidFill>
                  <a:srgbClr val="000000"/>
                </a:solidFill>
                <a:effectLst/>
                <a:uLnTx/>
                <a:uFillTx/>
                <a:latin typeface="+mn-ea"/>
                <a:ea typeface="+mn-ea"/>
              </a:rPr>
              <a:t>⑧参照データとマスタデータ</a:t>
            </a:r>
          </a:p>
        </p:txBody>
      </p:sp>
      <p:sp>
        <p:nvSpPr>
          <p:cNvPr id="21" name="正方形/長方形 24">
            <a:extLst>
              <a:ext uri="{FF2B5EF4-FFF2-40B4-BE49-F238E27FC236}">
                <a16:creationId xmlns:a16="http://schemas.microsoft.com/office/drawing/2014/main" id="{15F117A1-4497-263A-F048-962D118A2A1B}"/>
              </a:ext>
            </a:extLst>
          </p:cNvPr>
          <p:cNvSpPr/>
          <p:nvPr/>
        </p:nvSpPr>
        <p:spPr bwMode="gray">
          <a:xfrm>
            <a:off x="4298621" y="4608646"/>
            <a:ext cx="1828800" cy="300938"/>
          </a:xfrm>
          <a:prstGeom prst="rect">
            <a:avLst/>
          </a:prstGeom>
          <a:solidFill>
            <a:srgbClr val="82A0AA">
              <a:lumMod val="20000"/>
              <a:lumOff val="80000"/>
            </a:srgb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部門内に閉じた</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en-US" altLang="ja-JP" sz="900" b="0" i="0" u="none" strike="noStrike" kern="0" cap="none" spc="0" normalizeH="0" baseline="0" noProof="0" dirty="0">
                <a:ln>
                  <a:noFill/>
                </a:ln>
                <a:solidFill>
                  <a:sysClr val="windowText" lastClr="000000"/>
                </a:solidFill>
                <a:effectLst/>
                <a:uLnTx/>
                <a:uFillTx/>
                <a:latin typeface="+mn-ea"/>
                <a:ea typeface="+mn-ea"/>
              </a:rPr>
              <a:t>DWH</a:t>
            </a:r>
            <a:r>
              <a:rPr kumimoji="0" lang="ja-JP" altLang="en-US" sz="900" b="0" i="0" u="none" strike="noStrike" kern="0" cap="none" spc="0" normalizeH="0" baseline="0" noProof="0" dirty="0">
                <a:ln>
                  <a:noFill/>
                </a:ln>
                <a:solidFill>
                  <a:sysClr val="windowText" lastClr="000000"/>
                </a:solidFill>
                <a:effectLst/>
                <a:uLnTx/>
                <a:uFillTx/>
                <a:latin typeface="+mn-ea"/>
                <a:ea typeface="+mn-ea"/>
              </a:rPr>
              <a:t>と</a:t>
            </a:r>
            <a:r>
              <a:rPr kumimoji="0" lang="en-US" altLang="ja-JP" sz="900" b="0" i="0" u="none" strike="noStrike" kern="0" cap="none" spc="0" normalizeH="0" baseline="0" noProof="0" dirty="0">
                <a:ln>
                  <a:noFill/>
                </a:ln>
                <a:solidFill>
                  <a:sysClr val="windowText" lastClr="000000"/>
                </a:solidFill>
                <a:effectLst/>
                <a:uLnTx/>
                <a:uFillTx/>
                <a:latin typeface="+mn-ea"/>
                <a:ea typeface="+mn-ea"/>
              </a:rPr>
              <a:t>BI</a:t>
            </a:r>
          </a:p>
        </p:txBody>
      </p:sp>
      <p:sp>
        <p:nvSpPr>
          <p:cNvPr id="22" name="正方形/長方形 25">
            <a:extLst>
              <a:ext uri="{FF2B5EF4-FFF2-40B4-BE49-F238E27FC236}">
                <a16:creationId xmlns:a16="http://schemas.microsoft.com/office/drawing/2014/main" id="{1B010ABF-DF99-B631-C932-535B8A02C833}"/>
              </a:ext>
            </a:extLst>
          </p:cNvPr>
          <p:cNvSpPr/>
          <p:nvPr/>
        </p:nvSpPr>
        <p:spPr bwMode="gray">
          <a:xfrm>
            <a:off x="6179129" y="4608646"/>
            <a:ext cx="1828800" cy="300938"/>
          </a:xfrm>
          <a:prstGeom prst="rect">
            <a:avLst/>
          </a:prstGeom>
          <a:solidFill>
            <a:srgbClr val="82A0AA">
              <a:lumMod val="40000"/>
              <a:lumOff val="6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en-US" altLang="ja-JP" sz="900" b="0" i="0" u="none" strike="noStrike" kern="0" cap="none" spc="0" normalizeH="0" baseline="0" noProof="0" dirty="0">
                <a:ln>
                  <a:noFill/>
                </a:ln>
                <a:solidFill>
                  <a:sysClr val="windowText" lastClr="000000"/>
                </a:solidFill>
                <a:effectLst/>
                <a:uLnTx/>
                <a:uFillTx/>
                <a:latin typeface="+mn-ea"/>
                <a:ea typeface="+mn-ea"/>
              </a:rPr>
              <a:t>DWH</a:t>
            </a:r>
            <a:r>
              <a:rPr kumimoji="0" lang="ja-JP" altLang="en-US" sz="900" b="0" i="0" u="none" strike="noStrike" kern="0" cap="none" spc="0" normalizeH="0" baseline="0" noProof="0">
                <a:ln>
                  <a:noFill/>
                </a:ln>
                <a:solidFill>
                  <a:sysClr val="windowText" lastClr="000000"/>
                </a:solidFill>
                <a:effectLst/>
                <a:uLnTx/>
                <a:uFillTx/>
                <a:latin typeface="+mn-ea"/>
                <a:ea typeface="+mn-ea"/>
              </a:rPr>
              <a:t>と</a:t>
            </a:r>
            <a:r>
              <a:rPr kumimoji="0" lang="en-US" altLang="ja-JP" sz="900" b="0" i="0" u="none" strike="noStrike" kern="0" cap="none" spc="0" normalizeH="0" baseline="0" noProof="0" dirty="0">
                <a:ln>
                  <a:noFill/>
                </a:ln>
                <a:solidFill>
                  <a:sysClr val="windowText" lastClr="000000"/>
                </a:solidFill>
                <a:effectLst/>
                <a:uLnTx/>
                <a:uFillTx/>
                <a:latin typeface="+mn-ea"/>
                <a:ea typeface="+mn-ea"/>
              </a:rPr>
              <a:t>BI</a:t>
            </a:r>
            <a:r>
              <a:rPr kumimoji="0" lang="ja-JP" altLang="en-US" sz="900" b="0" i="0" u="none" strike="noStrike" kern="0" cap="none" spc="0" normalizeH="0" baseline="0" noProof="0">
                <a:ln>
                  <a:noFill/>
                </a:ln>
                <a:solidFill>
                  <a:sysClr val="windowText" lastClr="000000"/>
                </a:solidFill>
                <a:effectLst/>
                <a:uLnTx/>
                <a:uFillTx/>
                <a:latin typeface="+mn-ea"/>
                <a:ea typeface="+mn-ea"/>
              </a:rPr>
              <a:t>の全社展開</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23" name="正方形/長方形 26">
            <a:extLst>
              <a:ext uri="{FF2B5EF4-FFF2-40B4-BE49-F238E27FC236}">
                <a16:creationId xmlns:a16="http://schemas.microsoft.com/office/drawing/2014/main" id="{3CEEAB16-759A-B407-87A6-E252E5F14404}"/>
              </a:ext>
            </a:extLst>
          </p:cNvPr>
          <p:cNvSpPr/>
          <p:nvPr/>
        </p:nvSpPr>
        <p:spPr bwMode="gray">
          <a:xfrm>
            <a:off x="8062050" y="4608646"/>
            <a:ext cx="3711721" cy="300938"/>
          </a:xfrm>
          <a:prstGeom prst="rect">
            <a:avLst/>
          </a:prstGeom>
          <a:solidFill>
            <a:srgbClr val="82A0AA">
              <a:lumMod val="60000"/>
              <a:lumOff val="4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rgbClr val="000000"/>
                </a:solidFill>
                <a:effectLst/>
                <a:uLnTx/>
                <a:uFillTx/>
                <a:latin typeface="+mn-ea"/>
                <a:ea typeface="+mn-ea"/>
              </a:rPr>
              <a:t>利用度の評価</a:t>
            </a:r>
            <a:r>
              <a:rPr kumimoji="0" lang="en-US" altLang="ja-JP" sz="900" b="0" i="0" u="none" strike="noStrike" kern="0" cap="none" spc="0" normalizeH="0" baseline="0" noProof="0" dirty="0">
                <a:ln>
                  <a:noFill/>
                </a:ln>
                <a:solidFill>
                  <a:srgbClr val="000000"/>
                </a:solidFill>
                <a:effectLst/>
                <a:uLnTx/>
                <a:uFillTx/>
                <a:latin typeface="+mn-ea"/>
                <a:ea typeface="+mn-ea"/>
              </a:rPr>
              <a:t>/</a:t>
            </a:r>
            <a:r>
              <a:rPr kumimoji="0" lang="ja-JP" altLang="en-US" sz="900" b="0" i="0" u="none" strike="noStrike" kern="0" cap="none" spc="0" normalizeH="0" baseline="0" noProof="0" dirty="0">
                <a:ln>
                  <a:noFill/>
                </a:ln>
                <a:solidFill>
                  <a:srgbClr val="000000"/>
                </a:solidFill>
                <a:effectLst/>
                <a:uLnTx/>
                <a:uFillTx/>
                <a:latin typeface="+mn-ea"/>
                <a:ea typeface="+mn-ea"/>
              </a:rPr>
              <a:t>パフォーマンスの評価</a:t>
            </a:r>
            <a:endParaRPr kumimoji="0" lang="en-US" altLang="ja-JP" sz="900" b="0" i="0" u="none" strike="noStrike" kern="0" cap="none" spc="0" normalizeH="0" baseline="0" noProof="0" dirty="0">
              <a:ln>
                <a:noFill/>
              </a:ln>
              <a:solidFill>
                <a:srgbClr val="000000"/>
              </a:solidFill>
              <a:effectLst/>
              <a:uLnTx/>
              <a:uFillTx/>
              <a:latin typeface="+mn-ea"/>
              <a:ea typeface="+mn-ea"/>
            </a:endParaRPr>
          </a:p>
        </p:txBody>
      </p:sp>
      <p:sp>
        <p:nvSpPr>
          <p:cNvPr id="24" name="正方形/長方形 8">
            <a:extLst>
              <a:ext uri="{FF2B5EF4-FFF2-40B4-BE49-F238E27FC236}">
                <a16:creationId xmlns:a16="http://schemas.microsoft.com/office/drawing/2014/main" id="{460C0C17-209D-9F3E-9381-C5193AF5B598}"/>
              </a:ext>
            </a:extLst>
          </p:cNvPr>
          <p:cNvSpPr/>
          <p:nvPr/>
        </p:nvSpPr>
        <p:spPr bwMode="gray">
          <a:xfrm>
            <a:off x="409350" y="4608646"/>
            <a:ext cx="1837200" cy="300938"/>
          </a:xfrm>
          <a:prstGeom prst="rect">
            <a:avLst/>
          </a:prstGeom>
          <a:solidFill>
            <a:srgbClr val="FFFFFF">
              <a:lumMod val="95000"/>
            </a:srgbClr>
          </a:solidFill>
          <a:ln w="9525" algn="ctr">
            <a:solidFill>
              <a:srgbClr val="000000">
                <a:lumMod val="65000"/>
                <a:lumOff val="35000"/>
              </a:srgb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ja-JP" altLang="en-US" sz="1000" b="0" i="0" u="none" strike="noStrike" kern="0" cap="none" spc="0" normalizeH="0" baseline="0" noProof="0" dirty="0">
                <a:ln>
                  <a:noFill/>
                </a:ln>
                <a:solidFill>
                  <a:srgbClr val="000000"/>
                </a:solidFill>
                <a:effectLst/>
                <a:uLnTx/>
                <a:uFillTx/>
                <a:latin typeface="+mn-ea"/>
                <a:ea typeface="+mn-ea"/>
              </a:rPr>
              <a:t>⑨</a:t>
            </a:r>
            <a:r>
              <a:rPr kumimoji="0" lang="en-US" altLang="ja-JP" sz="1000" b="0" i="0" u="none" strike="noStrike" kern="0" cap="none" spc="0" normalizeH="0" baseline="0" noProof="0" dirty="0">
                <a:ln>
                  <a:noFill/>
                </a:ln>
                <a:solidFill>
                  <a:srgbClr val="000000"/>
                </a:solidFill>
                <a:effectLst/>
                <a:uLnTx/>
                <a:uFillTx/>
                <a:latin typeface="+mn-ea"/>
                <a:ea typeface="+mn-ea"/>
              </a:rPr>
              <a:t>DWH</a:t>
            </a:r>
            <a:r>
              <a:rPr kumimoji="0" lang="ja-JP" altLang="en-US" sz="1000" b="0" i="0" u="none" strike="noStrike" kern="0" cap="none" spc="0" normalizeH="0" baseline="0" noProof="0" dirty="0">
                <a:ln>
                  <a:noFill/>
                </a:ln>
                <a:solidFill>
                  <a:srgbClr val="000000"/>
                </a:solidFill>
                <a:effectLst/>
                <a:uLnTx/>
                <a:uFillTx/>
                <a:latin typeface="+mn-ea"/>
                <a:ea typeface="+mn-ea"/>
              </a:rPr>
              <a:t>と</a:t>
            </a:r>
            <a:r>
              <a:rPr kumimoji="0" lang="en-US" altLang="ja-JP" sz="1000" b="0" i="0" u="none" strike="noStrike" kern="0" cap="none" spc="0" normalizeH="0" baseline="0" noProof="0" dirty="0">
                <a:ln>
                  <a:noFill/>
                </a:ln>
                <a:solidFill>
                  <a:srgbClr val="000000"/>
                </a:solidFill>
                <a:effectLst/>
                <a:uLnTx/>
                <a:uFillTx/>
                <a:latin typeface="+mn-ea"/>
                <a:ea typeface="+mn-ea"/>
              </a:rPr>
              <a:t>BI</a:t>
            </a:r>
            <a:endParaRPr kumimoji="0" lang="ja-JP" altLang="en-US" sz="1000" b="0" i="0" u="none" strike="noStrike" kern="0" cap="none" spc="0" normalizeH="0" baseline="0" noProof="0" dirty="0">
              <a:ln>
                <a:noFill/>
              </a:ln>
              <a:solidFill>
                <a:srgbClr val="000000"/>
              </a:solidFill>
              <a:effectLst/>
              <a:uLnTx/>
              <a:uFillTx/>
              <a:latin typeface="+mn-ea"/>
              <a:ea typeface="+mn-ea"/>
            </a:endParaRPr>
          </a:p>
        </p:txBody>
      </p:sp>
      <p:sp>
        <p:nvSpPr>
          <p:cNvPr id="25" name="正方形/長方形 34">
            <a:extLst>
              <a:ext uri="{FF2B5EF4-FFF2-40B4-BE49-F238E27FC236}">
                <a16:creationId xmlns:a16="http://schemas.microsoft.com/office/drawing/2014/main" id="{195552A2-9A7E-585A-88A4-15530A10D189}"/>
              </a:ext>
            </a:extLst>
          </p:cNvPr>
          <p:cNvSpPr/>
          <p:nvPr/>
        </p:nvSpPr>
        <p:spPr bwMode="gray">
          <a:xfrm>
            <a:off x="4298621" y="3947648"/>
            <a:ext cx="1828800" cy="299978"/>
          </a:xfrm>
          <a:prstGeom prst="rect">
            <a:avLst/>
          </a:prstGeom>
          <a:solidFill>
            <a:srgbClr val="82A0AA">
              <a:lumMod val="20000"/>
              <a:lumOff val="8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部門内に閉じた</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管理ポリシー</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26" name="正方形/長方形 35">
            <a:extLst>
              <a:ext uri="{FF2B5EF4-FFF2-40B4-BE49-F238E27FC236}">
                <a16:creationId xmlns:a16="http://schemas.microsoft.com/office/drawing/2014/main" id="{ED2F400D-2948-59C6-9562-BF3C5EDF25F5}"/>
              </a:ext>
            </a:extLst>
          </p:cNvPr>
          <p:cNvSpPr/>
          <p:nvPr/>
        </p:nvSpPr>
        <p:spPr bwMode="gray">
          <a:xfrm>
            <a:off x="6179129" y="3947648"/>
            <a:ext cx="1828800" cy="299978"/>
          </a:xfrm>
          <a:prstGeom prst="rect">
            <a:avLst/>
          </a:prstGeom>
          <a:solidFill>
            <a:srgbClr val="82A0AA">
              <a:lumMod val="40000"/>
              <a:lumOff val="6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a:ln>
                  <a:noFill/>
                </a:ln>
                <a:solidFill>
                  <a:sysClr val="windowText" lastClr="000000"/>
                </a:solidFill>
                <a:effectLst/>
                <a:uLnTx/>
                <a:uFillTx/>
                <a:latin typeface="+mn-ea"/>
                <a:ea typeface="+mn-ea"/>
              </a:rPr>
              <a:t>管理ポリシーの全社展開</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27" name="正方形/長方形 36">
            <a:extLst>
              <a:ext uri="{FF2B5EF4-FFF2-40B4-BE49-F238E27FC236}">
                <a16:creationId xmlns:a16="http://schemas.microsoft.com/office/drawing/2014/main" id="{681CD14E-AEDD-E8B7-1D2A-0603B8710A85}"/>
              </a:ext>
            </a:extLst>
          </p:cNvPr>
          <p:cNvSpPr/>
          <p:nvPr/>
        </p:nvSpPr>
        <p:spPr bwMode="gray">
          <a:xfrm>
            <a:off x="8062050" y="3947648"/>
            <a:ext cx="3711721" cy="299978"/>
          </a:xfrm>
          <a:prstGeom prst="rect">
            <a:avLst/>
          </a:prstGeom>
          <a:solidFill>
            <a:srgbClr val="82A0AA">
              <a:lumMod val="60000"/>
              <a:lumOff val="4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法令遵守の評価</a:t>
            </a:r>
            <a:r>
              <a:rPr kumimoji="0" lang="en-US" altLang="ja-JP" sz="900" b="0" i="0" u="none" strike="noStrike" kern="0" cap="none" spc="0" normalizeH="0" baseline="0" noProof="0" dirty="0">
                <a:ln>
                  <a:noFill/>
                </a:ln>
                <a:solidFill>
                  <a:sysClr val="windowText" lastClr="000000"/>
                </a:solidFill>
                <a:effectLst/>
                <a:uLnTx/>
                <a:uFillTx/>
                <a:latin typeface="+mn-ea"/>
                <a:ea typeface="+mn-ea"/>
              </a:rPr>
              <a:t>/</a:t>
            </a:r>
            <a:r>
              <a:rPr kumimoji="0" lang="ja-JP" altLang="en-US" sz="900" b="0" i="0" u="none" strike="noStrike" kern="0" cap="none" spc="0" normalizeH="0" baseline="0" noProof="0" dirty="0">
                <a:ln>
                  <a:noFill/>
                </a:ln>
                <a:solidFill>
                  <a:sysClr val="windowText" lastClr="000000"/>
                </a:solidFill>
                <a:effectLst/>
                <a:uLnTx/>
                <a:uFillTx/>
                <a:latin typeface="+mn-ea"/>
                <a:ea typeface="+mn-ea"/>
              </a:rPr>
              <a:t>利用評価</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28" name="正方形/長方形 10">
            <a:extLst>
              <a:ext uri="{FF2B5EF4-FFF2-40B4-BE49-F238E27FC236}">
                <a16:creationId xmlns:a16="http://schemas.microsoft.com/office/drawing/2014/main" id="{A5AAFFE6-F62A-0B8A-D367-8E297C348F24}"/>
              </a:ext>
            </a:extLst>
          </p:cNvPr>
          <p:cNvSpPr/>
          <p:nvPr/>
        </p:nvSpPr>
        <p:spPr bwMode="gray">
          <a:xfrm>
            <a:off x="409350" y="3947648"/>
            <a:ext cx="1837200" cy="299978"/>
          </a:xfrm>
          <a:prstGeom prst="rect">
            <a:avLst/>
          </a:prstGeom>
          <a:solidFill>
            <a:srgbClr val="FFFFFF">
              <a:lumMod val="95000"/>
            </a:srgbClr>
          </a:solidFill>
          <a:ln w="9525" algn="ctr">
            <a:solidFill>
              <a:srgbClr val="000000">
                <a:lumMod val="65000"/>
                <a:lumOff val="35000"/>
              </a:srgb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ja-JP" altLang="en-US" sz="1000" b="0" i="0" u="none" strike="noStrike" kern="0" cap="none" spc="0" normalizeH="0" baseline="0" noProof="0" dirty="0">
                <a:ln>
                  <a:noFill/>
                </a:ln>
                <a:solidFill>
                  <a:srgbClr val="000000"/>
                </a:solidFill>
                <a:effectLst/>
                <a:uLnTx/>
                <a:uFillTx/>
                <a:latin typeface="+mn-ea"/>
                <a:ea typeface="+mn-ea"/>
              </a:rPr>
              <a:t>⑦ドキュメントと</a:t>
            </a:r>
            <a:br>
              <a:rPr kumimoji="0" lang="en-US" altLang="ja-JP" sz="1000" b="0" i="0" u="none" strike="noStrike" kern="0" cap="none" spc="0" normalizeH="0" baseline="0" noProof="0" dirty="0">
                <a:ln>
                  <a:noFill/>
                </a:ln>
                <a:solidFill>
                  <a:srgbClr val="000000"/>
                </a:solidFill>
                <a:effectLst/>
                <a:uLnTx/>
                <a:uFillTx/>
                <a:latin typeface="+mn-ea"/>
                <a:ea typeface="+mn-ea"/>
              </a:rPr>
            </a:br>
            <a:r>
              <a:rPr kumimoji="0" lang="ja-JP" altLang="en-US" sz="1000" b="0" i="0" u="none" strike="noStrike" kern="0" cap="none" spc="0" normalizeH="0" baseline="0" noProof="0" dirty="0">
                <a:ln>
                  <a:noFill/>
                </a:ln>
                <a:solidFill>
                  <a:srgbClr val="000000"/>
                </a:solidFill>
                <a:effectLst/>
                <a:uLnTx/>
                <a:uFillTx/>
                <a:latin typeface="+mn-ea"/>
                <a:ea typeface="+mn-ea"/>
              </a:rPr>
              <a:t>コンテンツ管理</a:t>
            </a:r>
          </a:p>
        </p:txBody>
      </p:sp>
      <p:sp>
        <p:nvSpPr>
          <p:cNvPr id="29" name="正方形/長方形 53">
            <a:extLst>
              <a:ext uri="{FF2B5EF4-FFF2-40B4-BE49-F238E27FC236}">
                <a16:creationId xmlns:a16="http://schemas.microsoft.com/office/drawing/2014/main" id="{46D94428-F933-EC58-48A2-9A5D9DFAE628}"/>
              </a:ext>
            </a:extLst>
          </p:cNvPr>
          <p:cNvSpPr/>
          <p:nvPr/>
        </p:nvSpPr>
        <p:spPr bwMode="gray">
          <a:xfrm>
            <a:off x="2415699" y="1965614"/>
            <a:ext cx="1826386" cy="300938"/>
          </a:xfrm>
          <a:prstGeom prst="rect">
            <a:avLst/>
          </a:prstGeom>
          <a:solidFill>
            <a:srgbClr val="FFFFFF"/>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属人的・プロセス単位の</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ガバナンス</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30" name="正方形/長方形 54">
            <a:extLst>
              <a:ext uri="{FF2B5EF4-FFF2-40B4-BE49-F238E27FC236}">
                <a16:creationId xmlns:a16="http://schemas.microsoft.com/office/drawing/2014/main" id="{3AE1279D-CE9A-A087-8B34-8D26B5BE32E2}"/>
              </a:ext>
            </a:extLst>
          </p:cNvPr>
          <p:cNvSpPr/>
          <p:nvPr/>
        </p:nvSpPr>
        <p:spPr bwMode="gray">
          <a:xfrm>
            <a:off x="4298621" y="1965614"/>
            <a:ext cx="1826386" cy="300938"/>
          </a:xfrm>
          <a:prstGeom prst="rect">
            <a:avLst/>
          </a:prstGeom>
          <a:solidFill>
            <a:srgbClr val="82A0AA">
              <a:lumMod val="20000"/>
              <a:lumOff val="8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データガバナンス上の</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役割の明確化</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31" name="正方形/長方形 55">
            <a:extLst>
              <a:ext uri="{FF2B5EF4-FFF2-40B4-BE49-F238E27FC236}">
                <a16:creationId xmlns:a16="http://schemas.microsoft.com/office/drawing/2014/main" id="{EC1B6EE3-A762-4F95-1EAE-394844D780F5}"/>
              </a:ext>
            </a:extLst>
          </p:cNvPr>
          <p:cNvSpPr/>
          <p:nvPr/>
        </p:nvSpPr>
        <p:spPr bwMode="gray">
          <a:xfrm>
            <a:off x="6181543" y="1965614"/>
            <a:ext cx="1826386" cy="300938"/>
          </a:xfrm>
          <a:prstGeom prst="rect">
            <a:avLst/>
          </a:prstGeom>
          <a:solidFill>
            <a:srgbClr val="82A0AA">
              <a:lumMod val="40000"/>
              <a:lumOff val="6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組織的なポリシーに基づく</a:t>
            </a:r>
            <a:endParaRPr kumimoji="0" lang="en-US" altLang="ja-JP" sz="900" kern="0" dirty="0">
              <a:solidFill>
                <a:sysClr val="windowText" lastClr="000000"/>
              </a:solidFill>
              <a:latin typeface="+mn-ea"/>
              <a:ea typeface="+mn-ea"/>
            </a:endParaRP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データガバナンス体制の確立</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32" name="正方形/長方形 56">
            <a:extLst>
              <a:ext uri="{FF2B5EF4-FFF2-40B4-BE49-F238E27FC236}">
                <a16:creationId xmlns:a16="http://schemas.microsoft.com/office/drawing/2014/main" id="{FE4ED688-AD7F-956E-28F1-7EEFCB620321}"/>
              </a:ext>
            </a:extLst>
          </p:cNvPr>
          <p:cNvSpPr/>
          <p:nvPr/>
        </p:nvSpPr>
        <p:spPr bwMode="gray">
          <a:xfrm>
            <a:off x="8064465" y="1965614"/>
            <a:ext cx="1826386" cy="300938"/>
          </a:xfrm>
          <a:prstGeom prst="rect">
            <a:avLst/>
          </a:prstGeom>
          <a:solidFill>
            <a:srgbClr val="82A0AA">
              <a:lumMod val="60000"/>
              <a:lumOff val="4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各プロセスを定量的に評価できるデータガバナンス体制の確立</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33" name="正方形/長方形 57">
            <a:extLst>
              <a:ext uri="{FF2B5EF4-FFF2-40B4-BE49-F238E27FC236}">
                <a16:creationId xmlns:a16="http://schemas.microsoft.com/office/drawing/2014/main" id="{175888C0-82A4-C995-F4A2-5DBF53FBD3D7}"/>
              </a:ext>
            </a:extLst>
          </p:cNvPr>
          <p:cNvSpPr/>
          <p:nvPr/>
        </p:nvSpPr>
        <p:spPr bwMode="gray">
          <a:xfrm>
            <a:off x="9947386" y="1965614"/>
            <a:ext cx="1826386" cy="300938"/>
          </a:xfrm>
          <a:prstGeom prst="rect">
            <a:avLst/>
          </a:prstGeom>
          <a:solidFill>
            <a:srgbClr val="82A0AA">
              <a:lumMod val="75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rgbClr val="FFFFFF"/>
                </a:solidFill>
                <a:effectLst/>
                <a:uLnTx/>
                <a:uFillTx/>
                <a:latin typeface="+mn-ea"/>
                <a:ea typeface="+mn-ea"/>
              </a:rPr>
              <a:t>プロセス改善のゴールが数値化</a:t>
            </a:r>
            <a:endParaRPr kumimoji="0" lang="en-US" altLang="ja-JP" sz="900" b="0" i="0" u="none" strike="noStrike" kern="0" cap="none" spc="0" normalizeH="0" baseline="0" noProof="0" dirty="0">
              <a:ln>
                <a:noFill/>
              </a:ln>
              <a:solidFill>
                <a:srgbClr val="FFFFFF"/>
              </a:solidFill>
              <a:effectLst/>
              <a:uLnTx/>
              <a:uFillTx/>
              <a:latin typeface="+mn-ea"/>
              <a:ea typeface="+mn-ea"/>
            </a:endParaRPr>
          </a:p>
        </p:txBody>
      </p:sp>
      <p:sp>
        <p:nvSpPr>
          <p:cNvPr id="34" name="正方形/長方形 13">
            <a:extLst>
              <a:ext uri="{FF2B5EF4-FFF2-40B4-BE49-F238E27FC236}">
                <a16:creationId xmlns:a16="http://schemas.microsoft.com/office/drawing/2014/main" id="{6D19E754-2D23-7D00-6E80-4BC8ADC96D9A}"/>
              </a:ext>
            </a:extLst>
          </p:cNvPr>
          <p:cNvSpPr/>
          <p:nvPr/>
        </p:nvSpPr>
        <p:spPr bwMode="gray">
          <a:xfrm>
            <a:off x="409350" y="1965614"/>
            <a:ext cx="1837200" cy="300938"/>
          </a:xfrm>
          <a:prstGeom prst="rect">
            <a:avLst/>
          </a:prstGeom>
          <a:solidFill>
            <a:srgbClr val="FFFFFF">
              <a:lumMod val="95000"/>
            </a:srgbClr>
          </a:solidFill>
          <a:ln w="9525" algn="ctr">
            <a:solidFill>
              <a:srgbClr val="000000">
                <a:lumMod val="65000"/>
                <a:lumOff val="35000"/>
              </a:srgb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marL="0" marR="0" lvl="0" indent="0" defTabSz="914400" eaLnBrk="0" fontAlgn="base" latinLnBrk="0" hangingPunct="0">
              <a:lnSpc>
                <a:spcPct val="100000"/>
              </a:lnSpc>
              <a:spcBef>
                <a:spcPct val="0"/>
              </a:spcBef>
              <a:spcAft>
                <a:spcPct val="0"/>
              </a:spcAft>
              <a:buClrTx/>
              <a:buSzTx/>
              <a:buFont typeface="Wingdings 2" pitchFamily="18" charset="2"/>
              <a:buNone/>
              <a:tabLst/>
              <a:defRPr/>
            </a:pPr>
            <a:r>
              <a:rPr kumimoji="0" lang="en-US" altLang="ja-JP" sz="1000" b="0" i="0" u="none" strike="noStrike" kern="0" cap="none" spc="0" normalizeH="0" baseline="0" noProof="0" dirty="0">
                <a:ln>
                  <a:noFill/>
                </a:ln>
                <a:solidFill>
                  <a:srgbClr val="000000"/>
                </a:solidFill>
                <a:effectLst/>
                <a:uLnTx/>
                <a:uFillTx/>
                <a:latin typeface="+mn-ea"/>
                <a:ea typeface="+mn-ea"/>
              </a:rPr>
              <a:t>①</a:t>
            </a:r>
            <a:r>
              <a:rPr kumimoji="0" lang="ja-JP" altLang="en-US" sz="1000" b="0" i="0" u="none" strike="noStrike" kern="0" cap="none" spc="0" normalizeH="0" baseline="0" noProof="0" dirty="0">
                <a:ln>
                  <a:noFill/>
                </a:ln>
                <a:solidFill>
                  <a:srgbClr val="000000"/>
                </a:solidFill>
                <a:effectLst/>
                <a:uLnTx/>
                <a:uFillTx/>
                <a:latin typeface="+mn-ea"/>
                <a:ea typeface="+mn-ea"/>
              </a:rPr>
              <a:t>データガバナンス</a:t>
            </a:r>
            <a:endParaRPr kumimoji="0" lang="en-US" altLang="ja-JP" sz="1000" b="0" i="0" u="none" strike="noStrike" kern="0" cap="none" spc="0" normalizeH="0" baseline="30000" noProof="0" dirty="0">
              <a:ln>
                <a:noFill/>
              </a:ln>
              <a:solidFill>
                <a:srgbClr val="000000"/>
              </a:solidFill>
              <a:effectLst/>
              <a:uLnTx/>
              <a:uFillTx/>
              <a:latin typeface="+mn-ea"/>
              <a:ea typeface="+mn-ea"/>
            </a:endParaRPr>
          </a:p>
        </p:txBody>
      </p:sp>
      <p:sp>
        <p:nvSpPr>
          <p:cNvPr id="35" name="正方形/長方形 59">
            <a:extLst>
              <a:ext uri="{FF2B5EF4-FFF2-40B4-BE49-F238E27FC236}">
                <a16:creationId xmlns:a16="http://schemas.microsoft.com/office/drawing/2014/main" id="{083850A6-4C01-DF71-06BD-23C97E158350}"/>
              </a:ext>
            </a:extLst>
          </p:cNvPr>
          <p:cNvSpPr/>
          <p:nvPr/>
        </p:nvSpPr>
        <p:spPr bwMode="gray">
          <a:xfrm>
            <a:off x="4298621" y="4940357"/>
            <a:ext cx="1828800" cy="299978"/>
          </a:xfrm>
          <a:prstGeom prst="rect">
            <a:avLst/>
          </a:prstGeom>
          <a:solidFill>
            <a:srgbClr val="82A0AA">
              <a:lumMod val="20000"/>
              <a:lumOff val="8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a:ln>
                  <a:noFill/>
                </a:ln>
                <a:solidFill>
                  <a:sysClr val="windowText" lastClr="000000"/>
                </a:solidFill>
                <a:effectLst/>
                <a:uLnTx/>
                <a:uFillTx/>
                <a:latin typeface="+mn-ea"/>
                <a:ea typeface="+mn-ea"/>
              </a:rPr>
              <a:t>部門内でのメタデータ管理</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36" name="正方形/長方形 60">
            <a:extLst>
              <a:ext uri="{FF2B5EF4-FFF2-40B4-BE49-F238E27FC236}">
                <a16:creationId xmlns:a16="http://schemas.microsoft.com/office/drawing/2014/main" id="{618580D8-46F3-D97C-DAD1-BFB73C26A0C7}"/>
              </a:ext>
            </a:extLst>
          </p:cNvPr>
          <p:cNvSpPr/>
          <p:nvPr/>
        </p:nvSpPr>
        <p:spPr bwMode="gray">
          <a:xfrm>
            <a:off x="6179129" y="4940357"/>
            <a:ext cx="1828800" cy="299978"/>
          </a:xfrm>
          <a:prstGeom prst="rect">
            <a:avLst/>
          </a:prstGeom>
          <a:solidFill>
            <a:srgbClr val="82A0AA">
              <a:lumMod val="40000"/>
              <a:lumOff val="6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メタデータ管理の全社展開</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37" name="正方形/長方形 61">
            <a:extLst>
              <a:ext uri="{FF2B5EF4-FFF2-40B4-BE49-F238E27FC236}">
                <a16:creationId xmlns:a16="http://schemas.microsoft.com/office/drawing/2014/main" id="{8E809D0F-5030-B17E-803A-14B82D4AFA1D}"/>
              </a:ext>
            </a:extLst>
          </p:cNvPr>
          <p:cNvSpPr/>
          <p:nvPr/>
        </p:nvSpPr>
        <p:spPr bwMode="gray">
          <a:xfrm>
            <a:off x="8062051" y="4940357"/>
            <a:ext cx="1828800" cy="299978"/>
          </a:xfrm>
          <a:prstGeom prst="rect">
            <a:avLst/>
          </a:prstGeom>
          <a:solidFill>
            <a:srgbClr val="82A0AA">
              <a:lumMod val="60000"/>
              <a:lumOff val="4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メタデータ利用の測定</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38" name="正方形/長方形 62">
            <a:extLst>
              <a:ext uri="{FF2B5EF4-FFF2-40B4-BE49-F238E27FC236}">
                <a16:creationId xmlns:a16="http://schemas.microsoft.com/office/drawing/2014/main" id="{0BDC54C1-7098-977D-1E4D-7A60AE7B0551}"/>
              </a:ext>
            </a:extLst>
          </p:cNvPr>
          <p:cNvSpPr/>
          <p:nvPr/>
        </p:nvSpPr>
        <p:spPr bwMode="gray">
          <a:xfrm>
            <a:off x="9944972" y="4940357"/>
            <a:ext cx="1828800" cy="299978"/>
          </a:xfrm>
          <a:prstGeom prst="rect">
            <a:avLst/>
          </a:prstGeom>
          <a:solidFill>
            <a:srgbClr val="82A0AA">
              <a:lumMod val="75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rgbClr val="FFFFFF"/>
                </a:solidFill>
                <a:effectLst/>
                <a:uLnTx/>
                <a:uFillTx/>
                <a:latin typeface="+mn-ea"/>
                <a:ea typeface="+mn-ea"/>
              </a:rPr>
              <a:t>測定尺度を用いた</a:t>
            </a:r>
            <a:endParaRPr kumimoji="0" lang="en-US" altLang="ja-JP" sz="900" b="0" i="0" u="none" strike="noStrike" kern="0" cap="none" spc="0" normalizeH="0" baseline="0" noProof="0" dirty="0">
              <a:ln>
                <a:noFill/>
              </a:ln>
              <a:solidFill>
                <a:srgbClr val="FFFFFF"/>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rgbClr val="FFFFFF"/>
                </a:solidFill>
                <a:effectLst/>
                <a:uLnTx/>
                <a:uFillTx/>
                <a:latin typeface="+mn-ea"/>
                <a:ea typeface="+mn-ea"/>
              </a:rPr>
              <a:t>メタデータ管理の改善</a:t>
            </a:r>
            <a:endParaRPr kumimoji="0" lang="en-US" altLang="ja-JP" sz="900" b="0" i="0" u="none" strike="noStrike" kern="0" cap="none" spc="0" normalizeH="0" baseline="0" noProof="0" dirty="0">
              <a:ln>
                <a:noFill/>
              </a:ln>
              <a:solidFill>
                <a:srgbClr val="FFFFFF"/>
              </a:solidFill>
              <a:effectLst/>
              <a:uLnTx/>
              <a:uFillTx/>
              <a:latin typeface="+mn-ea"/>
              <a:ea typeface="+mn-ea"/>
            </a:endParaRPr>
          </a:p>
        </p:txBody>
      </p:sp>
      <p:sp>
        <p:nvSpPr>
          <p:cNvPr id="39" name="正方形/長方形 88">
            <a:extLst>
              <a:ext uri="{FF2B5EF4-FFF2-40B4-BE49-F238E27FC236}">
                <a16:creationId xmlns:a16="http://schemas.microsoft.com/office/drawing/2014/main" id="{A77C86C1-0E58-C0A5-56FA-C10C36FDD543}"/>
              </a:ext>
            </a:extLst>
          </p:cNvPr>
          <p:cNvSpPr/>
          <p:nvPr/>
        </p:nvSpPr>
        <p:spPr bwMode="gray">
          <a:xfrm>
            <a:off x="2415700" y="4939397"/>
            <a:ext cx="1825712" cy="300938"/>
          </a:xfrm>
          <a:prstGeom prst="rect">
            <a:avLst/>
          </a:prstGeom>
          <a:solidFill>
            <a:srgbClr val="FFFFFF"/>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a:ln>
                  <a:noFill/>
                </a:ln>
                <a:solidFill>
                  <a:sysClr val="windowText" lastClr="000000"/>
                </a:solidFill>
                <a:effectLst/>
                <a:uLnTx/>
                <a:uFillTx/>
                <a:latin typeface="+mn-ea"/>
                <a:ea typeface="+mn-ea"/>
              </a:rPr>
              <a:t>メタデータの属人化</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40" name="正方形/長方形 14">
            <a:extLst>
              <a:ext uri="{FF2B5EF4-FFF2-40B4-BE49-F238E27FC236}">
                <a16:creationId xmlns:a16="http://schemas.microsoft.com/office/drawing/2014/main" id="{A6CDDAD0-FA3B-DB24-14C3-F1DB9FBDEA7A}"/>
              </a:ext>
            </a:extLst>
          </p:cNvPr>
          <p:cNvSpPr/>
          <p:nvPr/>
        </p:nvSpPr>
        <p:spPr bwMode="gray">
          <a:xfrm>
            <a:off x="409350" y="4940357"/>
            <a:ext cx="1837200" cy="299978"/>
          </a:xfrm>
          <a:prstGeom prst="rect">
            <a:avLst/>
          </a:prstGeom>
          <a:solidFill>
            <a:srgbClr val="FFFFFF">
              <a:lumMod val="95000"/>
            </a:srgbClr>
          </a:solidFill>
          <a:ln w="9525" algn="ctr">
            <a:solidFill>
              <a:srgbClr val="000000">
                <a:lumMod val="65000"/>
                <a:lumOff val="35000"/>
              </a:srgb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ja-JP" altLang="en-US" sz="1000" b="0" i="0" u="none" strike="noStrike" kern="0" cap="none" spc="0" normalizeH="0" baseline="0" noProof="0" dirty="0">
                <a:ln>
                  <a:noFill/>
                </a:ln>
                <a:solidFill>
                  <a:srgbClr val="000000"/>
                </a:solidFill>
                <a:effectLst/>
                <a:uLnTx/>
                <a:uFillTx/>
                <a:latin typeface="+mn-ea"/>
                <a:ea typeface="+mn-ea"/>
              </a:rPr>
              <a:t>⑩メタデータ管理</a:t>
            </a:r>
            <a:endParaRPr kumimoji="0" lang="en-US" altLang="ja-JP" sz="1000" b="0" i="0" u="none" strike="noStrike" kern="0" cap="none" spc="0" normalizeH="0" baseline="0" noProof="0" dirty="0">
              <a:ln>
                <a:noFill/>
              </a:ln>
              <a:solidFill>
                <a:srgbClr val="000000"/>
              </a:solidFill>
              <a:effectLst/>
              <a:uLnTx/>
              <a:uFillTx/>
              <a:latin typeface="+mn-ea"/>
              <a:ea typeface="+mn-ea"/>
            </a:endParaRPr>
          </a:p>
        </p:txBody>
      </p:sp>
      <p:sp>
        <p:nvSpPr>
          <p:cNvPr id="41" name="正方形/長方形 64">
            <a:extLst>
              <a:ext uri="{FF2B5EF4-FFF2-40B4-BE49-F238E27FC236}">
                <a16:creationId xmlns:a16="http://schemas.microsoft.com/office/drawing/2014/main" id="{52461E1D-2963-9BD0-3C7E-D6B186DB8800}"/>
              </a:ext>
            </a:extLst>
          </p:cNvPr>
          <p:cNvSpPr/>
          <p:nvPr/>
        </p:nvSpPr>
        <p:spPr bwMode="gray">
          <a:xfrm>
            <a:off x="4298621" y="2626612"/>
            <a:ext cx="1828800" cy="299978"/>
          </a:xfrm>
          <a:prstGeom prst="rect">
            <a:avLst/>
          </a:prstGeom>
          <a:solidFill>
            <a:srgbClr val="82A0AA">
              <a:lumMod val="20000"/>
              <a:lumOff val="8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部門内でのデータモデルの作成</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42" name="正方形/長方形 65">
            <a:extLst>
              <a:ext uri="{FF2B5EF4-FFF2-40B4-BE49-F238E27FC236}">
                <a16:creationId xmlns:a16="http://schemas.microsoft.com/office/drawing/2014/main" id="{D5DE093F-A441-4AD9-1BD4-06C60227DCCB}"/>
              </a:ext>
            </a:extLst>
          </p:cNvPr>
          <p:cNvSpPr/>
          <p:nvPr/>
        </p:nvSpPr>
        <p:spPr bwMode="gray">
          <a:xfrm>
            <a:off x="6179129" y="2626612"/>
            <a:ext cx="1828800" cy="299978"/>
          </a:xfrm>
          <a:prstGeom prst="rect">
            <a:avLst/>
          </a:prstGeom>
          <a:solidFill>
            <a:srgbClr val="82A0AA">
              <a:lumMod val="40000"/>
              <a:lumOff val="6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全社標準モデルの定義・展開</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43" name="正方形/長方形 66">
            <a:extLst>
              <a:ext uri="{FF2B5EF4-FFF2-40B4-BE49-F238E27FC236}">
                <a16:creationId xmlns:a16="http://schemas.microsoft.com/office/drawing/2014/main" id="{89979F2B-678C-39BA-EF63-DA50C05211D6}"/>
              </a:ext>
            </a:extLst>
          </p:cNvPr>
          <p:cNvSpPr/>
          <p:nvPr/>
        </p:nvSpPr>
        <p:spPr bwMode="gray">
          <a:xfrm>
            <a:off x="8062050" y="2626612"/>
            <a:ext cx="3711721" cy="299978"/>
          </a:xfrm>
          <a:prstGeom prst="rect">
            <a:avLst/>
          </a:prstGeom>
          <a:solidFill>
            <a:srgbClr val="82A0AA">
              <a:lumMod val="60000"/>
              <a:lumOff val="4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データモデル検証結果の評価</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44" name="正方形/長方形 15">
            <a:extLst>
              <a:ext uri="{FF2B5EF4-FFF2-40B4-BE49-F238E27FC236}">
                <a16:creationId xmlns:a16="http://schemas.microsoft.com/office/drawing/2014/main" id="{FE271B28-65C1-855F-9D40-AD79F6D40B6B}"/>
              </a:ext>
            </a:extLst>
          </p:cNvPr>
          <p:cNvSpPr/>
          <p:nvPr/>
        </p:nvSpPr>
        <p:spPr bwMode="gray">
          <a:xfrm>
            <a:off x="409350" y="2626612"/>
            <a:ext cx="1837200" cy="299978"/>
          </a:xfrm>
          <a:prstGeom prst="rect">
            <a:avLst/>
          </a:prstGeom>
          <a:solidFill>
            <a:srgbClr val="FFFFFF">
              <a:lumMod val="95000"/>
            </a:srgbClr>
          </a:solidFill>
          <a:ln w="9525" algn="ctr">
            <a:solidFill>
              <a:srgbClr val="000000">
                <a:lumMod val="65000"/>
                <a:lumOff val="35000"/>
              </a:srgb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marL="0" marR="0" lvl="0" indent="0"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1000" b="0" i="0" u="none" strike="noStrike" kern="0" cap="none" spc="0" normalizeH="0" baseline="0" noProof="0" dirty="0">
                <a:ln>
                  <a:noFill/>
                </a:ln>
                <a:solidFill>
                  <a:srgbClr val="000000"/>
                </a:solidFill>
                <a:effectLst/>
                <a:uLnTx/>
                <a:uFillTx/>
                <a:latin typeface="+mn-ea"/>
                <a:ea typeface="+mn-ea"/>
              </a:rPr>
              <a:t>③データモデリングとデザイン</a:t>
            </a:r>
            <a:endParaRPr kumimoji="0" lang="en-US" altLang="ja-JP" sz="1000" b="0" i="0" u="none" strike="noStrike" kern="0" cap="none" spc="0" normalizeH="0" baseline="0" noProof="0" dirty="0">
              <a:ln>
                <a:noFill/>
              </a:ln>
              <a:solidFill>
                <a:srgbClr val="000000"/>
              </a:solidFill>
              <a:effectLst/>
              <a:uLnTx/>
              <a:uFillTx/>
              <a:latin typeface="+mn-ea"/>
              <a:ea typeface="+mn-ea"/>
            </a:endParaRPr>
          </a:p>
        </p:txBody>
      </p:sp>
      <p:sp>
        <p:nvSpPr>
          <p:cNvPr id="45" name="正方形/長方形 69">
            <a:extLst>
              <a:ext uri="{FF2B5EF4-FFF2-40B4-BE49-F238E27FC236}">
                <a16:creationId xmlns:a16="http://schemas.microsoft.com/office/drawing/2014/main" id="{C48BB131-26FE-09F4-0479-7461F3A72CA8}"/>
              </a:ext>
            </a:extLst>
          </p:cNvPr>
          <p:cNvSpPr/>
          <p:nvPr/>
        </p:nvSpPr>
        <p:spPr bwMode="gray">
          <a:xfrm>
            <a:off x="4298621" y="2956406"/>
            <a:ext cx="1828800" cy="299978"/>
          </a:xfrm>
          <a:prstGeom prst="rect">
            <a:avLst/>
          </a:prstGeom>
          <a:solidFill>
            <a:srgbClr val="82A0AA">
              <a:lumMod val="20000"/>
              <a:lumOff val="8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defTabSz="914400" eaLnBrk="0" fontAlgn="base" hangingPunct="0">
              <a:spcBef>
                <a:spcPct val="0"/>
              </a:spcBef>
              <a:spcAft>
                <a:spcPct val="0"/>
              </a:spcAft>
            </a:pPr>
            <a:r>
              <a:rPr kumimoji="0" lang="ja-JP" altLang="en-US" sz="900" kern="0" dirty="0">
                <a:solidFill>
                  <a:sysClr val="windowText" lastClr="000000"/>
                </a:solidFill>
                <a:latin typeface="+mn-ea"/>
                <a:ea typeface="+mn-ea"/>
              </a:rPr>
              <a:t>部門内での標準化された</a:t>
            </a:r>
            <a:endParaRPr kumimoji="0" lang="en-US" altLang="ja-JP" sz="900" kern="0" dirty="0">
              <a:solidFill>
                <a:sysClr val="windowText" lastClr="000000"/>
              </a:solidFill>
              <a:latin typeface="+mn-ea"/>
              <a:ea typeface="+mn-ea"/>
            </a:endParaRPr>
          </a:p>
          <a:p>
            <a:pPr algn="ctr" defTabSz="914400" eaLnBrk="0" fontAlgn="base" hangingPunct="0">
              <a:spcBef>
                <a:spcPct val="0"/>
              </a:spcBef>
              <a:spcAft>
                <a:spcPct val="0"/>
              </a:spcAft>
            </a:pPr>
            <a:r>
              <a:rPr kumimoji="0" lang="en-US" altLang="ja-JP" sz="900" kern="0" dirty="0">
                <a:solidFill>
                  <a:sysClr val="windowText" lastClr="000000"/>
                </a:solidFill>
                <a:latin typeface="+mn-ea"/>
                <a:ea typeface="+mn-ea"/>
              </a:rPr>
              <a:t>DB</a:t>
            </a:r>
            <a:r>
              <a:rPr kumimoji="0" lang="ja-JP" altLang="en-US" sz="900" kern="0" dirty="0">
                <a:solidFill>
                  <a:sysClr val="windowText" lastClr="000000"/>
                </a:solidFill>
                <a:latin typeface="+mn-ea"/>
                <a:ea typeface="+mn-ea"/>
              </a:rPr>
              <a:t>環境</a:t>
            </a:r>
            <a:endParaRPr kumimoji="0" lang="en-US" altLang="ja-JP" sz="900" kern="0" dirty="0">
              <a:solidFill>
                <a:sysClr val="windowText" lastClr="000000"/>
              </a:solidFill>
              <a:latin typeface="+mn-ea"/>
              <a:ea typeface="+mn-ea"/>
            </a:endParaRPr>
          </a:p>
        </p:txBody>
      </p:sp>
      <p:sp>
        <p:nvSpPr>
          <p:cNvPr id="46" name="正方形/長方形 70">
            <a:extLst>
              <a:ext uri="{FF2B5EF4-FFF2-40B4-BE49-F238E27FC236}">
                <a16:creationId xmlns:a16="http://schemas.microsoft.com/office/drawing/2014/main" id="{783AEA2E-A47F-70FD-8BEA-86399E07E69E}"/>
              </a:ext>
            </a:extLst>
          </p:cNvPr>
          <p:cNvSpPr/>
          <p:nvPr/>
        </p:nvSpPr>
        <p:spPr bwMode="gray">
          <a:xfrm>
            <a:off x="6179129" y="2956406"/>
            <a:ext cx="1828800" cy="299978"/>
          </a:xfrm>
          <a:prstGeom prst="rect">
            <a:avLst/>
          </a:prstGeom>
          <a:solidFill>
            <a:srgbClr val="82A0AA">
              <a:lumMod val="40000"/>
              <a:lumOff val="6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en-US" altLang="ja-JP" sz="900" b="0" i="0" u="none" strike="noStrike" kern="0" cap="none" spc="0" normalizeH="0" baseline="0" noProof="0" dirty="0">
                <a:ln>
                  <a:noFill/>
                </a:ln>
                <a:solidFill>
                  <a:sysClr val="windowText" lastClr="000000"/>
                </a:solidFill>
                <a:effectLst/>
                <a:uLnTx/>
                <a:uFillTx/>
                <a:latin typeface="+mn-ea"/>
                <a:ea typeface="+mn-ea"/>
              </a:rPr>
              <a:t>DB</a:t>
            </a:r>
            <a:r>
              <a:rPr kumimoji="0" lang="ja-JP" altLang="en-US" sz="900" b="0" i="0" u="none" strike="noStrike" kern="0" cap="none" spc="0" normalizeH="0" baseline="0" noProof="0" dirty="0">
                <a:ln>
                  <a:noFill/>
                </a:ln>
                <a:solidFill>
                  <a:sysClr val="windowText" lastClr="000000"/>
                </a:solidFill>
                <a:effectLst/>
                <a:uLnTx/>
                <a:uFillTx/>
                <a:latin typeface="+mn-ea"/>
                <a:ea typeface="+mn-ea"/>
              </a:rPr>
              <a:t>環境の全社標準化</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47" name="正方形/長方形 71">
            <a:extLst>
              <a:ext uri="{FF2B5EF4-FFF2-40B4-BE49-F238E27FC236}">
                <a16:creationId xmlns:a16="http://schemas.microsoft.com/office/drawing/2014/main" id="{59C916E7-A2C6-F18C-4CE4-A814EEF3A64F}"/>
              </a:ext>
            </a:extLst>
          </p:cNvPr>
          <p:cNvSpPr/>
          <p:nvPr/>
        </p:nvSpPr>
        <p:spPr bwMode="gray">
          <a:xfrm>
            <a:off x="8062050" y="2956406"/>
            <a:ext cx="3711721" cy="299978"/>
          </a:xfrm>
          <a:prstGeom prst="rect">
            <a:avLst/>
          </a:prstGeom>
          <a:solidFill>
            <a:srgbClr val="82A0AA">
              <a:lumMod val="60000"/>
              <a:lumOff val="4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　性能・運用・サービスの評価</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48" name="正方形/長方形 16">
            <a:extLst>
              <a:ext uri="{FF2B5EF4-FFF2-40B4-BE49-F238E27FC236}">
                <a16:creationId xmlns:a16="http://schemas.microsoft.com/office/drawing/2014/main" id="{9DAFAB3E-4B3F-D3F4-DEAF-6631389BBDFC}"/>
              </a:ext>
            </a:extLst>
          </p:cNvPr>
          <p:cNvSpPr/>
          <p:nvPr/>
        </p:nvSpPr>
        <p:spPr bwMode="gray">
          <a:xfrm>
            <a:off x="409350" y="2956631"/>
            <a:ext cx="1837200" cy="299978"/>
          </a:xfrm>
          <a:prstGeom prst="rect">
            <a:avLst/>
          </a:prstGeom>
          <a:solidFill>
            <a:srgbClr val="FFFFFF">
              <a:lumMod val="95000"/>
            </a:srgbClr>
          </a:solidFill>
          <a:ln w="9525" algn="ctr">
            <a:solidFill>
              <a:srgbClr val="000000">
                <a:lumMod val="65000"/>
                <a:lumOff val="35000"/>
              </a:srgb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marL="0" marR="0" lvl="0" indent="0"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1000" b="0" i="0" u="none" strike="noStrike" kern="0" cap="none" spc="0" normalizeH="0" baseline="0" noProof="0" dirty="0">
                <a:ln>
                  <a:noFill/>
                </a:ln>
                <a:solidFill>
                  <a:srgbClr val="000000"/>
                </a:solidFill>
                <a:effectLst/>
                <a:uLnTx/>
                <a:uFillTx/>
                <a:latin typeface="+mn-ea"/>
                <a:ea typeface="+mn-ea"/>
              </a:rPr>
              <a:t>④データストレージと</a:t>
            </a:r>
            <a:br>
              <a:rPr kumimoji="0" lang="en-US" altLang="ja-JP" sz="1000" b="0" i="0" u="none" strike="noStrike" kern="0" cap="none" spc="0" normalizeH="0" baseline="0" noProof="0" dirty="0">
                <a:ln>
                  <a:noFill/>
                </a:ln>
                <a:solidFill>
                  <a:srgbClr val="000000"/>
                </a:solidFill>
                <a:effectLst/>
                <a:uLnTx/>
                <a:uFillTx/>
                <a:latin typeface="+mn-ea"/>
                <a:ea typeface="+mn-ea"/>
              </a:rPr>
            </a:br>
            <a:r>
              <a:rPr kumimoji="0" lang="ja-JP" altLang="en-US" sz="1000" b="0" i="0" u="none" strike="noStrike" kern="0" cap="none" spc="0" normalizeH="0" baseline="0" noProof="0" dirty="0">
                <a:ln>
                  <a:noFill/>
                </a:ln>
                <a:solidFill>
                  <a:srgbClr val="000000"/>
                </a:solidFill>
                <a:effectLst/>
                <a:uLnTx/>
                <a:uFillTx/>
                <a:latin typeface="+mn-ea"/>
                <a:ea typeface="+mn-ea"/>
              </a:rPr>
              <a:t>オペレーションズ</a:t>
            </a:r>
            <a:endParaRPr kumimoji="0" lang="en-US" altLang="ja-JP" sz="1000" b="0" i="0" u="none" strike="noStrike" kern="0" cap="none" spc="0" normalizeH="0" baseline="0" noProof="0" dirty="0">
              <a:ln>
                <a:noFill/>
              </a:ln>
              <a:solidFill>
                <a:srgbClr val="000000"/>
              </a:solidFill>
              <a:effectLst/>
              <a:uLnTx/>
              <a:uFillTx/>
              <a:latin typeface="+mn-ea"/>
              <a:ea typeface="+mn-ea"/>
            </a:endParaRPr>
          </a:p>
        </p:txBody>
      </p:sp>
      <p:sp>
        <p:nvSpPr>
          <p:cNvPr id="49" name="正方形/長方形 73">
            <a:extLst>
              <a:ext uri="{FF2B5EF4-FFF2-40B4-BE49-F238E27FC236}">
                <a16:creationId xmlns:a16="http://schemas.microsoft.com/office/drawing/2014/main" id="{892F5B6C-6E11-2E99-72D6-96AE482D83DB}"/>
              </a:ext>
            </a:extLst>
          </p:cNvPr>
          <p:cNvSpPr/>
          <p:nvPr/>
        </p:nvSpPr>
        <p:spPr bwMode="gray">
          <a:xfrm>
            <a:off x="2415700" y="5268896"/>
            <a:ext cx="1825712" cy="300938"/>
          </a:xfrm>
          <a:prstGeom prst="rect">
            <a:avLst/>
          </a:prstGeom>
          <a:solidFill>
            <a:srgbClr val="FFFFFF"/>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属人化したデータ品質</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データ品質の問題が散見</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50" name="正方形/長方形 74">
            <a:extLst>
              <a:ext uri="{FF2B5EF4-FFF2-40B4-BE49-F238E27FC236}">
                <a16:creationId xmlns:a16="http://schemas.microsoft.com/office/drawing/2014/main" id="{B24CA904-4123-DE8C-744A-F039506782D8}"/>
              </a:ext>
            </a:extLst>
          </p:cNvPr>
          <p:cNvSpPr/>
          <p:nvPr/>
        </p:nvSpPr>
        <p:spPr bwMode="gray">
          <a:xfrm>
            <a:off x="4298621" y="5268896"/>
            <a:ext cx="1828800" cy="300938"/>
          </a:xfrm>
          <a:prstGeom prst="rect">
            <a:avLst/>
          </a:prstGeom>
          <a:solidFill>
            <a:srgbClr val="82A0AA">
              <a:lumMod val="20000"/>
              <a:lumOff val="80000"/>
            </a:srgb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部門に閉じたデータ品質</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51" name="正方形/長方形 75">
            <a:extLst>
              <a:ext uri="{FF2B5EF4-FFF2-40B4-BE49-F238E27FC236}">
                <a16:creationId xmlns:a16="http://schemas.microsoft.com/office/drawing/2014/main" id="{BD011D4C-854C-AC42-24AC-20FCFA2717D9}"/>
              </a:ext>
            </a:extLst>
          </p:cNvPr>
          <p:cNvSpPr/>
          <p:nvPr/>
        </p:nvSpPr>
        <p:spPr bwMode="gray">
          <a:xfrm>
            <a:off x="6179129" y="5268896"/>
            <a:ext cx="1828800" cy="300938"/>
          </a:xfrm>
          <a:prstGeom prst="rect">
            <a:avLst/>
          </a:prstGeom>
          <a:solidFill>
            <a:srgbClr val="82A0AA">
              <a:lumMod val="40000"/>
              <a:lumOff val="6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全社でのデータ品質の向上</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52" name="正方形/長方形 76">
            <a:extLst>
              <a:ext uri="{FF2B5EF4-FFF2-40B4-BE49-F238E27FC236}">
                <a16:creationId xmlns:a16="http://schemas.microsoft.com/office/drawing/2014/main" id="{72C67FFD-C334-E486-E6E5-AB994881BCA5}"/>
              </a:ext>
            </a:extLst>
          </p:cNvPr>
          <p:cNvSpPr/>
          <p:nvPr/>
        </p:nvSpPr>
        <p:spPr bwMode="gray">
          <a:xfrm>
            <a:off x="8062051" y="5268896"/>
            <a:ext cx="1828800" cy="300938"/>
          </a:xfrm>
          <a:prstGeom prst="rect">
            <a:avLst/>
          </a:prstGeom>
          <a:solidFill>
            <a:srgbClr val="82A0AA">
              <a:lumMod val="60000"/>
              <a:lumOff val="4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データ品質の測定</a:t>
            </a:r>
          </a:p>
        </p:txBody>
      </p:sp>
      <p:sp>
        <p:nvSpPr>
          <p:cNvPr id="53" name="正方形/長方形 77">
            <a:extLst>
              <a:ext uri="{FF2B5EF4-FFF2-40B4-BE49-F238E27FC236}">
                <a16:creationId xmlns:a16="http://schemas.microsoft.com/office/drawing/2014/main" id="{1033E26D-7908-B4DB-A48A-182A3AAD4C5B}"/>
              </a:ext>
            </a:extLst>
          </p:cNvPr>
          <p:cNvSpPr/>
          <p:nvPr/>
        </p:nvSpPr>
        <p:spPr bwMode="gray">
          <a:xfrm>
            <a:off x="9944972" y="5268896"/>
            <a:ext cx="1828800" cy="300938"/>
          </a:xfrm>
          <a:prstGeom prst="rect">
            <a:avLst/>
          </a:prstGeom>
          <a:solidFill>
            <a:srgbClr val="82A0AA">
              <a:lumMod val="75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rgbClr val="FFFFFF"/>
                </a:solidFill>
                <a:effectLst/>
                <a:uLnTx/>
                <a:uFillTx/>
                <a:latin typeface="+mn-ea"/>
                <a:ea typeface="+mn-ea"/>
              </a:rPr>
              <a:t>測定尺度を用いた</a:t>
            </a:r>
            <a:endParaRPr kumimoji="0" lang="en-US" altLang="ja-JP" sz="900" b="0" i="0" u="none" strike="noStrike" kern="0" cap="none" spc="0" normalizeH="0" baseline="0" noProof="0" dirty="0">
              <a:ln>
                <a:noFill/>
              </a:ln>
              <a:solidFill>
                <a:srgbClr val="FFFFFF"/>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rgbClr val="FFFFFF"/>
                </a:solidFill>
                <a:effectLst/>
                <a:uLnTx/>
                <a:uFillTx/>
                <a:latin typeface="+mn-ea"/>
                <a:ea typeface="+mn-ea"/>
              </a:rPr>
              <a:t>データ品質の改善</a:t>
            </a:r>
            <a:endParaRPr kumimoji="0" lang="en-US" altLang="ja-JP" sz="900" b="0" i="0" u="none" strike="noStrike" kern="0" cap="none" spc="0" normalizeH="0" baseline="0" noProof="0" dirty="0">
              <a:ln>
                <a:noFill/>
              </a:ln>
              <a:solidFill>
                <a:srgbClr val="FFFFFF"/>
              </a:solidFill>
              <a:effectLst/>
              <a:uLnTx/>
              <a:uFillTx/>
              <a:latin typeface="+mn-ea"/>
              <a:ea typeface="+mn-ea"/>
            </a:endParaRPr>
          </a:p>
        </p:txBody>
      </p:sp>
      <p:sp>
        <p:nvSpPr>
          <p:cNvPr id="54" name="正方形/長方形 17">
            <a:extLst>
              <a:ext uri="{FF2B5EF4-FFF2-40B4-BE49-F238E27FC236}">
                <a16:creationId xmlns:a16="http://schemas.microsoft.com/office/drawing/2014/main" id="{43B4F985-A801-3223-34C2-BB6031DD0C25}"/>
              </a:ext>
            </a:extLst>
          </p:cNvPr>
          <p:cNvSpPr/>
          <p:nvPr/>
        </p:nvSpPr>
        <p:spPr bwMode="gray">
          <a:xfrm>
            <a:off x="409350" y="5269644"/>
            <a:ext cx="1837200" cy="300938"/>
          </a:xfrm>
          <a:prstGeom prst="rect">
            <a:avLst/>
          </a:prstGeom>
          <a:solidFill>
            <a:srgbClr val="FFFFFF">
              <a:lumMod val="95000"/>
            </a:srgbClr>
          </a:solidFill>
          <a:ln w="9525" algn="ctr">
            <a:solidFill>
              <a:srgbClr val="000000">
                <a:lumMod val="65000"/>
                <a:lumOff val="35000"/>
              </a:srgb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ja-JP" altLang="en-US" sz="1000" b="0" i="0" u="none" strike="noStrike" kern="0" cap="none" spc="0" normalizeH="0" baseline="0" noProof="0" dirty="0">
                <a:ln>
                  <a:noFill/>
                </a:ln>
                <a:solidFill>
                  <a:srgbClr val="000000"/>
                </a:solidFill>
                <a:effectLst/>
                <a:uLnTx/>
                <a:uFillTx/>
                <a:latin typeface="+mn-ea"/>
                <a:ea typeface="+mn-ea"/>
              </a:rPr>
              <a:t>⑪データ品質</a:t>
            </a:r>
          </a:p>
        </p:txBody>
      </p:sp>
      <p:cxnSp>
        <p:nvCxnSpPr>
          <p:cNvPr id="55" name="直線矢印コネクタ 78">
            <a:extLst>
              <a:ext uri="{FF2B5EF4-FFF2-40B4-BE49-F238E27FC236}">
                <a16:creationId xmlns:a16="http://schemas.microsoft.com/office/drawing/2014/main" id="{6E4D13E4-9869-EEAC-0185-B05E7A504B03}"/>
              </a:ext>
            </a:extLst>
          </p:cNvPr>
          <p:cNvCxnSpPr>
            <a:cxnSpLocks/>
          </p:cNvCxnSpPr>
          <p:nvPr/>
        </p:nvCxnSpPr>
        <p:spPr>
          <a:xfrm flipV="1">
            <a:off x="2333142" y="1876349"/>
            <a:ext cx="0" cy="3744820"/>
          </a:xfrm>
          <a:prstGeom prst="straightConnector1">
            <a:avLst/>
          </a:prstGeom>
          <a:noFill/>
          <a:ln w="38100" cap="flat" cmpd="sng" algn="ctr">
            <a:solidFill>
              <a:srgbClr val="000000">
                <a:lumMod val="50000"/>
                <a:lumOff val="50000"/>
              </a:srgbClr>
            </a:solidFill>
            <a:prstDash val="solid"/>
            <a:miter lim="800000"/>
            <a:tailEnd type="triangle"/>
          </a:ln>
          <a:effectLst/>
        </p:spPr>
      </p:cxnSp>
      <p:cxnSp>
        <p:nvCxnSpPr>
          <p:cNvPr id="56" name="直線矢印コネクタ 79">
            <a:extLst>
              <a:ext uri="{FF2B5EF4-FFF2-40B4-BE49-F238E27FC236}">
                <a16:creationId xmlns:a16="http://schemas.microsoft.com/office/drawing/2014/main" id="{64866E8F-2C7F-214D-06C2-BA449A3C9091}"/>
              </a:ext>
            </a:extLst>
          </p:cNvPr>
          <p:cNvCxnSpPr>
            <a:cxnSpLocks/>
          </p:cNvCxnSpPr>
          <p:nvPr/>
        </p:nvCxnSpPr>
        <p:spPr>
          <a:xfrm>
            <a:off x="2315951" y="5612293"/>
            <a:ext cx="9535155" cy="0"/>
          </a:xfrm>
          <a:prstGeom prst="straightConnector1">
            <a:avLst/>
          </a:prstGeom>
          <a:noFill/>
          <a:ln w="38100" cap="flat" cmpd="sng" algn="ctr">
            <a:solidFill>
              <a:srgbClr val="000000">
                <a:lumMod val="50000"/>
                <a:lumOff val="50000"/>
              </a:srgbClr>
            </a:solidFill>
            <a:prstDash val="solid"/>
            <a:miter lim="800000"/>
            <a:tailEnd type="triangle"/>
          </a:ln>
          <a:effectLst/>
        </p:spPr>
      </p:cxnSp>
      <p:sp>
        <p:nvSpPr>
          <p:cNvPr id="57" name="正方形/長方形 84">
            <a:extLst>
              <a:ext uri="{FF2B5EF4-FFF2-40B4-BE49-F238E27FC236}">
                <a16:creationId xmlns:a16="http://schemas.microsoft.com/office/drawing/2014/main" id="{255D0405-A973-337C-3A2F-25861330FC78}"/>
              </a:ext>
            </a:extLst>
          </p:cNvPr>
          <p:cNvSpPr/>
          <p:nvPr/>
        </p:nvSpPr>
        <p:spPr bwMode="gray">
          <a:xfrm>
            <a:off x="4298621" y="2296593"/>
            <a:ext cx="1828800" cy="299978"/>
          </a:xfrm>
          <a:prstGeom prst="rect">
            <a:avLst/>
          </a:prstGeom>
          <a:solidFill>
            <a:srgbClr val="82A0AA">
              <a:lumMod val="20000"/>
              <a:lumOff val="8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114300" indent="-114300" defTabSz="914400" eaLnBrk="0" fontAlgn="base" hangingPunct="0">
              <a:spcBef>
                <a:spcPct val="0"/>
              </a:spcBef>
              <a:spcAft>
                <a:spcPct val="0"/>
              </a:spcAft>
              <a:buFont typeface="Arial" panose="020B0604020202020204" pitchFamily="34" charset="0"/>
              <a:buChar char="•"/>
            </a:pPr>
            <a:r>
              <a:rPr kumimoji="0" lang="ja-JP" altLang="en-US" sz="900" kern="0" dirty="0">
                <a:solidFill>
                  <a:sysClr val="windowText" lastClr="000000"/>
                </a:solidFill>
                <a:latin typeface="+mn-ea"/>
                <a:ea typeface="+mn-ea"/>
              </a:rPr>
              <a:t>データアーキテクチャの作成</a:t>
            </a:r>
            <a:endParaRPr kumimoji="0" lang="en-US" altLang="ja-JP" sz="900" kern="0" dirty="0">
              <a:solidFill>
                <a:sysClr val="windowText" lastClr="000000"/>
              </a:solidFill>
              <a:latin typeface="+mn-ea"/>
              <a:ea typeface="+mn-ea"/>
            </a:endParaRPr>
          </a:p>
          <a:p>
            <a:pPr marL="114300" indent="-114300" defTabSz="914400" eaLnBrk="0" fontAlgn="base" hangingPunct="0">
              <a:spcBef>
                <a:spcPct val="0"/>
              </a:spcBef>
              <a:spcAft>
                <a:spcPct val="0"/>
              </a:spcAft>
              <a:buFont typeface="Arial" panose="020B0604020202020204" pitchFamily="34" charset="0"/>
              <a:buChar char="•"/>
            </a:pPr>
            <a:r>
              <a:rPr kumimoji="0" lang="ja-JP" altLang="en-US" sz="900" kern="0" dirty="0">
                <a:solidFill>
                  <a:sysClr val="windowText" lastClr="000000"/>
                </a:solidFill>
                <a:latin typeface="+mn-ea"/>
                <a:ea typeface="+mn-ea"/>
              </a:rPr>
              <a:t>部門内での業務標準用語</a:t>
            </a:r>
            <a:endParaRPr kumimoji="0" lang="en-US" altLang="ja-JP" sz="900" kern="0" dirty="0">
              <a:solidFill>
                <a:sysClr val="windowText" lastClr="000000"/>
              </a:solidFill>
              <a:latin typeface="+mn-ea"/>
              <a:ea typeface="+mn-ea"/>
            </a:endParaRPr>
          </a:p>
        </p:txBody>
      </p:sp>
      <p:sp>
        <p:nvSpPr>
          <p:cNvPr id="58" name="正方形/長方形 85">
            <a:extLst>
              <a:ext uri="{FF2B5EF4-FFF2-40B4-BE49-F238E27FC236}">
                <a16:creationId xmlns:a16="http://schemas.microsoft.com/office/drawing/2014/main" id="{BF0443EF-D16E-0CF0-98F4-CF0857C36A1F}"/>
              </a:ext>
            </a:extLst>
          </p:cNvPr>
          <p:cNvSpPr/>
          <p:nvPr/>
        </p:nvSpPr>
        <p:spPr bwMode="gray">
          <a:xfrm>
            <a:off x="6179129" y="2296593"/>
            <a:ext cx="1828800" cy="299978"/>
          </a:xfrm>
          <a:prstGeom prst="rect">
            <a:avLst/>
          </a:prstGeom>
          <a:solidFill>
            <a:srgbClr val="82A0AA">
              <a:lumMod val="40000"/>
              <a:lumOff val="6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0" bIns="29250" numCol="1" spcCol="0" rtlCol="0" fromWordArt="0" anchor="ctr" anchorCtr="0" forceAA="0" compatLnSpc="1">
            <a:prstTxWarp prst="textNoShape">
              <a:avLst/>
            </a:prstTxWarp>
            <a:noAutofit/>
          </a:bodyPr>
          <a:lstStyle/>
          <a:p>
            <a:pPr marL="60325" marR="0" lvl="0" indent="-60325" defTabSz="91440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データアーキテクチャの全社展開</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a:p>
            <a:pPr marL="60325" marR="0" lvl="0" indent="-60325" defTabSz="91440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全社共通の業務標準用語</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59" name="正方形/長方形 86">
            <a:extLst>
              <a:ext uri="{FF2B5EF4-FFF2-40B4-BE49-F238E27FC236}">
                <a16:creationId xmlns:a16="http://schemas.microsoft.com/office/drawing/2014/main" id="{ED34D8FA-79B9-55FB-0ED4-C4C11721BE14}"/>
              </a:ext>
            </a:extLst>
          </p:cNvPr>
          <p:cNvSpPr/>
          <p:nvPr/>
        </p:nvSpPr>
        <p:spPr bwMode="gray">
          <a:xfrm>
            <a:off x="8062050" y="2296518"/>
            <a:ext cx="3711721" cy="299978"/>
          </a:xfrm>
          <a:prstGeom prst="rect">
            <a:avLst/>
          </a:prstGeom>
          <a:solidFill>
            <a:srgbClr val="82A0AA">
              <a:lumMod val="60000"/>
              <a:lumOff val="4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a:ln>
                  <a:noFill/>
                </a:ln>
                <a:solidFill>
                  <a:sysClr val="windowText" lastClr="000000"/>
                </a:solidFill>
                <a:effectLst/>
                <a:uLnTx/>
                <a:uFillTx/>
                <a:latin typeface="+mn-ea"/>
                <a:ea typeface="+mn-ea"/>
              </a:rPr>
              <a:t>データアーキテクチャ遵守の測定</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60" name="正方形/長方形 83">
            <a:extLst>
              <a:ext uri="{FF2B5EF4-FFF2-40B4-BE49-F238E27FC236}">
                <a16:creationId xmlns:a16="http://schemas.microsoft.com/office/drawing/2014/main" id="{BA518DCB-F34D-649D-EE79-FC2B6BA6312E}"/>
              </a:ext>
            </a:extLst>
          </p:cNvPr>
          <p:cNvSpPr/>
          <p:nvPr/>
        </p:nvSpPr>
        <p:spPr bwMode="gray">
          <a:xfrm>
            <a:off x="409350" y="2296593"/>
            <a:ext cx="1837200" cy="299978"/>
          </a:xfrm>
          <a:prstGeom prst="rect">
            <a:avLst/>
          </a:prstGeom>
          <a:solidFill>
            <a:srgbClr val="FFFFFF">
              <a:lumMod val="95000"/>
            </a:srgbClr>
          </a:solidFill>
          <a:ln w="9525" algn="ctr">
            <a:solidFill>
              <a:srgbClr val="000000">
                <a:lumMod val="65000"/>
                <a:lumOff val="35000"/>
              </a:srgb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marL="0" marR="0" lvl="0" indent="0"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1000" b="0" i="0" u="none" strike="noStrike" kern="0" cap="none" spc="0" normalizeH="0" baseline="0" noProof="0" dirty="0">
                <a:ln>
                  <a:noFill/>
                </a:ln>
                <a:solidFill>
                  <a:srgbClr val="000000"/>
                </a:solidFill>
                <a:effectLst/>
                <a:uLnTx/>
                <a:uFillTx/>
                <a:latin typeface="+mn-ea"/>
                <a:ea typeface="+mn-ea"/>
              </a:rPr>
              <a:t>②データアーキテクチャ</a:t>
            </a:r>
          </a:p>
        </p:txBody>
      </p:sp>
      <p:sp>
        <p:nvSpPr>
          <p:cNvPr id="61" name="正方形/長方形 90">
            <a:extLst>
              <a:ext uri="{FF2B5EF4-FFF2-40B4-BE49-F238E27FC236}">
                <a16:creationId xmlns:a16="http://schemas.microsoft.com/office/drawing/2014/main" id="{0B60EC0A-A8D6-78CE-E540-D96217F8F29B}"/>
              </a:ext>
            </a:extLst>
          </p:cNvPr>
          <p:cNvSpPr/>
          <p:nvPr/>
        </p:nvSpPr>
        <p:spPr bwMode="gray">
          <a:xfrm>
            <a:off x="4298621" y="3286650"/>
            <a:ext cx="1828800" cy="300938"/>
          </a:xfrm>
          <a:prstGeom prst="rect">
            <a:avLst/>
          </a:prstGeom>
          <a:solidFill>
            <a:srgbClr val="82A0AA">
              <a:lumMod val="20000"/>
              <a:lumOff val="8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部門内に閉じた</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データセキュリティポリシー</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62" name="正方形/長方形 91">
            <a:extLst>
              <a:ext uri="{FF2B5EF4-FFF2-40B4-BE49-F238E27FC236}">
                <a16:creationId xmlns:a16="http://schemas.microsoft.com/office/drawing/2014/main" id="{CA7EC408-7D59-1869-2C04-129F2E2EBFC0}"/>
              </a:ext>
            </a:extLst>
          </p:cNvPr>
          <p:cNvSpPr/>
          <p:nvPr/>
        </p:nvSpPr>
        <p:spPr bwMode="gray">
          <a:xfrm>
            <a:off x="6179129" y="3286650"/>
            <a:ext cx="1828800" cy="300938"/>
          </a:xfrm>
          <a:prstGeom prst="rect">
            <a:avLst/>
          </a:prstGeom>
          <a:solidFill>
            <a:srgbClr val="82A0AA">
              <a:lumMod val="40000"/>
              <a:lumOff val="60000"/>
            </a:srgbClr>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データセキュリティポリシー</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の全社展開</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63" name="正方形/長方形 92">
            <a:extLst>
              <a:ext uri="{FF2B5EF4-FFF2-40B4-BE49-F238E27FC236}">
                <a16:creationId xmlns:a16="http://schemas.microsoft.com/office/drawing/2014/main" id="{525F740A-8EAD-F254-7FB6-305D50060F47}"/>
              </a:ext>
            </a:extLst>
          </p:cNvPr>
          <p:cNvSpPr/>
          <p:nvPr/>
        </p:nvSpPr>
        <p:spPr bwMode="gray">
          <a:xfrm>
            <a:off x="8062051" y="3286650"/>
            <a:ext cx="1828800" cy="300938"/>
          </a:xfrm>
          <a:prstGeom prst="rect">
            <a:avLst/>
          </a:prstGeom>
          <a:solidFill>
            <a:srgbClr val="82A0AA">
              <a:lumMod val="60000"/>
              <a:lumOff val="4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ja-JP" altLang="en-US" sz="900" b="0" i="0" u="none" strike="noStrike" kern="0" cap="none" spc="0" normalizeH="0" baseline="0" noProof="0">
                <a:ln>
                  <a:noFill/>
                </a:ln>
                <a:solidFill>
                  <a:sysClr val="windowText" lastClr="000000"/>
                </a:solidFill>
                <a:effectLst/>
                <a:uLnTx/>
                <a:uFillTx/>
                <a:latin typeface="+mn-ea"/>
                <a:ea typeface="+mn-ea"/>
              </a:rPr>
              <a:t>データセキュリティ実現評価</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64" name="正方形/長方形 93">
            <a:extLst>
              <a:ext uri="{FF2B5EF4-FFF2-40B4-BE49-F238E27FC236}">
                <a16:creationId xmlns:a16="http://schemas.microsoft.com/office/drawing/2014/main" id="{7D23D949-7274-5A10-E6B9-89504881FA2C}"/>
              </a:ext>
            </a:extLst>
          </p:cNvPr>
          <p:cNvSpPr/>
          <p:nvPr/>
        </p:nvSpPr>
        <p:spPr bwMode="gray">
          <a:xfrm>
            <a:off x="9944972" y="3286650"/>
            <a:ext cx="1828800" cy="300938"/>
          </a:xfrm>
          <a:prstGeom prst="rect">
            <a:avLst/>
          </a:prstGeom>
          <a:solidFill>
            <a:srgbClr val="82A0AA">
              <a:lumMod val="75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ja-JP" altLang="en-US" sz="900" b="0" i="0" u="none" strike="noStrike" kern="0" cap="none" spc="0" normalizeH="0" baseline="0" noProof="0" dirty="0">
                <a:ln>
                  <a:noFill/>
                </a:ln>
                <a:solidFill>
                  <a:srgbClr val="FFFFFF"/>
                </a:solidFill>
                <a:effectLst/>
                <a:uLnTx/>
                <a:uFillTx/>
                <a:latin typeface="+mn-ea"/>
                <a:ea typeface="+mn-ea"/>
              </a:rPr>
              <a:t>測定尺度を用いた</a:t>
            </a:r>
            <a:endParaRPr kumimoji="0" lang="en-US" altLang="ja-JP" sz="900" b="0" i="0" u="none" strike="noStrike" kern="0" cap="none" spc="0" normalizeH="0" baseline="0" noProof="0" dirty="0">
              <a:ln>
                <a:noFill/>
              </a:ln>
              <a:solidFill>
                <a:srgbClr val="FFFFFF"/>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ja-JP" altLang="en-US" sz="900" b="0" i="0" u="none" strike="noStrike" kern="0" cap="none" spc="0" normalizeH="0" baseline="0" noProof="0" dirty="0">
                <a:ln>
                  <a:noFill/>
                </a:ln>
                <a:solidFill>
                  <a:srgbClr val="FFFFFF"/>
                </a:solidFill>
                <a:effectLst/>
                <a:uLnTx/>
                <a:uFillTx/>
                <a:latin typeface="+mn-ea"/>
                <a:ea typeface="+mn-ea"/>
              </a:rPr>
              <a:t>データセキュリティの改善</a:t>
            </a:r>
            <a:endParaRPr kumimoji="0" lang="en-US" altLang="ja-JP" sz="900" b="0" i="0" u="none" strike="noStrike" kern="0" cap="none" spc="0" normalizeH="0" baseline="0" noProof="0" dirty="0">
              <a:ln>
                <a:noFill/>
              </a:ln>
              <a:solidFill>
                <a:srgbClr val="FFFFFF"/>
              </a:solidFill>
              <a:effectLst/>
              <a:uLnTx/>
              <a:uFillTx/>
              <a:latin typeface="+mn-ea"/>
              <a:ea typeface="+mn-ea"/>
            </a:endParaRPr>
          </a:p>
        </p:txBody>
      </p:sp>
      <p:sp>
        <p:nvSpPr>
          <p:cNvPr id="65" name="正方形/長方形 89">
            <a:extLst>
              <a:ext uri="{FF2B5EF4-FFF2-40B4-BE49-F238E27FC236}">
                <a16:creationId xmlns:a16="http://schemas.microsoft.com/office/drawing/2014/main" id="{9F5A40B3-4652-869A-DDC8-2E928E8C2FCF}"/>
              </a:ext>
            </a:extLst>
          </p:cNvPr>
          <p:cNvSpPr/>
          <p:nvPr/>
        </p:nvSpPr>
        <p:spPr bwMode="gray">
          <a:xfrm>
            <a:off x="409350" y="3286650"/>
            <a:ext cx="1837200" cy="300938"/>
          </a:xfrm>
          <a:prstGeom prst="rect">
            <a:avLst/>
          </a:prstGeom>
          <a:solidFill>
            <a:srgbClr val="FFFFFF">
              <a:lumMod val="95000"/>
            </a:srgbClr>
          </a:solidFill>
          <a:ln w="9525" algn="ctr">
            <a:solidFill>
              <a:srgbClr val="000000">
                <a:lumMod val="65000"/>
                <a:lumOff val="35000"/>
              </a:srgb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ja-JP" altLang="en-US" sz="1000" b="0" i="0" u="none" strike="noStrike" kern="0" cap="none" spc="0" normalizeH="0" baseline="0" noProof="0" dirty="0">
                <a:ln>
                  <a:noFill/>
                </a:ln>
                <a:solidFill>
                  <a:srgbClr val="000000"/>
                </a:solidFill>
                <a:effectLst/>
                <a:uLnTx/>
                <a:uFillTx/>
                <a:latin typeface="+mn-ea"/>
                <a:ea typeface="+mn-ea"/>
              </a:rPr>
              <a:t>⑤データセキュリティ</a:t>
            </a:r>
            <a:endParaRPr kumimoji="0" lang="en-US" altLang="ja-JP" sz="1000" b="0" i="0" u="none" strike="noStrike" kern="0" cap="none" spc="0" normalizeH="0" baseline="0" noProof="0" dirty="0">
              <a:ln>
                <a:noFill/>
              </a:ln>
              <a:solidFill>
                <a:srgbClr val="000000"/>
              </a:solidFill>
              <a:effectLst/>
              <a:uLnTx/>
              <a:uFillTx/>
              <a:latin typeface="+mn-ea"/>
              <a:ea typeface="+mn-ea"/>
            </a:endParaRPr>
          </a:p>
        </p:txBody>
      </p:sp>
      <p:sp>
        <p:nvSpPr>
          <p:cNvPr id="66" name="正方形/長方形 98">
            <a:extLst>
              <a:ext uri="{FF2B5EF4-FFF2-40B4-BE49-F238E27FC236}">
                <a16:creationId xmlns:a16="http://schemas.microsoft.com/office/drawing/2014/main" id="{A62B197F-007A-20F7-816A-5EB061ED46D6}"/>
              </a:ext>
            </a:extLst>
          </p:cNvPr>
          <p:cNvSpPr/>
          <p:nvPr/>
        </p:nvSpPr>
        <p:spPr bwMode="gray">
          <a:xfrm>
            <a:off x="4298621" y="3617629"/>
            <a:ext cx="1828800" cy="299978"/>
          </a:xfrm>
          <a:prstGeom prst="rect">
            <a:avLst/>
          </a:prstGeom>
          <a:solidFill>
            <a:srgbClr val="82A0AA">
              <a:lumMod val="20000"/>
              <a:lumOff val="8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defTabSz="914400" eaLnBrk="0" fontAlgn="base" hangingPunct="0">
              <a:spcBef>
                <a:spcPct val="0"/>
              </a:spcBef>
              <a:spcAft>
                <a:spcPct val="0"/>
              </a:spcAft>
            </a:pPr>
            <a:r>
              <a:rPr kumimoji="0" lang="ja-JP" altLang="en-US" sz="900" kern="0" dirty="0">
                <a:solidFill>
                  <a:sysClr val="windowText" lastClr="000000"/>
                </a:solidFill>
                <a:latin typeface="+mn-ea"/>
                <a:ea typeface="+mn-ea"/>
              </a:rPr>
              <a:t>部門内での</a:t>
            </a:r>
            <a:endParaRPr kumimoji="0" lang="en-US" altLang="ja-JP" sz="900" kern="0" dirty="0">
              <a:solidFill>
                <a:sysClr val="windowText" lastClr="000000"/>
              </a:solidFill>
              <a:latin typeface="+mn-ea"/>
              <a:ea typeface="+mn-ea"/>
            </a:endParaRPr>
          </a:p>
          <a:p>
            <a:pPr algn="ctr" defTabSz="914400" eaLnBrk="0" fontAlgn="base" hangingPunct="0">
              <a:spcBef>
                <a:spcPct val="0"/>
              </a:spcBef>
              <a:spcAft>
                <a:spcPct val="0"/>
              </a:spcAft>
            </a:pPr>
            <a:r>
              <a:rPr kumimoji="0" lang="ja-JP" altLang="en-US" sz="900" kern="0" dirty="0">
                <a:solidFill>
                  <a:sysClr val="windowText" lastClr="000000"/>
                </a:solidFill>
                <a:latin typeface="+mn-ea"/>
                <a:ea typeface="+mn-ea"/>
              </a:rPr>
              <a:t>データの移動と統合の管理</a:t>
            </a:r>
            <a:endParaRPr kumimoji="0" lang="en-US" altLang="ja-JP" sz="900" kern="0" dirty="0">
              <a:solidFill>
                <a:sysClr val="windowText" lastClr="000000"/>
              </a:solidFill>
              <a:latin typeface="+mn-ea"/>
              <a:ea typeface="+mn-ea"/>
            </a:endParaRPr>
          </a:p>
        </p:txBody>
      </p:sp>
      <p:sp>
        <p:nvSpPr>
          <p:cNvPr id="67" name="正方形/長方形 99">
            <a:extLst>
              <a:ext uri="{FF2B5EF4-FFF2-40B4-BE49-F238E27FC236}">
                <a16:creationId xmlns:a16="http://schemas.microsoft.com/office/drawing/2014/main" id="{3D972912-37A2-2041-8A35-A014E7092900}"/>
              </a:ext>
            </a:extLst>
          </p:cNvPr>
          <p:cNvSpPr/>
          <p:nvPr/>
        </p:nvSpPr>
        <p:spPr bwMode="gray">
          <a:xfrm>
            <a:off x="6179129" y="3617629"/>
            <a:ext cx="1828800" cy="299978"/>
          </a:xfrm>
          <a:prstGeom prst="rect">
            <a:avLst/>
          </a:prstGeom>
          <a:solidFill>
            <a:srgbClr val="82A0AA">
              <a:lumMod val="40000"/>
              <a:lumOff val="6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ja-JP" altLang="en-US" sz="900" b="0" i="0" u="none" strike="noStrike" kern="0" cap="none" spc="0" normalizeH="0" baseline="0" noProof="0">
                <a:ln>
                  <a:noFill/>
                </a:ln>
                <a:solidFill>
                  <a:sysClr val="windowText" lastClr="000000"/>
                </a:solidFill>
                <a:effectLst/>
                <a:uLnTx/>
                <a:uFillTx/>
                <a:latin typeface="+mn-ea"/>
                <a:ea typeface="+mn-ea"/>
              </a:rPr>
              <a:t>データの移動</a:t>
            </a:r>
            <a:r>
              <a:rPr kumimoji="0" lang="en-US" altLang="ja-JP" sz="900" b="0" i="0" u="none" strike="noStrike" kern="0" cap="none" spc="0" normalizeH="0" baseline="0" noProof="0" dirty="0">
                <a:ln>
                  <a:noFill/>
                </a:ln>
                <a:solidFill>
                  <a:sysClr val="windowText" lastClr="000000"/>
                </a:solidFill>
                <a:effectLst/>
                <a:uLnTx/>
                <a:uFillTx/>
                <a:latin typeface="+mn-ea"/>
                <a:ea typeface="+mn-ea"/>
              </a:rPr>
              <a:t>/</a:t>
            </a:r>
            <a:r>
              <a:rPr kumimoji="0" lang="ja-JP" altLang="en-US" sz="900" b="0" i="0" u="none" strike="noStrike" kern="0" cap="none" spc="0" normalizeH="0" baseline="0" noProof="0">
                <a:ln>
                  <a:noFill/>
                </a:ln>
                <a:solidFill>
                  <a:sysClr val="windowText" lastClr="000000"/>
                </a:solidFill>
                <a:effectLst/>
                <a:uLnTx/>
                <a:uFillTx/>
                <a:latin typeface="+mn-ea"/>
                <a:ea typeface="+mn-ea"/>
              </a:rPr>
              <a:t>統合の管理</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ja-JP" altLang="en-US" sz="900" b="0" i="0" u="none" strike="noStrike" kern="0" cap="none" spc="0" normalizeH="0" baseline="0" noProof="0">
                <a:ln>
                  <a:noFill/>
                </a:ln>
                <a:solidFill>
                  <a:sysClr val="windowText" lastClr="000000"/>
                </a:solidFill>
                <a:effectLst/>
                <a:uLnTx/>
                <a:uFillTx/>
                <a:latin typeface="+mn-ea"/>
                <a:ea typeface="+mn-ea"/>
              </a:rPr>
              <a:t>の全社展開</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68" name="正方形/長方形 100">
            <a:extLst>
              <a:ext uri="{FF2B5EF4-FFF2-40B4-BE49-F238E27FC236}">
                <a16:creationId xmlns:a16="http://schemas.microsoft.com/office/drawing/2014/main" id="{9DE2B522-AB62-CAD6-51FE-21B91F06D606}"/>
              </a:ext>
            </a:extLst>
          </p:cNvPr>
          <p:cNvSpPr/>
          <p:nvPr/>
        </p:nvSpPr>
        <p:spPr bwMode="gray">
          <a:xfrm>
            <a:off x="8062050" y="3617629"/>
            <a:ext cx="3711721" cy="299978"/>
          </a:xfrm>
          <a:prstGeom prst="rect">
            <a:avLst/>
          </a:prstGeom>
          <a:solidFill>
            <a:srgbClr val="82A0AA">
              <a:lumMod val="60000"/>
              <a:lumOff val="40000"/>
            </a:srgbClr>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a:ln>
                  <a:noFill/>
                </a:ln>
                <a:solidFill>
                  <a:sysClr val="windowText" lastClr="000000"/>
                </a:solidFill>
                <a:effectLst/>
                <a:uLnTx/>
                <a:uFillTx/>
                <a:latin typeface="+mn-ea"/>
                <a:ea typeface="+mn-ea"/>
              </a:rPr>
              <a:t>可用性・量・速度の測定</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69" name="正方形/長方形 97">
            <a:extLst>
              <a:ext uri="{FF2B5EF4-FFF2-40B4-BE49-F238E27FC236}">
                <a16:creationId xmlns:a16="http://schemas.microsoft.com/office/drawing/2014/main" id="{AB679581-E79B-F939-307A-DBE64858DBC5}"/>
              </a:ext>
            </a:extLst>
          </p:cNvPr>
          <p:cNvSpPr/>
          <p:nvPr/>
        </p:nvSpPr>
        <p:spPr bwMode="gray">
          <a:xfrm>
            <a:off x="409350" y="3617629"/>
            <a:ext cx="1837200" cy="299978"/>
          </a:xfrm>
          <a:prstGeom prst="rect">
            <a:avLst/>
          </a:prstGeom>
          <a:solidFill>
            <a:srgbClr val="FFFFFF">
              <a:lumMod val="95000"/>
            </a:srgbClr>
          </a:solidFill>
          <a:ln w="9525" algn="ctr">
            <a:solidFill>
              <a:srgbClr val="000000">
                <a:lumMod val="65000"/>
                <a:lumOff val="35000"/>
              </a:srgbClr>
            </a:solidFill>
            <a:miter lim="800000"/>
            <a:headEnd/>
            <a:tailEnd/>
          </a:ln>
        </p:spPr>
        <p:txBody>
          <a:bodyPr rot="0" spcFirstLastPara="0" vertOverflow="overflow" horzOverflow="overflow" vert="horz" wrap="none" lIns="28800" tIns="29250" rIns="28800" bIns="29250" numCol="1" spcCol="0" rtlCol="0" fromWordArt="0" anchor="ctr" anchorCtr="0" forceAA="0" compatLnSpc="1">
            <a:prstTxWarp prst="textNoShape">
              <a:avLst/>
            </a:prstTxWarp>
            <a:noAutofit/>
          </a:bodyPr>
          <a:lstStyle/>
          <a:p>
            <a:pPr marL="0" marR="0" lvl="0" indent="0"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1000" b="0" i="0" u="none" strike="noStrike" kern="0" cap="none" spc="0" normalizeH="0" baseline="0" noProof="0" dirty="0">
                <a:ln>
                  <a:noFill/>
                </a:ln>
                <a:solidFill>
                  <a:srgbClr val="000000"/>
                </a:solidFill>
                <a:effectLst/>
                <a:uLnTx/>
                <a:uFillTx/>
                <a:latin typeface="+mn-ea"/>
                <a:ea typeface="+mn-ea"/>
              </a:rPr>
              <a:t>⑥データ統合と相互運用性</a:t>
            </a:r>
            <a:endParaRPr kumimoji="0" lang="en-US" altLang="ja-JP" sz="1000" b="0" i="0" u="none" strike="noStrike" kern="0" cap="none" spc="0" normalizeH="0" baseline="0" noProof="0" dirty="0">
              <a:ln>
                <a:noFill/>
              </a:ln>
              <a:solidFill>
                <a:srgbClr val="000000"/>
              </a:solidFill>
              <a:effectLst/>
              <a:uLnTx/>
              <a:uFillTx/>
              <a:latin typeface="+mn-ea"/>
              <a:ea typeface="+mn-ea"/>
            </a:endParaRPr>
          </a:p>
        </p:txBody>
      </p:sp>
      <p:sp>
        <p:nvSpPr>
          <p:cNvPr id="70" name="正方形/長方形 53">
            <a:extLst>
              <a:ext uri="{FF2B5EF4-FFF2-40B4-BE49-F238E27FC236}">
                <a16:creationId xmlns:a16="http://schemas.microsoft.com/office/drawing/2014/main" id="{81E702DD-1383-7B3F-014A-B18261C491B7}"/>
              </a:ext>
            </a:extLst>
          </p:cNvPr>
          <p:cNvSpPr/>
          <p:nvPr/>
        </p:nvSpPr>
        <p:spPr bwMode="gray">
          <a:xfrm>
            <a:off x="2415700" y="2295633"/>
            <a:ext cx="1825712" cy="300938"/>
          </a:xfrm>
          <a:prstGeom prst="rect">
            <a:avLst/>
          </a:prstGeom>
          <a:solidFill>
            <a:srgbClr val="FFFFFF"/>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defTabSz="914400" eaLnBrk="0" fontAlgn="base" hangingPunct="0">
              <a:spcBef>
                <a:spcPct val="0"/>
              </a:spcBef>
              <a:spcAft>
                <a:spcPct val="0"/>
              </a:spcAft>
            </a:pPr>
            <a:r>
              <a:rPr kumimoji="0" lang="ja-JP" altLang="en-US" sz="900" kern="0" dirty="0">
                <a:solidFill>
                  <a:sysClr val="windowText" lastClr="000000"/>
                </a:solidFill>
                <a:latin typeface="+mn-ea"/>
                <a:ea typeface="+mn-ea"/>
              </a:rPr>
              <a:t>アプリケーション単位の</a:t>
            </a:r>
            <a:endParaRPr kumimoji="0" lang="en-US" altLang="ja-JP" sz="900" kern="0" dirty="0">
              <a:solidFill>
                <a:sysClr val="windowText" lastClr="000000"/>
              </a:solidFill>
              <a:latin typeface="+mn-ea"/>
              <a:ea typeface="+mn-ea"/>
            </a:endParaRPr>
          </a:p>
          <a:p>
            <a:pPr algn="ctr" defTabSz="914400" eaLnBrk="0" fontAlgn="base" hangingPunct="0">
              <a:spcBef>
                <a:spcPct val="0"/>
              </a:spcBef>
              <a:spcAft>
                <a:spcPct val="0"/>
              </a:spcAft>
            </a:pPr>
            <a:r>
              <a:rPr kumimoji="0" lang="ja-JP" altLang="en-US" sz="900" kern="0" dirty="0">
                <a:solidFill>
                  <a:sysClr val="windowText" lastClr="000000"/>
                </a:solidFill>
                <a:latin typeface="+mn-ea"/>
                <a:ea typeface="+mn-ea"/>
              </a:rPr>
              <a:t>データアーキテクチャ</a:t>
            </a:r>
            <a:endParaRPr kumimoji="0" lang="en-US" altLang="ja-JP" sz="900" kern="0" dirty="0">
              <a:solidFill>
                <a:sysClr val="windowText" lastClr="000000"/>
              </a:solidFill>
              <a:latin typeface="+mn-ea"/>
              <a:ea typeface="+mn-ea"/>
            </a:endParaRPr>
          </a:p>
        </p:txBody>
      </p:sp>
      <p:sp>
        <p:nvSpPr>
          <p:cNvPr id="71" name="正方形/長方形 53">
            <a:extLst>
              <a:ext uri="{FF2B5EF4-FFF2-40B4-BE49-F238E27FC236}">
                <a16:creationId xmlns:a16="http://schemas.microsoft.com/office/drawing/2014/main" id="{D8508979-E84B-92BE-D3C1-74D32CCF12F2}"/>
              </a:ext>
            </a:extLst>
          </p:cNvPr>
          <p:cNvSpPr/>
          <p:nvPr/>
        </p:nvSpPr>
        <p:spPr bwMode="gray">
          <a:xfrm>
            <a:off x="2415700" y="2625652"/>
            <a:ext cx="1825712" cy="300938"/>
          </a:xfrm>
          <a:prstGeom prst="rect">
            <a:avLst/>
          </a:prstGeom>
          <a:solidFill>
            <a:srgbClr val="FFFFFF"/>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アプリケーション単位の</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データモデリングとデザイン</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72" name="正方形/長方形 94">
            <a:extLst>
              <a:ext uri="{FF2B5EF4-FFF2-40B4-BE49-F238E27FC236}">
                <a16:creationId xmlns:a16="http://schemas.microsoft.com/office/drawing/2014/main" id="{4EBD8B7E-B1C6-01B2-76F0-F1E62B787C4E}"/>
              </a:ext>
            </a:extLst>
          </p:cNvPr>
          <p:cNvSpPr/>
          <p:nvPr/>
        </p:nvSpPr>
        <p:spPr bwMode="gray">
          <a:xfrm>
            <a:off x="2415700" y="3616669"/>
            <a:ext cx="1825712" cy="300938"/>
          </a:xfrm>
          <a:prstGeom prst="rect">
            <a:avLst/>
          </a:prstGeom>
          <a:solidFill>
            <a:srgbClr val="FFFFFF"/>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defTabSz="914400" eaLnBrk="0" fontAlgn="base" hangingPunct="0">
              <a:spcBef>
                <a:spcPct val="0"/>
              </a:spcBef>
              <a:spcAft>
                <a:spcPct val="0"/>
              </a:spcAft>
            </a:pPr>
            <a:r>
              <a:rPr kumimoji="0" lang="ja-JP" altLang="en-US" sz="900" kern="0" dirty="0">
                <a:solidFill>
                  <a:sysClr val="windowText" lastClr="000000"/>
                </a:solidFill>
                <a:latin typeface="+mn-ea"/>
                <a:ea typeface="+mn-ea"/>
              </a:rPr>
              <a:t>アプリケーション・プロセス単位でのデータ管理・運用</a:t>
            </a:r>
            <a:endParaRPr kumimoji="0" lang="en-US" altLang="ja-JP" sz="900" kern="0" dirty="0">
              <a:solidFill>
                <a:sysClr val="windowText" lastClr="000000"/>
              </a:solidFill>
              <a:latin typeface="+mn-ea"/>
              <a:ea typeface="+mn-ea"/>
            </a:endParaRPr>
          </a:p>
        </p:txBody>
      </p:sp>
      <p:sp>
        <p:nvSpPr>
          <p:cNvPr id="73" name="正方形/長方形 94">
            <a:extLst>
              <a:ext uri="{FF2B5EF4-FFF2-40B4-BE49-F238E27FC236}">
                <a16:creationId xmlns:a16="http://schemas.microsoft.com/office/drawing/2014/main" id="{EBE6D2FB-6E39-2A23-09A5-78DAAC04F0F7}"/>
              </a:ext>
            </a:extLst>
          </p:cNvPr>
          <p:cNvSpPr/>
          <p:nvPr/>
        </p:nvSpPr>
        <p:spPr bwMode="gray">
          <a:xfrm>
            <a:off x="2415700" y="3946688"/>
            <a:ext cx="1825712" cy="300938"/>
          </a:xfrm>
          <a:prstGeom prst="rect">
            <a:avLst/>
          </a:prstGeom>
          <a:solidFill>
            <a:srgbClr val="FFFFFF"/>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拠点・プロセス単位での</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ドキュメント・コンテンツ管理</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74" name="正方形/長方形 94">
            <a:extLst>
              <a:ext uri="{FF2B5EF4-FFF2-40B4-BE49-F238E27FC236}">
                <a16:creationId xmlns:a16="http://schemas.microsoft.com/office/drawing/2014/main" id="{D2D57B2E-C2F2-2627-6FE4-0A30A7146EF1}"/>
              </a:ext>
            </a:extLst>
          </p:cNvPr>
          <p:cNvSpPr/>
          <p:nvPr/>
        </p:nvSpPr>
        <p:spPr bwMode="gray">
          <a:xfrm>
            <a:off x="2415700" y="4277667"/>
            <a:ext cx="1825712" cy="300938"/>
          </a:xfrm>
          <a:prstGeom prst="rect">
            <a:avLst/>
          </a:prstGeom>
          <a:solidFill>
            <a:srgbClr val="FFFFFF"/>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defTabSz="914400" eaLnBrk="0" fontAlgn="base" hangingPunct="0">
              <a:spcBef>
                <a:spcPct val="0"/>
              </a:spcBef>
              <a:spcAft>
                <a:spcPct val="0"/>
              </a:spcAft>
            </a:pPr>
            <a:r>
              <a:rPr kumimoji="0" lang="ja-JP" altLang="en-US" sz="900" kern="0" dirty="0">
                <a:solidFill>
                  <a:sysClr val="windowText" lastClr="000000"/>
                </a:solidFill>
                <a:latin typeface="+mn-ea"/>
                <a:ea typeface="+mn-ea"/>
              </a:rPr>
              <a:t>拠点・アプリケーション単位での</a:t>
            </a:r>
            <a:endParaRPr kumimoji="0" lang="en-US" altLang="ja-JP" sz="900" kern="0" dirty="0">
              <a:solidFill>
                <a:sysClr val="windowText" lastClr="000000"/>
              </a:solidFill>
              <a:latin typeface="+mn-ea"/>
              <a:ea typeface="+mn-ea"/>
            </a:endParaRPr>
          </a:p>
          <a:p>
            <a:pPr algn="ctr" defTabSz="914400" eaLnBrk="0" fontAlgn="base" hangingPunct="0">
              <a:spcBef>
                <a:spcPct val="0"/>
              </a:spcBef>
              <a:spcAft>
                <a:spcPct val="0"/>
              </a:spcAft>
            </a:pPr>
            <a:r>
              <a:rPr kumimoji="0" lang="ja-JP" altLang="en-US" sz="900" kern="0" dirty="0">
                <a:solidFill>
                  <a:sysClr val="windowText" lastClr="000000"/>
                </a:solidFill>
                <a:latin typeface="+mn-ea"/>
                <a:ea typeface="+mn-ea"/>
              </a:rPr>
              <a:t>参照データマスタデータ管理</a:t>
            </a:r>
            <a:endParaRPr kumimoji="0" lang="en-US" altLang="ja-JP" sz="900" kern="0" dirty="0">
              <a:solidFill>
                <a:sysClr val="windowText" lastClr="000000"/>
              </a:solidFill>
              <a:latin typeface="+mn-ea"/>
              <a:ea typeface="+mn-ea"/>
            </a:endParaRPr>
          </a:p>
        </p:txBody>
      </p:sp>
      <p:sp>
        <p:nvSpPr>
          <p:cNvPr id="75" name="正方形/長方形 88">
            <a:extLst>
              <a:ext uri="{FF2B5EF4-FFF2-40B4-BE49-F238E27FC236}">
                <a16:creationId xmlns:a16="http://schemas.microsoft.com/office/drawing/2014/main" id="{71976ABA-B482-AD71-D38F-D6D702C21D13}"/>
              </a:ext>
            </a:extLst>
          </p:cNvPr>
          <p:cNvSpPr/>
          <p:nvPr/>
        </p:nvSpPr>
        <p:spPr bwMode="gray">
          <a:xfrm>
            <a:off x="2415700" y="4608646"/>
            <a:ext cx="1825712" cy="300938"/>
          </a:xfrm>
          <a:prstGeom prst="rect">
            <a:avLst/>
          </a:prstGeom>
          <a:solidFill>
            <a:srgbClr val="FFFFFF"/>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共通の</a:t>
            </a:r>
            <a:r>
              <a:rPr kumimoji="0" lang="en-US" altLang="ja-JP" sz="900" b="0" i="0" u="none" strike="noStrike" kern="0" cap="none" spc="0" normalizeH="0" baseline="0" noProof="0" dirty="0">
                <a:ln>
                  <a:noFill/>
                </a:ln>
                <a:solidFill>
                  <a:sysClr val="windowText" lastClr="000000"/>
                </a:solidFill>
                <a:effectLst/>
                <a:uLnTx/>
                <a:uFillTx/>
                <a:latin typeface="+mn-ea"/>
                <a:ea typeface="+mn-ea"/>
              </a:rPr>
              <a:t>DWH</a:t>
            </a:r>
            <a:r>
              <a:rPr kumimoji="0" lang="ja-JP" altLang="en-US" sz="900" b="0" i="0" u="none" strike="noStrike" kern="0" cap="none" spc="0" normalizeH="0" baseline="0" noProof="0" dirty="0">
                <a:ln>
                  <a:noFill/>
                </a:ln>
                <a:solidFill>
                  <a:sysClr val="windowText" lastClr="000000"/>
                </a:solidFill>
                <a:effectLst/>
                <a:uLnTx/>
                <a:uFillTx/>
                <a:latin typeface="+mn-ea"/>
                <a:ea typeface="+mn-ea"/>
              </a:rPr>
              <a:t>と</a:t>
            </a:r>
            <a:r>
              <a:rPr kumimoji="0" lang="en-US" altLang="ja-JP" sz="900" b="0" i="0" u="none" strike="noStrike" kern="0" cap="none" spc="0" normalizeH="0" baseline="0" noProof="0" dirty="0">
                <a:ln>
                  <a:noFill/>
                </a:ln>
                <a:solidFill>
                  <a:sysClr val="windowText" lastClr="000000"/>
                </a:solidFill>
                <a:effectLst/>
                <a:uLnTx/>
                <a:uFillTx/>
                <a:latin typeface="+mn-ea"/>
                <a:ea typeface="+mn-ea"/>
              </a:rPr>
              <a:t>BI</a:t>
            </a:r>
            <a:r>
              <a:rPr kumimoji="0" lang="ja-JP" altLang="en-US" sz="900" b="0" i="0" u="none" strike="noStrike" kern="0" cap="none" spc="0" normalizeH="0" baseline="0" noProof="0" dirty="0">
                <a:ln>
                  <a:noFill/>
                </a:ln>
                <a:solidFill>
                  <a:sysClr val="windowText" lastClr="000000"/>
                </a:solidFill>
                <a:effectLst/>
                <a:uLnTx/>
                <a:uFillTx/>
                <a:latin typeface="+mn-ea"/>
                <a:ea typeface="+mn-ea"/>
              </a:rPr>
              <a:t>の不在</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76" name="正方形/長方形 94">
            <a:extLst>
              <a:ext uri="{FF2B5EF4-FFF2-40B4-BE49-F238E27FC236}">
                <a16:creationId xmlns:a16="http://schemas.microsoft.com/office/drawing/2014/main" id="{1EDA28B4-A104-2272-67E3-7838D56ECF80}"/>
              </a:ext>
            </a:extLst>
          </p:cNvPr>
          <p:cNvSpPr/>
          <p:nvPr/>
        </p:nvSpPr>
        <p:spPr bwMode="gray">
          <a:xfrm>
            <a:off x="2415700" y="3286650"/>
            <a:ext cx="1825712" cy="300938"/>
          </a:xfrm>
          <a:prstGeom prst="rect">
            <a:avLst/>
          </a:prstGeom>
          <a:solidFill>
            <a:srgbClr val="FFFFFF"/>
          </a:solidFill>
          <a:ln w="19050" algn="ctr">
            <a:solidFill>
              <a:schemeClr val="accent4">
                <a:lumMod val="50000"/>
              </a:schemeClr>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属人化した</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データセキュリティポリシー</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77" name="正方形/長方形 94">
            <a:extLst>
              <a:ext uri="{FF2B5EF4-FFF2-40B4-BE49-F238E27FC236}">
                <a16:creationId xmlns:a16="http://schemas.microsoft.com/office/drawing/2014/main" id="{6073CE5B-AC5C-D50C-8EA6-7311B1EB4E05}"/>
              </a:ext>
            </a:extLst>
          </p:cNvPr>
          <p:cNvSpPr/>
          <p:nvPr/>
        </p:nvSpPr>
        <p:spPr bwMode="gray">
          <a:xfrm>
            <a:off x="2415700" y="2956406"/>
            <a:ext cx="1825712" cy="300938"/>
          </a:xfrm>
          <a:prstGeom prst="rect">
            <a:avLst/>
          </a:prstGeom>
          <a:solidFill>
            <a:srgbClr val="FFFFFF"/>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r>
              <a:rPr kumimoji="0" lang="ja-JP" altLang="en-US" sz="900" b="0" i="0" u="none" strike="noStrike" kern="0" cap="none" spc="0" normalizeH="0" baseline="0" noProof="0" dirty="0">
                <a:ln>
                  <a:noFill/>
                </a:ln>
                <a:solidFill>
                  <a:sysClr val="windowText" lastClr="000000"/>
                </a:solidFill>
                <a:effectLst/>
                <a:uLnTx/>
                <a:uFillTx/>
                <a:latin typeface="+mn-ea"/>
                <a:ea typeface="+mn-ea"/>
              </a:rPr>
              <a:t>アプリケーション単位の</a:t>
            </a:r>
            <a:r>
              <a:rPr kumimoji="0" lang="en-US" altLang="ja-JP" sz="900" b="0" i="0" u="none" strike="noStrike" kern="0" cap="none" spc="0" normalizeH="0" baseline="0" noProof="0" dirty="0">
                <a:ln>
                  <a:noFill/>
                </a:ln>
                <a:solidFill>
                  <a:sysClr val="windowText" lastClr="000000"/>
                </a:solidFill>
                <a:effectLst/>
                <a:uLnTx/>
                <a:uFillTx/>
                <a:latin typeface="+mn-ea"/>
                <a:ea typeface="+mn-ea"/>
              </a:rPr>
              <a:t>DB</a:t>
            </a:r>
            <a:r>
              <a:rPr kumimoji="0" lang="ja-JP" altLang="en-US" sz="900" b="0" i="0" u="none" strike="noStrike" kern="0" cap="none" spc="0" normalizeH="0" baseline="0" noProof="0" dirty="0">
                <a:ln>
                  <a:noFill/>
                </a:ln>
                <a:solidFill>
                  <a:sysClr val="windowText" lastClr="000000"/>
                </a:solidFill>
                <a:effectLst/>
                <a:uLnTx/>
                <a:uFillTx/>
                <a:latin typeface="+mn-ea"/>
                <a:ea typeface="+mn-ea"/>
              </a:rPr>
              <a:t>環境と運用体制</a:t>
            </a: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79" name="正方形/長方形 53">
            <a:extLst>
              <a:ext uri="{FF2B5EF4-FFF2-40B4-BE49-F238E27FC236}">
                <a16:creationId xmlns:a16="http://schemas.microsoft.com/office/drawing/2014/main" id="{6BB60D50-121A-20BF-7C48-6AB707EBAE82}"/>
              </a:ext>
            </a:extLst>
          </p:cNvPr>
          <p:cNvSpPr/>
          <p:nvPr/>
        </p:nvSpPr>
        <p:spPr bwMode="gray">
          <a:xfrm>
            <a:off x="418228" y="5721859"/>
            <a:ext cx="355600" cy="182434"/>
          </a:xfrm>
          <a:prstGeom prst="rect">
            <a:avLst/>
          </a:prstGeom>
          <a:solidFill>
            <a:srgbClr val="FFFFFF"/>
          </a:solidFill>
          <a:ln w="19050" algn="ctr">
            <a:solidFill>
              <a:srgbClr val="FF0000"/>
            </a:solidFill>
            <a:miter lim="800000"/>
            <a:headEnd/>
            <a:tailEnd/>
          </a:ln>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 typeface="Wingdings 2" pitchFamily="18" charset="2"/>
              <a:buNone/>
              <a:tabLst/>
              <a:defRPr/>
            </a:pPr>
            <a:endParaRPr kumimoji="0" lang="en-US" altLang="ja-JP" sz="900" b="0" i="0" u="none" strike="noStrike" kern="0" cap="none" spc="0" normalizeH="0" baseline="0" noProof="0" dirty="0">
              <a:ln>
                <a:noFill/>
              </a:ln>
              <a:solidFill>
                <a:sysClr val="windowText" lastClr="000000"/>
              </a:solidFill>
              <a:effectLst/>
              <a:uLnTx/>
              <a:uFillTx/>
              <a:latin typeface="+mn-ea"/>
              <a:ea typeface="+mn-ea"/>
            </a:endParaRPr>
          </a:p>
        </p:txBody>
      </p:sp>
      <p:sp>
        <p:nvSpPr>
          <p:cNvPr id="80" name="TextBox 79">
            <a:extLst>
              <a:ext uri="{FF2B5EF4-FFF2-40B4-BE49-F238E27FC236}">
                <a16:creationId xmlns:a16="http://schemas.microsoft.com/office/drawing/2014/main" id="{B59D14F0-A979-108B-9559-F19B4FD91316}"/>
              </a:ext>
            </a:extLst>
          </p:cNvPr>
          <p:cNvSpPr txBox="1"/>
          <p:nvPr/>
        </p:nvSpPr>
        <p:spPr>
          <a:xfrm>
            <a:off x="734142" y="5692330"/>
            <a:ext cx="1230645" cy="23083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 typeface="Wingdings 2" pitchFamily="18" charset="2"/>
              <a:buNone/>
              <a:tabLst/>
              <a:defRPr/>
            </a:pPr>
            <a:r>
              <a:rPr kumimoji="1" lang="ja-JP" altLang="en-US" sz="900" b="0" i="0" u="none" strike="noStrike" kern="1200" cap="none" spc="0" normalizeH="0" baseline="0" noProof="0" dirty="0">
                <a:ln>
                  <a:noFill/>
                </a:ln>
                <a:solidFill>
                  <a:sysClr val="windowText" lastClr="000000"/>
                </a:solidFill>
                <a:effectLst/>
                <a:uLnTx/>
                <a:uFillTx/>
                <a:latin typeface="+mn-ea"/>
                <a:ea typeface="+mn-ea"/>
                <a:cs typeface="+mn-cs"/>
              </a:rPr>
              <a:t>現状レベルの仮説</a:t>
            </a:r>
            <a:endParaRPr kumimoji="1" lang="en-US" altLang="ja-JP" sz="900" b="0" i="0" u="none" strike="noStrike" kern="1200" cap="none" spc="0" normalizeH="0" baseline="0" noProof="0" dirty="0">
              <a:ln>
                <a:noFill/>
              </a:ln>
              <a:solidFill>
                <a:sysClr val="windowText" lastClr="000000"/>
              </a:solidFill>
              <a:effectLst/>
              <a:uLnTx/>
              <a:uFillTx/>
              <a:latin typeface="+mn-ea"/>
              <a:ea typeface="+mn-ea"/>
              <a:cs typeface="+mn-cs"/>
            </a:endParaRPr>
          </a:p>
        </p:txBody>
      </p:sp>
    </p:spTree>
    <p:extLst>
      <p:ext uri="{BB962C8B-B14F-4D97-AF65-F5344CB8AC3E}">
        <p14:creationId xmlns:p14="http://schemas.microsoft.com/office/powerpoint/2010/main" val="3961407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3109063-E405-2C2A-71E1-C2A451F4059E}"/>
              </a:ext>
            </a:extLst>
          </p:cNvPr>
          <p:cNvSpPr>
            <a:spLocks noGrp="1"/>
          </p:cNvSpPr>
          <p:nvPr>
            <p:ph type="ctrTitle"/>
          </p:nvPr>
        </p:nvSpPr>
        <p:spPr/>
        <p:txBody>
          <a:bodyPr/>
          <a:lstStyle/>
          <a:p>
            <a:r>
              <a:rPr lang="en-US" altLang="ja-JP" b="1" dirty="0">
                <a:latin typeface="Century Gothic" panose="020B0502020202020204" pitchFamily="34" charset="0"/>
                <a:ea typeface="Yu Gothic" panose="020B0400000000000000" pitchFamily="34" charset="-128"/>
              </a:rPr>
              <a:t>MHI</a:t>
            </a:r>
            <a:r>
              <a:rPr lang="ja-JP" altLang="en-US" b="1" dirty="0">
                <a:latin typeface="Century Gothic" panose="020B0502020202020204" pitchFamily="34" charset="0"/>
                <a:ea typeface="Yu Gothic" panose="020B0400000000000000" pitchFamily="34" charset="-128"/>
              </a:rPr>
              <a:t>の取組みの今後の方向性</a:t>
            </a:r>
            <a:endParaRPr lang="en-US" dirty="0"/>
          </a:p>
        </p:txBody>
      </p:sp>
      <p:sp>
        <p:nvSpPr>
          <p:cNvPr id="4" name="Slide Number Placeholder 3">
            <a:extLst>
              <a:ext uri="{FF2B5EF4-FFF2-40B4-BE49-F238E27FC236}">
                <a16:creationId xmlns:a16="http://schemas.microsoft.com/office/drawing/2014/main" id="{CCAE6D70-152E-7D92-93AB-BA00CE6E7F2F}"/>
              </a:ext>
            </a:extLst>
          </p:cNvPr>
          <p:cNvSpPr>
            <a:spLocks noGrp="1"/>
          </p:cNvSpPr>
          <p:nvPr>
            <p:ph type="sldNum" sz="quarter" idx="14"/>
          </p:nvPr>
        </p:nvSpPr>
        <p:spPr/>
        <p:txBody>
          <a:bodyPr/>
          <a:lstStyle/>
          <a:p>
            <a:pPr>
              <a:defRPr/>
            </a:pPr>
            <a:fld id="{98801705-9237-B248-8CCD-5AE70991EC85}" type="slidenum">
              <a:rPr lang="ja-JP" altLang="en-US" smtClean="0"/>
              <a:pPr>
                <a:defRPr/>
              </a:pPr>
              <a:t>13</a:t>
            </a:fld>
            <a:endParaRPr lang="ja-JP" altLang="en-US"/>
          </a:p>
        </p:txBody>
      </p:sp>
    </p:spTree>
    <p:extLst>
      <p:ext uri="{BB962C8B-B14F-4D97-AF65-F5344CB8AC3E}">
        <p14:creationId xmlns:p14="http://schemas.microsoft.com/office/powerpoint/2010/main" val="304376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CE668E6-04C6-D35C-2CE4-2A4844EAE493}"/>
              </a:ext>
            </a:extLst>
          </p:cNvPr>
          <p:cNvSpPr>
            <a:spLocks noGrp="1"/>
          </p:cNvSpPr>
          <p:nvPr>
            <p:ph type="body" sz="quarter" idx="10"/>
          </p:nvPr>
        </p:nvSpPr>
        <p:spPr>
          <a:xfrm>
            <a:off x="348916" y="695320"/>
            <a:ext cx="11494169" cy="4989094"/>
          </a:xfrm>
        </p:spPr>
        <p:txBody>
          <a:bodyPr/>
          <a:lstStyle/>
          <a:p>
            <a:r>
              <a:rPr lang="ja-JP" altLang="en-US" dirty="0">
                <a:latin typeface="+mn-ea"/>
                <a:ea typeface="+mn-ea"/>
              </a:rPr>
              <a:t>作成中</a:t>
            </a:r>
          </a:p>
        </p:txBody>
      </p:sp>
      <p:sp>
        <p:nvSpPr>
          <p:cNvPr id="9" name="Title 8">
            <a:extLst>
              <a:ext uri="{FF2B5EF4-FFF2-40B4-BE49-F238E27FC236}">
                <a16:creationId xmlns:a16="http://schemas.microsoft.com/office/drawing/2014/main" id="{EF02C525-1BCB-F602-73A6-370E9B93691D}"/>
              </a:ext>
            </a:extLst>
          </p:cNvPr>
          <p:cNvSpPr>
            <a:spLocks noGrp="1"/>
          </p:cNvSpPr>
          <p:nvPr>
            <p:ph type="ctrTitle"/>
          </p:nvPr>
        </p:nvSpPr>
        <p:spPr/>
        <p:txBody>
          <a:bodyPr/>
          <a:lstStyle/>
          <a:p>
            <a:r>
              <a:rPr lang="en-US" altLang="ja-JP" b="1" dirty="0">
                <a:latin typeface="Century Gothic" panose="020B0502020202020204" pitchFamily="34" charset="0"/>
                <a:ea typeface="Yu Gothic" panose="020B0400000000000000" pitchFamily="34" charset="-128"/>
              </a:rPr>
              <a:t>MHI</a:t>
            </a:r>
            <a:r>
              <a:rPr lang="ja-JP" altLang="en-US" b="1" dirty="0">
                <a:latin typeface="Century Gothic" panose="020B0502020202020204" pitchFamily="34" charset="0"/>
                <a:ea typeface="Yu Gothic" panose="020B0400000000000000" pitchFamily="34" charset="-128"/>
              </a:rPr>
              <a:t>の取組みの今後の方向性</a:t>
            </a:r>
            <a:endParaRPr lang="en-US" dirty="0"/>
          </a:p>
        </p:txBody>
      </p:sp>
      <p:sp>
        <p:nvSpPr>
          <p:cNvPr id="4" name="Slide Number Placeholder 3">
            <a:extLst>
              <a:ext uri="{FF2B5EF4-FFF2-40B4-BE49-F238E27FC236}">
                <a16:creationId xmlns:a16="http://schemas.microsoft.com/office/drawing/2014/main" id="{2D3D5EF6-699C-E71E-9C02-B3B020521C16}"/>
              </a:ext>
            </a:extLst>
          </p:cNvPr>
          <p:cNvSpPr>
            <a:spLocks noGrp="1"/>
          </p:cNvSpPr>
          <p:nvPr>
            <p:ph type="sldNum" sz="quarter" idx="11"/>
          </p:nvPr>
        </p:nvSpPr>
        <p:spPr/>
        <p:txBody>
          <a:bodyPr/>
          <a:lstStyle/>
          <a:p>
            <a:pPr>
              <a:defRPr/>
            </a:pPr>
            <a:fld id="{98801705-9237-B248-8CCD-5AE70991EC85}" type="slidenum">
              <a:rPr lang="ja-JP" altLang="en-US" smtClean="0"/>
              <a:pPr>
                <a:defRPr/>
              </a:pPr>
              <a:t>14</a:t>
            </a:fld>
            <a:endParaRPr lang="ja-JP" altLang="en-US"/>
          </a:p>
        </p:txBody>
      </p:sp>
    </p:spTree>
    <p:extLst>
      <p:ext uri="{BB962C8B-B14F-4D97-AF65-F5344CB8AC3E}">
        <p14:creationId xmlns:p14="http://schemas.microsoft.com/office/powerpoint/2010/main" val="1234903227"/>
      </p:ext>
    </p:extLst>
  </p:cSld>
  <p:clrMapOvr>
    <a:masterClrMapping/>
  </p:clrMapOvr>
</p:sld>
</file>

<file path=ppt/theme/theme1.xml><?xml version="1.0" encoding="utf-8"?>
<a:theme xmlns:a="http://schemas.openxmlformats.org/drawingml/2006/main" name="Office テーマ">
  <a:themeElements>
    <a:clrScheme name="NTT DATA Enterprise Segment">
      <a:dk1>
        <a:srgbClr val="000000"/>
      </a:dk1>
      <a:lt1>
        <a:srgbClr val="FFFFFF"/>
      </a:lt1>
      <a:dk2>
        <a:srgbClr val="323232"/>
      </a:dk2>
      <a:lt2>
        <a:srgbClr val="646464"/>
      </a:lt2>
      <a:accent1>
        <a:srgbClr val="24B9EA"/>
      </a:accent1>
      <a:accent2>
        <a:srgbClr val="FF4800"/>
      </a:accent2>
      <a:accent3>
        <a:srgbClr val="6300FF"/>
      </a:accent3>
      <a:accent4>
        <a:srgbClr val="7198CE"/>
      </a:accent4>
      <a:accent5>
        <a:srgbClr val="BC4328"/>
      </a:accent5>
      <a:accent6>
        <a:srgbClr val="8246AF"/>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ln>
      </a:spPr>
      <a:bodyPr rtlCol="0" anchor="ctr"/>
      <a:lstStyle>
        <a:defPPr algn="ctr">
          <a:defRPr kumimoji="1" sz="1400" b="1" dirty="0" smtClean="0">
            <a:latin typeface="Meiryo UI" panose="020B0604030504040204" pitchFamily="50" charset="-128"/>
            <a:ea typeface="Meiryo UI" panose="020B0604030504040204"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bodyPr wrap="square" lIns="72000" tIns="72000" rIns="72000" bIns="72000" rtlCol="0" anchor="ctr" anchorCtr="0">
        <a:spAutoFit/>
      </a:bodyPr>
      <a:lstStyle>
        <a:defPPr algn="l">
          <a:defRPr kumimoji="1" b="1" i="0" smtClean="0">
            <a:latin typeface="Century Gothic" panose="020B0502020202020204" pitchFamily="34" charset="0"/>
            <a:ea typeface="Yu Gothic" panose="020B0400000000000000" pitchFamily="34" charset="-128"/>
          </a:defRPr>
        </a:defPPr>
      </a:lstStyle>
    </a:txDef>
  </a:objectDefaults>
  <a:extraClrSchemeLst/>
  <a:extLst>
    <a:ext uri="{05A4C25C-085E-4340-85A3-A5531E510DB2}">
      <thm15:themeFamily xmlns:thm15="http://schemas.microsoft.com/office/thememl/2012/main" name="220921_NTT_DECK_169.pptx" id="{4C46ABD5-35B9-41A3-9026-320839FE75BA}" vid="{A6092D55-E218-479C-807A-65AE4D2090BF}"/>
    </a:ext>
  </a:extLst>
</a:theme>
</file>

<file path=ppt/theme/theme2.xml><?xml version="1.0" encoding="utf-8"?>
<a:theme xmlns:a="http://schemas.openxmlformats.org/drawingml/2006/main" name="コンテンツ_Light">
  <a:themeElements>
    <a:clrScheme name="NTTDATA_color">
      <a:dk1>
        <a:srgbClr val="000000"/>
      </a:dk1>
      <a:lt1>
        <a:srgbClr val="FFFFFF"/>
      </a:lt1>
      <a:dk2>
        <a:srgbClr val="0080B1"/>
      </a:dk2>
      <a:lt2>
        <a:srgbClr val="D76B00"/>
      </a:lt2>
      <a:accent1>
        <a:srgbClr val="6785C1"/>
      </a:accent1>
      <a:accent2>
        <a:srgbClr val="070F26"/>
      </a:accent2>
      <a:accent3>
        <a:srgbClr val="E6B600"/>
      </a:accent3>
      <a:accent4>
        <a:srgbClr val="BC4328"/>
      </a:accent4>
      <a:accent5>
        <a:srgbClr val="00B176"/>
      </a:accent5>
      <a:accent6>
        <a:srgbClr val="8246AF"/>
      </a:accent6>
      <a:hlink>
        <a:srgbClr val="0000FF"/>
      </a:hlink>
      <a:folHlink>
        <a:srgbClr val="800080"/>
      </a:folHlink>
    </a:clrScheme>
    <a:fontScheme name="NTTデータ様">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extLst>
    <a:ext uri="{05A4C25C-085E-4340-85A3-A5531E510DB2}">
      <thm15:themeFamily xmlns:thm15="http://schemas.microsoft.com/office/thememl/2012/main" name="done_Presentation_Template_169_JP.potx" id="{0948E1E4-78F6-460D-8515-42C51F13922E}" vid="{DF4825C2-08B0-4C12-BBC4-F88610615670}"/>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NTT DATA Enterprise Segment">
    <a:dk1>
      <a:srgbClr val="000000"/>
    </a:dk1>
    <a:lt1>
      <a:srgbClr val="FFFFFF"/>
    </a:lt1>
    <a:dk2>
      <a:srgbClr val="323232"/>
    </a:dk2>
    <a:lt2>
      <a:srgbClr val="646464"/>
    </a:lt2>
    <a:accent1>
      <a:srgbClr val="24B9EA"/>
    </a:accent1>
    <a:accent2>
      <a:srgbClr val="FF4800"/>
    </a:accent2>
    <a:accent3>
      <a:srgbClr val="6300FF"/>
    </a:accent3>
    <a:accent4>
      <a:srgbClr val="7198CE"/>
    </a:accent4>
    <a:accent5>
      <a:srgbClr val="BC4328"/>
    </a:accent5>
    <a:accent6>
      <a:srgbClr val="8246AF"/>
    </a:accent6>
    <a:hlink>
      <a:srgbClr val="0563C1"/>
    </a:hlink>
    <a:folHlink>
      <a:srgbClr val="954F72"/>
    </a:folHlink>
  </a:clrScheme>
</a:themeOverride>
</file>

<file path=ppt/theme/themeOverride2.xml><?xml version="1.0" encoding="utf-8"?>
<a:themeOverride xmlns:a="http://schemas.openxmlformats.org/drawingml/2006/main">
  <a:clrScheme name="NTT DATA Enterprise Segment">
    <a:dk1>
      <a:srgbClr val="000000"/>
    </a:dk1>
    <a:lt1>
      <a:srgbClr val="FFFFFF"/>
    </a:lt1>
    <a:dk2>
      <a:srgbClr val="323232"/>
    </a:dk2>
    <a:lt2>
      <a:srgbClr val="646464"/>
    </a:lt2>
    <a:accent1>
      <a:srgbClr val="24B9EA"/>
    </a:accent1>
    <a:accent2>
      <a:srgbClr val="FF4800"/>
    </a:accent2>
    <a:accent3>
      <a:srgbClr val="6300FF"/>
    </a:accent3>
    <a:accent4>
      <a:srgbClr val="7198CE"/>
    </a:accent4>
    <a:accent5>
      <a:srgbClr val="BC4328"/>
    </a:accent5>
    <a:accent6>
      <a:srgbClr val="8246AF"/>
    </a:accent6>
    <a:hlink>
      <a:srgbClr val="0563C1"/>
    </a:hlink>
    <a:folHlink>
      <a:srgbClr val="954F72"/>
    </a:folHlink>
  </a:clrScheme>
</a:themeOverride>
</file>

<file path=ppt/theme/themeOverride3.xml><?xml version="1.0" encoding="utf-8"?>
<a:themeOverride xmlns:a="http://schemas.openxmlformats.org/drawingml/2006/main">
  <a:clrScheme name="NTT DATA Enterprise Segment">
    <a:dk1>
      <a:srgbClr val="000000"/>
    </a:dk1>
    <a:lt1>
      <a:srgbClr val="FFFFFF"/>
    </a:lt1>
    <a:dk2>
      <a:srgbClr val="323232"/>
    </a:dk2>
    <a:lt2>
      <a:srgbClr val="646464"/>
    </a:lt2>
    <a:accent1>
      <a:srgbClr val="24B9EA"/>
    </a:accent1>
    <a:accent2>
      <a:srgbClr val="FF4800"/>
    </a:accent2>
    <a:accent3>
      <a:srgbClr val="6300FF"/>
    </a:accent3>
    <a:accent4>
      <a:srgbClr val="7198CE"/>
    </a:accent4>
    <a:accent5>
      <a:srgbClr val="BC4328"/>
    </a:accent5>
    <a:accent6>
      <a:srgbClr val="8246AF"/>
    </a:accent6>
    <a:hlink>
      <a:srgbClr val="0563C1"/>
    </a:hlink>
    <a:folHlink>
      <a:srgbClr val="954F72"/>
    </a:folHlink>
  </a:clrScheme>
</a:themeOverride>
</file>

<file path=ppt/theme/themeOverride4.xml><?xml version="1.0" encoding="utf-8"?>
<a:themeOverride xmlns:a="http://schemas.openxmlformats.org/drawingml/2006/main">
  <a:clrScheme name="NTT DATA Enterprise Segment">
    <a:dk1>
      <a:srgbClr val="000000"/>
    </a:dk1>
    <a:lt1>
      <a:srgbClr val="FFFFFF"/>
    </a:lt1>
    <a:dk2>
      <a:srgbClr val="323232"/>
    </a:dk2>
    <a:lt2>
      <a:srgbClr val="646464"/>
    </a:lt2>
    <a:accent1>
      <a:srgbClr val="24B9EA"/>
    </a:accent1>
    <a:accent2>
      <a:srgbClr val="FF4800"/>
    </a:accent2>
    <a:accent3>
      <a:srgbClr val="6300FF"/>
    </a:accent3>
    <a:accent4>
      <a:srgbClr val="7198CE"/>
    </a:accent4>
    <a:accent5>
      <a:srgbClr val="BC4328"/>
    </a:accent5>
    <a:accent6>
      <a:srgbClr val="8246AF"/>
    </a:accent6>
    <a:hlink>
      <a:srgbClr val="0563C1"/>
    </a:hlink>
    <a:folHlink>
      <a:srgbClr val="954F72"/>
    </a:folHlink>
  </a:clrScheme>
</a:themeOverride>
</file>

<file path=ppt/theme/themeOverride5.xml><?xml version="1.0" encoding="utf-8"?>
<a:themeOverride xmlns:a="http://schemas.openxmlformats.org/drawingml/2006/main">
  <a:clrScheme name="NTT DATA Enterprise Segment">
    <a:dk1>
      <a:srgbClr val="000000"/>
    </a:dk1>
    <a:lt1>
      <a:srgbClr val="FFFFFF"/>
    </a:lt1>
    <a:dk2>
      <a:srgbClr val="323232"/>
    </a:dk2>
    <a:lt2>
      <a:srgbClr val="646464"/>
    </a:lt2>
    <a:accent1>
      <a:srgbClr val="24B9EA"/>
    </a:accent1>
    <a:accent2>
      <a:srgbClr val="FF4800"/>
    </a:accent2>
    <a:accent3>
      <a:srgbClr val="6300FF"/>
    </a:accent3>
    <a:accent4>
      <a:srgbClr val="7198CE"/>
    </a:accent4>
    <a:accent5>
      <a:srgbClr val="BC4328"/>
    </a:accent5>
    <a:accent6>
      <a:srgbClr val="8246AF"/>
    </a:accent6>
    <a:hlink>
      <a:srgbClr val="0563C1"/>
    </a:hlink>
    <a:folHlink>
      <a:srgbClr val="954F72"/>
    </a:folHlink>
  </a:clrScheme>
</a:themeOverride>
</file>

<file path=ppt/theme/themeOverride6.xml><?xml version="1.0" encoding="utf-8"?>
<a:themeOverride xmlns:a="http://schemas.openxmlformats.org/drawingml/2006/main">
  <a:clrScheme name="NTT DATA Enterprise Segment">
    <a:dk1>
      <a:srgbClr val="000000"/>
    </a:dk1>
    <a:lt1>
      <a:srgbClr val="FFFFFF"/>
    </a:lt1>
    <a:dk2>
      <a:srgbClr val="323232"/>
    </a:dk2>
    <a:lt2>
      <a:srgbClr val="646464"/>
    </a:lt2>
    <a:accent1>
      <a:srgbClr val="24B9EA"/>
    </a:accent1>
    <a:accent2>
      <a:srgbClr val="FF4800"/>
    </a:accent2>
    <a:accent3>
      <a:srgbClr val="6300FF"/>
    </a:accent3>
    <a:accent4>
      <a:srgbClr val="7198CE"/>
    </a:accent4>
    <a:accent5>
      <a:srgbClr val="BC4328"/>
    </a:accent5>
    <a:accent6>
      <a:srgbClr val="8246AF"/>
    </a:accent6>
    <a:hlink>
      <a:srgbClr val="0563C1"/>
    </a:hlink>
    <a:folHlink>
      <a:srgbClr val="954F72"/>
    </a:folHlink>
  </a:clrScheme>
</a:themeOverride>
</file>

<file path=ppt/theme/themeOverride7.xml><?xml version="1.0" encoding="utf-8"?>
<a:themeOverride xmlns:a="http://schemas.openxmlformats.org/drawingml/2006/main">
  <a:clrScheme name="NTT DATA Enterprise Segment">
    <a:dk1>
      <a:srgbClr val="000000"/>
    </a:dk1>
    <a:lt1>
      <a:srgbClr val="FFFFFF"/>
    </a:lt1>
    <a:dk2>
      <a:srgbClr val="323232"/>
    </a:dk2>
    <a:lt2>
      <a:srgbClr val="646464"/>
    </a:lt2>
    <a:accent1>
      <a:srgbClr val="24B9EA"/>
    </a:accent1>
    <a:accent2>
      <a:srgbClr val="FF4800"/>
    </a:accent2>
    <a:accent3>
      <a:srgbClr val="6300FF"/>
    </a:accent3>
    <a:accent4>
      <a:srgbClr val="7198CE"/>
    </a:accent4>
    <a:accent5>
      <a:srgbClr val="BC4328"/>
    </a:accent5>
    <a:accent6>
      <a:srgbClr val="8246AF"/>
    </a:accent6>
    <a:hlink>
      <a:srgbClr val="0563C1"/>
    </a:hlink>
    <a:folHlink>
      <a:srgbClr val="954F72"/>
    </a:folHlink>
  </a:clrScheme>
</a:themeOverride>
</file>

<file path=ppt/theme/themeOverride8.xml><?xml version="1.0" encoding="utf-8"?>
<a:themeOverride xmlns:a="http://schemas.openxmlformats.org/drawingml/2006/main">
  <a:clrScheme name="NTT DATA Enterprise Segment">
    <a:dk1>
      <a:srgbClr val="000000"/>
    </a:dk1>
    <a:lt1>
      <a:srgbClr val="FFFFFF"/>
    </a:lt1>
    <a:dk2>
      <a:srgbClr val="323232"/>
    </a:dk2>
    <a:lt2>
      <a:srgbClr val="646464"/>
    </a:lt2>
    <a:accent1>
      <a:srgbClr val="24B9EA"/>
    </a:accent1>
    <a:accent2>
      <a:srgbClr val="FF4800"/>
    </a:accent2>
    <a:accent3>
      <a:srgbClr val="6300FF"/>
    </a:accent3>
    <a:accent4>
      <a:srgbClr val="7198CE"/>
    </a:accent4>
    <a:accent5>
      <a:srgbClr val="BC4328"/>
    </a:accent5>
    <a:accent6>
      <a:srgbClr val="8246AF"/>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f9940f77-d365-459b-bf39-a7ce20e2f4c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9674434C8CD87942B621FE3F405220AB" ma:contentTypeVersion="18" ma:contentTypeDescription="新しいドキュメントを作成します。" ma:contentTypeScope="" ma:versionID="2579ad3b725bf88e1e7d97d794197cbd">
  <xsd:schema xmlns:xsd="http://www.w3.org/2001/XMLSchema" xmlns:xs="http://www.w3.org/2001/XMLSchema" xmlns:p="http://schemas.microsoft.com/office/2006/metadata/properties" xmlns:ns3="4be3366d-21a3-4603-8428-6e96dbf00bff" xmlns:ns4="f9940f77-d365-459b-bf39-a7ce20e2f4c1" targetNamespace="http://schemas.microsoft.com/office/2006/metadata/properties" ma:root="true" ma:fieldsID="36dfe823dcd705952f016c8dfdb38475" ns3:_="" ns4:_="">
    <xsd:import namespace="4be3366d-21a3-4603-8428-6e96dbf00bff"/>
    <xsd:import namespace="f9940f77-d365-459b-bf39-a7ce20e2f4c1"/>
    <xsd:element name="properties">
      <xsd:complexType>
        <xsd:sequence>
          <xsd:element name="documentManagement">
            <xsd:complexType>
              <xsd:all>
                <xsd:element ref="ns3:SharedWithUsers" minOccurs="0"/>
                <xsd:element ref="ns3:SharingHintHash" minOccurs="0"/>
                <xsd:element ref="ns3:SharedWithDetails" minOccurs="0"/>
                <xsd:element ref="ns4:MediaServiceMetadata" minOccurs="0"/>
                <xsd:element ref="ns4:MediaServiceFastMetadata" minOccurs="0"/>
                <xsd:element ref="ns4:MediaServiceDateTaken" minOccurs="0"/>
                <xsd:element ref="ns4:MediaServiceAutoTags" minOccurs="0"/>
                <xsd:element ref="ns4:MediaServiceLocation" minOccurs="0"/>
                <xsd:element ref="ns4:MediaServiceOCR" minOccurs="0"/>
                <xsd:element ref="ns4:MediaServiceEventHashCode" minOccurs="0"/>
                <xsd:element ref="ns4:MediaServiceGenerationTime" minOccurs="0"/>
                <xsd:element ref="ns4:MediaServiceAutoKeyPoints" minOccurs="0"/>
                <xsd:element ref="ns4:MediaServiceKeyPoints" minOccurs="0"/>
                <xsd:element ref="ns4:MediaLengthInSeconds" minOccurs="0"/>
                <xsd:element ref="ns4:MediaServiceSearchProperties" minOccurs="0"/>
                <xsd:element ref="ns4:_activity" minOccurs="0"/>
                <xsd:element ref="ns4:MediaServiceObjectDetectorVersion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e3366d-21a3-4603-8428-6e96dbf00bff" elementFormDefault="qualified">
    <xsd:import namespace="http://schemas.microsoft.com/office/2006/documentManagement/types"/>
    <xsd:import namespace="http://schemas.microsoft.com/office/infopath/2007/PartnerControls"/>
    <xsd:element name="SharedWithUsers" ma:index="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共有のヒントのハッシュ" ma:internalName="SharingHintHash" ma:readOnly="true">
      <xsd:simpleType>
        <xsd:restriction base="dms:Text"/>
      </xsd:simpleType>
    </xsd:element>
    <xsd:element name="SharedWithDetails" ma:index="10" nillable="true" ma:displayName="共有相手の詳細情報"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9940f77-d365-459b-bf39-a7ce20e2f4c1"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element name="MediaServiceLocation" ma:index="15" nillable="true" ma:displayName="MediaServiceLocation" ma:description="" ma:internalName="MediaServiceLocation"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228D00-D7C7-4FAC-8752-701F8006D7AD}">
  <ds:schemaRefs>
    <ds:schemaRef ds:uri="http://schemas.microsoft.com/sharepoint/v3/contenttype/forms"/>
  </ds:schemaRefs>
</ds:datastoreItem>
</file>

<file path=customXml/itemProps2.xml><?xml version="1.0" encoding="utf-8"?>
<ds:datastoreItem xmlns:ds="http://schemas.openxmlformats.org/officeDocument/2006/customXml" ds:itemID="{66E00ED8-80F4-4737-877F-41EE75874282}">
  <ds:schemaRefs>
    <ds:schemaRef ds:uri="4be3366d-21a3-4603-8428-6e96dbf00bff"/>
    <ds:schemaRef ds:uri="http://schemas.microsoft.com/office/2006/documentManagement/types"/>
    <ds:schemaRef ds:uri="http://www.w3.org/XML/1998/namespace"/>
    <ds:schemaRef ds:uri="http://purl.org/dc/dcmitype/"/>
    <ds:schemaRef ds:uri="http://purl.org/dc/elements/1.1/"/>
    <ds:schemaRef ds:uri="http://schemas.openxmlformats.org/package/2006/metadata/core-properties"/>
    <ds:schemaRef ds:uri="http://purl.org/dc/terms/"/>
    <ds:schemaRef ds:uri="http://schemas.microsoft.com/office/2006/metadata/properties"/>
    <ds:schemaRef ds:uri="http://schemas.microsoft.com/office/infopath/2007/PartnerControls"/>
    <ds:schemaRef ds:uri="f9940f77-d365-459b-bf39-a7ce20e2f4c1"/>
  </ds:schemaRefs>
</ds:datastoreItem>
</file>

<file path=customXml/itemProps3.xml><?xml version="1.0" encoding="utf-8"?>
<ds:datastoreItem xmlns:ds="http://schemas.openxmlformats.org/officeDocument/2006/customXml" ds:itemID="{BF1BC273-90C5-42CD-8A3B-5DA76EDB8E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e3366d-21a3-4603-8428-6e96dbf00bff"/>
    <ds:schemaRef ds:uri="f9940f77-d365-459b-bf39-a7ce20e2f4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18806</TotalTime>
  <Words>3781</Words>
  <Application>Microsoft Office PowerPoint</Application>
  <PresentationFormat>Widescreen</PresentationFormat>
  <Paragraphs>325</Paragraphs>
  <Slides>14</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14</vt:i4>
      </vt:variant>
    </vt:vector>
  </HeadingPairs>
  <TitlesOfParts>
    <vt:vector size="26" baseType="lpstr">
      <vt:lpstr>BIZ UDPゴシック</vt:lpstr>
      <vt:lpstr>HGPGothicE</vt:lpstr>
      <vt:lpstr>Meiryo UI</vt:lpstr>
      <vt:lpstr>游ゴシック</vt:lpstr>
      <vt:lpstr>游ゴシック Medium</vt:lpstr>
      <vt:lpstr>Arial</vt:lpstr>
      <vt:lpstr>Century Gothic</vt:lpstr>
      <vt:lpstr>Segoe UI</vt:lpstr>
      <vt:lpstr>Wingdings</vt:lpstr>
      <vt:lpstr>Wingdings 2</vt:lpstr>
      <vt:lpstr>Office テーマ</vt:lpstr>
      <vt:lpstr>コンテンツ_Light</vt:lpstr>
      <vt:lpstr>データドリブン経営トップ提言</vt:lpstr>
      <vt:lpstr>データドリブン経営トップ提言</vt:lpstr>
      <vt:lpstr>PowerPoint Presentation</vt:lpstr>
      <vt:lpstr>データミックス経営とは</vt:lpstr>
      <vt:lpstr>データミックス経営とは</vt:lpstr>
      <vt:lpstr>データ活用の先進事例</vt:lpstr>
      <vt:lpstr>データ活用先進事例：NTTデータ事例 – 不採算案件検知</vt:lpstr>
      <vt:lpstr>データ活用先進事例：医薬原材料メーカ – 顧客との共同研究基盤整備</vt:lpstr>
      <vt:lpstr>データ活用先進事例：韓国造船業 – 重工業版PDMの確立（1/2）</vt:lpstr>
      <vt:lpstr>データ活用先進事例：韓国造船業 – 重工業版PDMの確立（2/2）</vt:lpstr>
      <vt:lpstr>MHIの取り組み状況に関する弊社理解</vt:lpstr>
      <vt:lpstr>MHIの取り組み状況に関する弊社理解</vt:lpstr>
      <vt:lpstr>MHIの取組みの今後の方向性</vt:lpstr>
      <vt:lpstr>MHIの取組みの今後の方向性</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法人分野 役員合宿</dc:title>
  <dc:creator>EPD</dc:creator>
  <cp:lastModifiedBy>Junhyeok, Choi</cp:lastModifiedBy>
  <cp:revision>142</cp:revision>
  <dcterms:created xsi:type="dcterms:W3CDTF">2022-11-02T11:58:56Z</dcterms:created>
  <dcterms:modified xsi:type="dcterms:W3CDTF">2023-10-17T03:54:09Z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0x0101009674434C8CD87942B621FE3F405220AB</vt:lpwstr>
  </property>
  <property fmtid="{D5CDD505-2E9C-101B-9397-08002B2CF9AE}" pid="3" name="MediaServiceImageTags">
    <vt:lpwstr/>
  </property>
</Properties>
</file>