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4"/>
    <p:sldMasterId id="2147483725" r:id="rId5"/>
  </p:sldMasterIdLst>
  <p:notesMasterIdLst>
    <p:notesMasterId r:id="rId14"/>
  </p:notesMasterIdLst>
  <p:handoutMasterIdLst>
    <p:handoutMasterId r:id="rId15"/>
  </p:handoutMasterIdLst>
  <p:sldIdLst>
    <p:sldId id="2134805476" r:id="rId6"/>
    <p:sldId id="2134805477" r:id="rId7"/>
    <p:sldId id="2134805483" r:id="rId8"/>
    <p:sldId id="2134805478" r:id="rId9"/>
    <p:sldId id="2134805479" r:id="rId10"/>
    <p:sldId id="2134805480" r:id="rId11"/>
    <p:sldId id="2134805481" r:id="rId12"/>
    <p:sldId id="2134805482" r:id="rId13"/>
  </p:sldIdLst>
  <p:sldSz cx="9906000" cy="6858000" type="A4"/>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3" pos="3120" userDrawn="1">
          <p15:clr>
            <a:srgbClr val="A4A3A4"/>
          </p15:clr>
        </p15:guide>
        <p15:guide id="4" pos="126" userDrawn="1">
          <p15:clr>
            <a:srgbClr val="A4A3A4"/>
          </p15:clr>
        </p15:guide>
        <p15:guide id="5" pos="611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ira Shibata/柴田 明" initials="AS明" lastIdx="1" clrIdx="0">
    <p:extLst>
      <p:ext uri="{19B8F6BF-5375-455C-9EA6-DF929625EA0E}">
        <p15:presenceInfo xmlns:p15="http://schemas.microsoft.com/office/powerpoint/2012/main" userId="S::M156885@mhi.co.jp::84ae47ed-7fef-4512-a85f-2e82612f61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C2FF"/>
    <a:srgbClr val="1F2F3F"/>
    <a:srgbClr val="223F4B"/>
    <a:srgbClr val="FFFFFF"/>
    <a:srgbClr val="000000"/>
    <a:srgbClr val="82A0AA"/>
    <a:srgbClr val="567783"/>
    <a:srgbClr val="006487"/>
    <a:srgbClr val="DC6914"/>
    <a:srgbClr val="647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35FDE5-55E1-4B88-BC10-A101F8FC6412}" v="254" dt="2022-03-13T07:40:58.12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04" autoAdjust="0"/>
    <p:restoredTop sz="86355" autoAdjust="0"/>
  </p:normalViewPr>
  <p:slideViewPr>
    <p:cSldViewPr snapToGrid="0">
      <p:cViewPr varScale="1">
        <p:scale>
          <a:sx n="112" d="100"/>
          <a:sy n="112" d="100"/>
        </p:scale>
        <p:origin x="1560" y="192"/>
      </p:cViewPr>
      <p:guideLst>
        <p:guide orient="horz" pos="2160"/>
        <p:guide pos="3120"/>
        <p:guide pos="126"/>
        <p:guide pos="6114"/>
      </p:guideLst>
    </p:cSldViewPr>
  </p:slideViewPr>
  <p:notesTextViewPr>
    <p:cViewPr>
      <p:scale>
        <a:sx n="1" d="1"/>
        <a:sy n="1" d="1"/>
      </p:scale>
      <p:origin x="0" y="0"/>
    </p:cViewPr>
  </p:notesTextViewPr>
  <p:sorterViewPr>
    <p:cViewPr>
      <p:scale>
        <a:sx n="131" d="100"/>
        <a:sy n="131" d="100"/>
      </p:scale>
      <p:origin x="0" y="0"/>
    </p:cViewPr>
  </p:sorterViewPr>
  <p:notesViewPr>
    <p:cSldViewPr snapToGrid="0">
      <p:cViewPr varScale="1">
        <p:scale>
          <a:sx n="66" d="100"/>
          <a:sy n="66"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nhyeok, Choi" userId="5a4c35fc-3dee-4395-9819-a12f2df5d28e" providerId="ADAL" clId="{BE35FDE5-55E1-4B88-BC10-A101F8FC6412}"/>
    <pc:docChg chg="undo custSel modSld">
      <pc:chgData name="Junhyeok, Choi" userId="5a4c35fc-3dee-4395-9819-a12f2df5d28e" providerId="ADAL" clId="{BE35FDE5-55E1-4B88-BC10-A101F8FC6412}" dt="2022-03-13T07:41:02.945" v="1293" actId="1076"/>
      <pc:docMkLst>
        <pc:docMk/>
      </pc:docMkLst>
      <pc:sldChg chg="addSp delSp modSp mod">
        <pc:chgData name="Junhyeok, Choi" userId="5a4c35fc-3dee-4395-9819-a12f2df5d28e" providerId="ADAL" clId="{BE35FDE5-55E1-4B88-BC10-A101F8FC6412}" dt="2022-03-13T07:24:58.240" v="653" actId="571"/>
        <pc:sldMkLst>
          <pc:docMk/>
          <pc:sldMk cId="3666139166" sldId="2134805477"/>
        </pc:sldMkLst>
        <pc:spChg chg="add mod">
          <ac:chgData name="Junhyeok, Choi" userId="5a4c35fc-3dee-4395-9819-a12f2df5d28e" providerId="ADAL" clId="{BE35FDE5-55E1-4B88-BC10-A101F8FC6412}" dt="2022-03-13T07:24:56.130" v="652" actId="1076"/>
          <ac:spMkLst>
            <pc:docMk/>
            <pc:sldMk cId="3666139166" sldId="2134805477"/>
            <ac:spMk id="59" creationId="{54824EC6-7708-483C-A05E-684B8CF2C66E}"/>
          </ac:spMkLst>
        </pc:spChg>
        <pc:spChg chg="mod">
          <ac:chgData name="Junhyeok, Choi" userId="5a4c35fc-3dee-4395-9819-a12f2df5d28e" providerId="ADAL" clId="{BE35FDE5-55E1-4B88-BC10-A101F8FC6412}" dt="2022-03-13T07:24:23.729" v="636" actId="1076"/>
          <ac:spMkLst>
            <pc:docMk/>
            <pc:sldMk cId="3666139166" sldId="2134805477"/>
            <ac:spMk id="62" creationId="{9337CD03-1CA0-471F-AF6B-A8BED2F1A393}"/>
          </ac:spMkLst>
        </pc:spChg>
        <pc:spChg chg="mod">
          <ac:chgData name="Junhyeok, Choi" userId="5a4c35fc-3dee-4395-9819-a12f2df5d28e" providerId="ADAL" clId="{BE35FDE5-55E1-4B88-BC10-A101F8FC6412}" dt="2022-03-13T07:24:23.729" v="636" actId="1076"/>
          <ac:spMkLst>
            <pc:docMk/>
            <pc:sldMk cId="3666139166" sldId="2134805477"/>
            <ac:spMk id="63" creationId="{69D127AD-E6A2-4D2E-BAFC-B0D34DF441DC}"/>
          </ac:spMkLst>
        </pc:spChg>
        <pc:spChg chg="mod">
          <ac:chgData name="Junhyeok, Choi" userId="5a4c35fc-3dee-4395-9819-a12f2df5d28e" providerId="ADAL" clId="{BE35FDE5-55E1-4B88-BC10-A101F8FC6412}" dt="2022-03-13T07:24:23.729" v="636" actId="1076"/>
          <ac:spMkLst>
            <pc:docMk/>
            <pc:sldMk cId="3666139166" sldId="2134805477"/>
            <ac:spMk id="64" creationId="{D8515A98-FA75-4EAA-9C6E-F21B3C8EC6B5}"/>
          </ac:spMkLst>
        </pc:spChg>
        <pc:spChg chg="add mod">
          <ac:chgData name="Junhyeok, Choi" userId="5a4c35fc-3dee-4395-9819-a12f2df5d28e" providerId="ADAL" clId="{BE35FDE5-55E1-4B88-BC10-A101F8FC6412}" dt="2022-03-13T07:18:50.357" v="430" actId="553"/>
          <ac:spMkLst>
            <pc:docMk/>
            <pc:sldMk cId="3666139166" sldId="2134805477"/>
            <ac:spMk id="91" creationId="{49E6AA6F-62A1-4484-8091-8BBCC13B9633}"/>
          </ac:spMkLst>
        </pc:spChg>
        <pc:spChg chg="add mod">
          <ac:chgData name="Junhyeok, Choi" userId="5a4c35fc-3dee-4395-9819-a12f2df5d28e" providerId="ADAL" clId="{BE35FDE5-55E1-4B88-BC10-A101F8FC6412}" dt="2022-03-13T07:21:06.177" v="541" actId="1076"/>
          <ac:spMkLst>
            <pc:docMk/>
            <pc:sldMk cId="3666139166" sldId="2134805477"/>
            <ac:spMk id="94" creationId="{DA1917A3-82D8-4753-8236-E5F440445C82}"/>
          </ac:spMkLst>
        </pc:spChg>
        <pc:spChg chg="add mod">
          <ac:chgData name="Junhyeok, Choi" userId="5a4c35fc-3dee-4395-9819-a12f2df5d28e" providerId="ADAL" clId="{BE35FDE5-55E1-4B88-BC10-A101F8FC6412}" dt="2022-03-13T07:21:06.177" v="541" actId="1076"/>
          <ac:spMkLst>
            <pc:docMk/>
            <pc:sldMk cId="3666139166" sldId="2134805477"/>
            <ac:spMk id="95" creationId="{24C297A7-9998-45F8-AA7C-7075749DCDD8}"/>
          </ac:spMkLst>
        </pc:spChg>
        <pc:spChg chg="add mod">
          <ac:chgData name="Junhyeok, Choi" userId="5a4c35fc-3dee-4395-9819-a12f2df5d28e" providerId="ADAL" clId="{BE35FDE5-55E1-4B88-BC10-A101F8FC6412}" dt="2022-03-13T07:21:06.177" v="541" actId="1076"/>
          <ac:spMkLst>
            <pc:docMk/>
            <pc:sldMk cId="3666139166" sldId="2134805477"/>
            <ac:spMk id="96" creationId="{53B18CA9-6C8E-412D-A14C-75F7F9E45F18}"/>
          </ac:spMkLst>
        </pc:spChg>
        <pc:spChg chg="add mod">
          <ac:chgData name="Junhyeok, Choi" userId="5a4c35fc-3dee-4395-9819-a12f2df5d28e" providerId="ADAL" clId="{BE35FDE5-55E1-4B88-BC10-A101F8FC6412}" dt="2022-03-13T07:22:38.146" v="602" actId="14100"/>
          <ac:spMkLst>
            <pc:docMk/>
            <pc:sldMk cId="3666139166" sldId="2134805477"/>
            <ac:spMk id="97" creationId="{70F3A5A7-F6C4-4B4B-8AD9-DCB574FB43D8}"/>
          </ac:spMkLst>
        </pc:spChg>
        <pc:spChg chg="add mod">
          <ac:chgData name="Junhyeok, Choi" userId="5a4c35fc-3dee-4395-9819-a12f2df5d28e" providerId="ADAL" clId="{BE35FDE5-55E1-4B88-BC10-A101F8FC6412}" dt="2022-03-13T07:22:40.889" v="603" actId="14100"/>
          <ac:spMkLst>
            <pc:docMk/>
            <pc:sldMk cId="3666139166" sldId="2134805477"/>
            <ac:spMk id="98" creationId="{BD76F4E5-E0C9-454A-9B9E-1329A54F6A50}"/>
          </ac:spMkLst>
        </pc:spChg>
        <pc:spChg chg="add mod">
          <ac:chgData name="Junhyeok, Choi" userId="5a4c35fc-3dee-4395-9819-a12f2df5d28e" providerId="ADAL" clId="{BE35FDE5-55E1-4B88-BC10-A101F8FC6412}" dt="2022-03-13T07:20:37.242" v="529"/>
          <ac:spMkLst>
            <pc:docMk/>
            <pc:sldMk cId="3666139166" sldId="2134805477"/>
            <ac:spMk id="99" creationId="{4D392FA3-5AF8-4344-8CB2-5CD6EC7BCF40}"/>
          </ac:spMkLst>
        </pc:spChg>
        <pc:spChg chg="add mod">
          <ac:chgData name="Junhyeok, Choi" userId="5a4c35fc-3dee-4395-9819-a12f2df5d28e" providerId="ADAL" clId="{BE35FDE5-55E1-4B88-BC10-A101F8FC6412}" dt="2022-03-13T07:22:26.220" v="600" actId="6549"/>
          <ac:spMkLst>
            <pc:docMk/>
            <pc:sldMk cId="3666139166" sldId="2134805477"/>
            <ac:spMk id="109" creationId="{8A238175-81BA-4280-BD44-5E87FE656170}"/>
          </ac:spMkLst>
        </pc:spChg>
        <pc:spChg chg="add del mod">
          <ac:chgData name="Junhyeok, Choi" userId="5a4c35fc-3dee-4395-9819-a12f2df5d28e" providerId="ADAL" clId="{BE35FDE5-55E1-4B88-BC10-A101F8FC6412}" dt="2022-03-13T07:23:34.595" v="627" actId="478"/>
          <ac:spMkLst>
            <pc:docMk/>
            <pc:sldMk cId="3666139166" sldId="2134805477"/>
            <ac:spMk id="124" creationId="{8F145D1E-D2E9-4595-9520-4F0AF8746375}"/>
          </ac:spMkLst>
        </pc:spChg>
        <pc:spChg chg="add del mod">
          <ac:chgData name="Junhyeok, Choi" userId="5a4c35fc-3dee-4395-9819-a12f2df5d28e" providerId="ADAL" clId="{BE35FDE5-55E1-4B88-BC10-A101F8FC6412}" dt="2022-03-13T07:23:32.818" v="626" actId="478"/>
          <ac:spMkLst>
            <pc:docMk/>
            <pc:sldMk cId="3666139166" sldId="2134805477"/>
            <ac:spMk id="125" creationId="{1F538129-3387-4609-A42A-B8DA409B96A4}"/>
          </ac:spMkLst>
        </pc:spChg>
        <pc:spChg chg="add del mod">
          <ac:chgData name="Junhyeok, Choi" userId="5a4c35fc-3dee-4395-9819-a12f2df5d28e" providerId="ADAL" clId="{BE35FDE5-55E1-4B88-BC10-A101F8FC6412}" dt="2022-03-13T07:23:32.818" v="626" actId="478"/>
          <ac:spMkLst>
            <pc:docMk/>
            <pc:sldMk cId="3666139166" sldId="2134805477"/>
            <ac:spMk id="126" creationId="{F344D866-B21F-4A0E-B232-5C31EA7ACD3B}"/>
          </ac:spMkLst>
        </pc:spChg>
        <pc:spChg chg="add mod">
          <ac:chgData name="Junhyeok, Choi" userId="5a4c35fc-3dee-4395-9819-a12f2df5d28e" providerId="ADAL" clId="{BE35FDE5-55E1-4B88-BC10-A101F8FC6412}" dt="2022-03-13T07:24:31.266" v="637" actId="1076"/>
          <ac:spMkLst>
            <pc:docMk/>
            <pc:sldMk cId="3666139166" sldId="2134805477"/>
            <ac:spMk id="130" creationId="{493727B4-5C31-4452-AB43-420CBF1AD6BD}"/>
          </ac:spMkLst>
        </pc:spChg>
        <pc:spChg chg="add mod">
          <ac:chgData name="Junhyeok, Choi" userId="5a4c35fc-3dee-4395-9819-a12f2df5d28e" providerId="ADAL" clId="{BE35FDE5-55E1-4B88-BC10-A101F8FC6412}" dt="2022-03-13T07:24:31.266" v="637" actId="1076"/>
          <ac:spMkLst>
            <pc:docMk/>
            <pc:sldMk cId="3666139166" sldId="2134805477"/>
            <ac:spMk id="131" creationId="{F8E29B98-FC4A-4C42-A174-74E3B90D9F57}"/>
          </ac:spMkLst>
        </pc:spChg>
        <pc:spChg chg="add mod">
          <ac:chgData name="Junhyeok, Choi" userId="5a4c35fc-3dee-4395-9819-a12f2df5d28e" providerId="ADAL" clId="{BE35FDE5-55E1-4B88-BC10-A101F8FC6412}" dt="2022-03-13T07:24:31.266" v="637" actId="1076"/>
          <ac:spMkLst>
            <pc:docMk/>
            <pc:sldMk cId="3666139166" sldId="2134805477"/>
            <ac:spMk id="132" creationId="{ACBF4718-ABB4-4529-95F9-5DCA74BCBF95}"/>
          </ac:spMkLst>
        </pc:spChg>
        <pc:spChg chg="add mod">
          <ac:chgData name="Junhyeok, Choi" userId="5a4c35fc-3dee-4395-9819-a12f2df5d28e" providerId="ADAL" clId="{BE35FDE5-55E1-4B88-BC10-A101F8FC6412}" dt="2022-03-13T07:24:58.240" v="653" actId="571"/>
          <ac:spMkLst>
            <pc:docMk/>
            <pc:sldMk cId="3666139166" sldId="2134805477"/>
            <ac:spMk id="137" creationId="{579E0F4D-39F1-4839-93B6-7CAAD3FB1CE9}"/>
          </ac:spMkLst>
        </pc:spChg>
        <pc:spChg chg="mod">
          <ac:chgData name="Junhyeok, Choi" userId="5a4c35fc-3dee-4395-9819-a12f2df5d28e" providerId="ADAL" clId="{BE35FDE5-55E1-4B88-BC10-A101F8FC6412}" dt="2022-03-13T07:24:31.266" v="637" actId="1076"/>
          <ac:spMkLst>
            <pc:docMk/>
            <pc:sldMk cId="3666139166" sldId="2134805477"/>
            <ac:spMk id="152" creationId="{F4F3F0B3-FD45-4D15-9F09-096D49D50185}"/>
          </ac:spMkLst>
        </pc:spChg>
        <pc:spChg chg="del mod topLvl">
          <ac:chgData name="Junhyeok, Choi" userId="5a4c35fc-3dee-4395-9819-a12f2df5d28e" providerId="ADAL" clId="{BE35FDE5-55E1-4B88-BC10-A101F8FC6412}" dt="2022-03-13T07:23:11.908" v="619" actId="21"/>
          <ac:spMkLst>
            <pc:docMk/>
            <pc:sldMk cId="3666139166" sldId="2134805477"/>
            <ac:spMk id="243" creationId="{66F74B27-DDF8-4267-A9DB-128583062E50}"/>
          </ac:spMkLst>
        </pc:spChg>
        <pc:spChg chg="del mod topLvl">
          <ac:chgData name="Junhyeok, Choi" userId="5a4c35fc-3dee-4395-9819-a12f2df5d28e" providerId="ADAL" clId="{BE35FDE5-55E1-4B88-BC10-A101F8FC6412}" dt="2022-03-13T07:23:11.908" v="619" actId="21"/>
          <ac:spMkLst>
            <pc:docMk/>
            <pc:sldMk cId="3666139166" sldId="2134805477"/>
            <ac:spMk id="244" creationId="{28A47CE1-5B22-40B1-8F5D-28C865BEE053}"/>
          </ac:spMkLst>
        </pc:spChg>
        <pc:spChg chg="del mod topLvl">
          <ac:chgData name="Junhyeok, Choi" userId="5a4c35fc-3dee-4395-9819-a12f2df5d28e" providerId="ADAL" clId="{BE35FDE5-55E1-4B88-BC10-A101F8FC6412}" dt="2022-03-13T07:23:11.908" v="619" actId="21"/>
          <ac:spMkLst>
            <pc:docMk/>
            <pc:sldMk cId="3666139166" sldId="2134805477"/>
            <ac:spMk id="245" creationId="{58C7CA39-D91D-403C-9339-A953D21F2E95}"/>
          </ac:spMkLst>
        </pc:spChg>
        <pc:spChg chg="mod">
          <ac:chgData name="Junhyeok, Choi" userId="5a4c35fc-3dee-4395-9819-a12f2df5d28e" providerId="ADAL" clId="{BE35FDE5-55E1-4B88-BC10-A101F8FC6412}" dt="2022-03-13T07:24:23.729" v="636" actId="1076"/>
          <ac:spMkLst>
            <pc:docMk/>
            <pc:sldMk cId="3666139166" sldId="2134805477"/>
            <ac:spMk id="246" creationId="{94DF3556-6D1E-44F8-B06B-5FF0E74BEABA}"/>
          </ac:spMkLst>
        </pc:spChg>
        <pc:spChg chg="mod">
          <ac:chgData name="Junhyeok, Choi" userId="5a4c35fc-3dee-4395-9819-a12f2df5d28e" providerId="ADAL" clId="{BE35FDE5-55E1-4B88-BC10-A101F8FC6412}" dt="2022-03-13T07:24:23.729" v="636" actId="1076"/>
          <ac:spMkLst>
            <pc:docMk/>
            <pc:sldMk cId="3666139166" sldId="2134805477"/>
            <ac:spMk id="247" creationId="{C0AC31AD-EB02-4642-9E5D-FAC537766AFE}"/>
          </ac:spMkLst>
        </pc:spChg>
        <pc:spChg chg="mod">
          <ac:chgData name="Junhyeok, Choi" userId="5a4c35fc-3dee-4395-9819-a12f2df5d28e" providerId="ADAL" clId="{BE35FDE5-55E1-4B88-BC10-A101F8FC6412}" dt="2022-03-13T07:24:23.729" v="636" actId="1076"/>
          <ac:spMkLst>
            <pc:docMk/>
            <pc:sldMk cId="3666139166" sldId="2134805477"/>
            <ac:spMk id="248" creationId="{52966880-2E14-4387-B835-803CA95E9BF8}"/>
          </ac:spMkLst>
        </pc:spChg>
        <pc:spChg chg="mod">
          <ac:chgData name="Junhyeok, Choi" userId="5a4c35fc-3dee-4395-9819-a12f2df5d28e" providerId="ADAL" clId="{BE35FDE5-55E1-4B88-BC10-A101F8FC6412}" dt="2022-03-13T07:24:23.729" v="636" actId="1076"/>
          <ac:spMkLst>
            <pc:docMk/>
            <pc:sldMk cId="3666139166" sldId="2134805477"/>
            <ac:spMk id="249" creationId="{AFE4F26D-E734-43A4-B81B-0808099399D8}"/>
          </ac:spMkLst>
        </pc:spChg>
        <pc:spChg chg="mod">
          <ac:chgData name="Junhyeok, Choi" userId="5a4c35fc-3dee-4395-9819-a12f2df5d28e" providerId="ADAL" clId="{BE35FDE5-55E1-4B88-BC10-A101F8FC6412}" dt="2022-03-13T07:24:23.729" v="636" actId="1076"/>
          <ac:spMkLst>
            <pc:docMk/>
            <pc:sldMk cId="3666139166" sldId="2134805477"/>
            <ac:spMk id="250" creationId="{411604AE-680F-40DD-93A6-3D4A48083F32}"/>
          </ac:spMkLst>
        </pc:spChg>
        <pc:spChg chg="del">
          <ac:chgData name="Junhyeok, Choi" userId="5a4c35fc-3dee-4395-9819-a12f2df5d28e" providerId="ADAL" clId="{BE35FDE5-55E1-4B88-BC10-A101F8FC6412}" dt="2022-03-13T07:10:14.910" v="0" actId="478"/>
          <ac:spMkLst>
            <pc:docMk/>
            <pc:sldMk cId="3666139166" sldId="2134805477"/>
            <ac:spMk id="251" creationId="{7612AF37-919F-4DAD-981B-9CC4197ADB94}"/>
          </ac:spMkLst>
        </pc:spChg>
        <pc:spChg chg="mod">
          <ac:chgData name="Junhyeok, Choi" userId="5a4c35fc-3dee-4395-9819-a12f2df5d28e" providerId="ADAL" clId="{BE35FDE5-55E1-4B88-BC10-A101F8FC6412}" dt="2022-03-13T07:24:23.729" v="636" actId="1076"/>
          <ac:spMkLst>
            <pc:docMk/>
            <pc:sldMk cId="3666139166" sldId="2134805477"/>
            <ac:spMk id="256" creationId="{48E139A3-0CF6-43E5-9ED3-D4AA4BB19F63}"/>
          </ac:spMkLst>
        </pc:spChg>
        <pc:grpChg chg="del">
          <ac:chgData name="Junhyeok, Choi" userId="5a4c35fc-3dee-4395-9819-a12f2df5d28e" providerId="ADAL" clId="{BE35FDE5-55E1-4B88-BC10-A101F8FC6412}" dt="2022-03-13T07:10:21.549" v="2" actId="478"/>
          <ac:grpSpMkLst>
            <pc:docMk/>
            <pc:sldMk cId="3666139166" sldId="2134805477"/>
            <ac:grpSpMk id="237" creationId="{A9222EBA-5FB3-47A7-B85B-F7EDF44EBE02}"/>
          </ac:grpSpMkLst>
        </pc:grpChg>
        <pc:grpChg chg="del">
          <ac:chgData name="Junhyeok, Choi" userId="5a4c35fc-3dee-4395-9819-a12f2df5d28e" providerId="ADAL" clId="{BE35FDE5-55E1-4B88-BC10-A101F8FC6412}" dt="2022-03-13T07:10:21.549" v="2" actId="478"/>
          <ac:grpSpMkLst>
            <pc:docMk/>
            <pc:sldMk cId="3666139166" sldId="2134805477"/>
            <ac:grpSpMk id="238" creationId="{291D11BE-E94F-454B-B407-D183E2946748}"/>
          </ac:grpSpMkLst>
        </pc:grpChg>
        <pc:grpChg chg="del">
          <ac:chgData name="Junhyeok, Choi" userId="5a4c35fc-3dee-4395-9819-a12f2df5d28e" providerId="ADAL" clId="{BE35FDE5-55E1-4B88-BC10-A101F8FC6412}" dt="2022-03-13T07:10:30.299" v="4" actId="165"/>
          <ac:grpSpMkLst>
            <pc:docMk/>
            <pc:sldMk cId="3666139166" sldId="2134805477"/>
            <ac:grpSpMk id="242" creationId="{CC3D271E-D28E-4384-8830-56CCB5EE167F}"/>
          </ac:grpSpMkLst>
        </pc:grpChg>
        <pc:cxnChg chg="add del mod">
          <ac:chgData name="Junhyeok, Choi" userId="5a4c35fc-3dee-4395-9819-a12f2df5d28e" providerId="ADAL" clId="{BE35FDE5-55E1-4B88-BC10-A101F8FC6412}" dt="2022-03-13T07:23:11.908" v="619" actId="21"/>
          <ac:cxnSpMkLst>
            <pc:docMk/>
            <pc:sldMk cId="3666139166" sldId="2134805477"/>
            <ac:cxnSpMk id="4" creationId="{AFBE827E-859F-4425-8D7A-53828156D1E3}"/>
          </ac:cxnSpMkLst>
        </pc:cxnChg>
        <pc:cxnChg chg="add del mod">
          <ac:chgData name="Junhyeok, Choi" userId="5a4c35fc-3dee-4395-9819-a12f2df5d28e" providerId="ADAL" clId="{BE35FDE5-55E1-4B88-BC10-A101F8FC6412}" dt="2022-03-13T07:23:11.908" v="619" actId="21"/>
          <ac:cxnSpMkLst>
            <pc:docMk/>
            <pc:sldMk cId="3666139166" sldId="2134805477"/>
            <ac:cxnSpMk id="6" creationId="{0FC67543-8A1E-457C-98A3-C3D11870D9B7}"/>
          </ac:cxnSpMkLst>
        </pc:cxnChg>
        <pc:cxnChg chg="add del mod">
          <ac:chgData name="Junhyeok, Choi" userId="5a4c35fc-3dee-4395-9819-a12f2df5d28e" providerId="ADAL" clId="{BE35FDE5-55E1-4B88-BC10-A101F8FC6412}" dt="2022-03-13T07:12:20.959" v="37" actId="478"/>
          <ac:cxnSpMkLst>
            <pc:docMk/>
            <pc:sldMk cId="3666139166" sldId="2134805477"/>
            <ac:cxnSpMk id="8" creationId="{59C46DEB-227E-481A-A6BD-C0D26BF5BEB6}"/>
          </ac:cxnSpMkLst>
        </pc:cxnChg>
        <pc:cxnChg chg="add mod">
          <ac:chgData name="Junhyeok, Choi" userId="5a4c35fc-3dee-4395-9819-a12f2df5d28e" providerId="ADAL" clId="{BE35FDE5-55E1-4B88-BC10-A101F8FC6412}" dt="2022-03-13T07:21:33.006" v="546" actId="693"/>
          <ac:cxnSpMkLst>
            <pc:docMk/>
            <pc:sldMk cId="3666139166" sldId="2134805477"/>
            <ac:cxnSpMk id="32" creationId="{D62AB1E3-906A-4179-AD7A-9222C570F47F}"/>
          </ac:cxnSpMkLst>
        </pc:cxnChg>
        <pc:cxnChg chg="add">
          <ac:chgData name="Junhyeok, Choi" userId="5a4c35fc-3dee-4395-9819-a12f2df5d28e" providerId="ADAL" clId="{BE35FDE5-55E1-4B88-BC10-A101F8FC6412}" dt="2022-03-13T07:21:41.386" v="547" actId="11529"/>
          <ac:cxnSpMkLst>
            <pc:docMk/>
            <pc:sldMk cId="3666139166" sldId="2134805477"/>
            <ac:cxnSpMk id="36" creationId="{1C767C78-269B-4DB9-BFCF-2633011BED80}"/>
          </ac:cxnSpMkLst>
        </pc:cxnChg>
        <pc:cxnChg chg="add">
          <ac:chgData name="Junhyeok, Choi" userId="5a4c35fc-3dee-4395-9819-a12f2df5d28e" providerId="ADAL" clId="{BE35FDE5-55E1-4B88-BC10-A101F8FC6412}" dt="2022-03-13T07:21:45.562" v="548" actId="11529"/>
          <ac:cxnSpMkLst>
            <pc:docMk/>
            <pc:sldMk cId="3666139166" sldId="2134805477"/>
            <ac:cxnSpMk id="38" creationId="{2F4A65B0-0A76-4DE7-B979-A9243D00E2C1}"/>
          </ac:cxnSpMkLst>
        </pc:cxnChg>
        <pc:cxnChg chg="add">
          <ac:chgData name="Junhyeok, Choi" userId="5a4c35fc-3dee-4395-9819-a12f2df5d28e" providerId="ADAL" clId="{BE35FDE5-55E1-4B88-BC10-A101F8FC6412}" dt="2022-03-13T07:22:45.611" v="604" actId="11529"/>
          <ac:cxnSpMkLst>
            <pc:docMk/>
            <pc:sldMk cId="3666139166" sldId="2134805477"/>
            <ac:cxnSpMk id="40" creationId="{DC2782DF-0216-4FCA-98CF-FBBA735FB7D5}"/>
          </ac:cxnSpMkLst>
        </pc:cxnChg>
        <pc:cxnChg chg="add del mod">
          <ac:chgData name="Junhyeok, Choi" userId="5a4c35fc-3dee-4395-9819-a12f2df5d28e" providerId="ADAL" clId="{BE35FDE5-55E1-4B88-BC10-A101F8FC6412}" dt="2022-03-13T07:23:01.426" v="614" actId="478"/>
          <ac:cxnSpMkLst>
            <pc:docMk/>
            <pc:sldMk cId="3666139166" sldId="2134805477"/>
            <ac:cxnSpMk id="75" creationId="{BF7312EF-068A-41BF-90EB-BD4209FFD66D}"/>
          </ac:cxnSpMkLst>
        </pc:cxnChg>
        <pc:cxnChg chg="add mod">
          <ac:chgData name="Junhyeok, Choi" userId="5a4c35fc-3dee-4395-9819-a12f2df5d28e" providerId="ADAL" clId="{BE35FDE5-55E1-4B88-BC10-A101F8FC6412}" dt="2022-03-13T07:21:33.006" v="546" actId="693"/>
          <ac:cxnSpMkLst>
            <pc:docMk/>
            <pc:sldMk cId="3666139166" sldId="2134805477"/>
            <ac:cxnSpMk id="102" creationId="{053282BB-E76B-40AE-884F-AF1953B9458E}"/>
          </ac:cxnSpMkLst>
        </pc:cxnChg>
        <pc:cxnChg chg="add mod">
          <ac:chgData name="Junhyeok, Choi" userId="5a4c35fc-3dee-4395-9819-a12f2df5d28e" providerId="ADAL" clId="{BE35FDE5-55E1-4B88-BC10-A101F8FC6412}" dt="2022-03-13T07:22:49.617" v="607" actId="14100"/>
          <ac:cxnSpMkLst>
            <pc:docMk/>
            <pc:sldMk cId="3666139166" sldId="2134805477"/>
            <ac:cxnSpMk id="112" creationId="{B0693BA3-2D58-4C62-8AED-C3C340052E9C}"/>
          </ac:cxnSpMkLst>
        </pc:cxnChg>
        <pc:cxnChg chg="add del mod">
          <ac:chgData name="Junhyeok, Choi" userId="5a4c35fc-3dee-4395-9819-a12f2df5d28e" providerId="ADAL" clId="{BE35FDE5-55E1-4B88-BC10-A101F8FC6412}" dt="2022-03-13T07:22:52.379" v="609"/>
          <ac:cxnSpMkLst>
            <pc:docMk/>
            <pc:sldMk cId="3666139166" sldId="2134805477"/>
            <ac:cxnSpMk id="115" creationId="{037A3494-9ACD-4AB9-80DA-905998274069}"/>
          </ac:cxnSpMkLst>
        </pc:cxnChg>
        <pc:cxnChg chg="add mod">
          <ac:chgData name="Junhyeok, Choi" userId="5a4c35fc-3dee-4395-9819-a12f2df5d28e" providerId="ADAL" clId="{BE35FDE5-55E1-4B88-BC10-A101F8FC6412}" dt="2022-03-13T07:22:59.665" v="613" actId="14100"/>
          <ac:cxnSpMkLst>
            <pc:docMk/>
            <pc:sldMk cId="3666139166" sldId="2134805477"/>
            <ac:cxnSpMk id="116" creationId="{64D47EAC-DEEC-4B50-8FAC-946175841FB2}"/>
          </ac:cxnSpMkLst>
        </pc:cxnChg>
        <pc:cxnChg chg="add del mod">
          <ac:chgData name="Junhyeok, Choi" userId="5a4c35fc-3dee-4395-9819-a12f2df5d28e" providerId="ADAL" clId="{BE35FDE5-55E1-4B88-BC10-A101F8FC6412}" dt="2022-03-13T07:23:11.908" v="619" actId="21"/>
          <ac:cxnSpMkLst>
            <pc:docMk/>
            <pc:sldMk cId="3666139166" sldId="2134805477"/>
            <ac:cxnSpMk id="120" creationId="{1E8D5635-A3DD-4D7D-815C-D60C282CC896}"/>
          </ac:cxnSpMkLst>
        </pc:cxnChg>
        <pc:cxnChg chg="add del mod">
          <ac:chgData name="Junhyeok, Choi" userId="5a4c35fc-3dee-4395-9819-a12f2df5d28e" providerId="ADAL" clId="{BE35FDE5-55E1-4B88-BC10-A101F8FC6412}" dt="2022-03-13T07:23:32.818" v="626" actId="478"/>
          <ac:cxnSpMkLst>
            <pc:docMk/>
            <pc:sldMk cId="3666139166" sldId="2134805477"/>
            <ac:cxnSpMk id="127" creationId="{5AC9AB74-5A5F-4DEF-9A58-807E395FCD5F}"/>
          </ac:cxnSpMkLst>
        </pc:cxnChg>
        <pc:cxnChg chg="add del mod">
          <ac:chgData name="Junhyeok, Choi" userId="5a4c35fc-3dee-4395-9819-a12f2df5d28e" providerId="ADAL" clId="{BE35FDE5-55E1-4B88-BC10-A101F8FC6412}" dt="2022-03-13T07:23:32.818" v="626" actId="478"/>
          <ac:cxnSpMkLst>
            <pc:docMk/>
            <pc:sldMk cId="3666139166" sldId="2134805477"/>
            <ac:cxnSpMk id="128" creationId="{AEC30EF4-B218-4E94-9C05-888DD3D79F30}"/>
          </ac:cxnSpMkLst>
        </pc:cxnChg>
        <pc:cxnChg chg="add del mod">
          <ac:chgData name="Junhyeok, Choi" userId="5a4c35fc-3dee-4395-9819-a12f2df5d28e" providerId="ADAL" clId="{BE35FDE5-55E1-4B88-BC10-A101F8FC6412}" dt="2022-03-13T07:23:32.818" v="626" actId="478"/>
          <ac:cxnSpMkLst>
            <pc:docMk/>
            <pc:sldMk cId="3666139166" sldId="2134805477"/>
            <ac:cxnSpMk id="129" creationId="{FDC6ED8D-28AD-4856-B9E9-18D4E5F255B3}"/>
          </ac:cxnSpMkLst>
        </pc:cxnChg>
        <pc:cxnChg chg="add mod">
          <ac:chgData name="Junhyeok, Choi" userId="5a4c35fc-3dee-4395-9819-a12f2df5d28e" providerId="ADAL" clId="{BE35FDE5-55E1-4B88-BC10-A101F8FC6412}" dt="2022-03-13T07:24:31.266" v="637" actId="1076"/>
          <ac:cxnSpMkLst>
            <pc:docMk/>
            <pc:sldMk cId="3666139166" sldId="2134805477"/>
            <ac:cxnSpMk id="133" creationId="{EA3B58C0-5FCD-4D45-96AA-10C31AB65D28}"/>
          </ac:cxnSpMkLst>
        </pc:cxnChg>
        <pc:cxnChg chg="add mod">
          <ac:chgData name="Junhyeok, Choi" userId="5a4c35fc-3dee-4395-9819-a12f2df5d28e" providerId="ADAL" clId="{BE35FDE5-55E1-4B88-BC10-A101F8FC6412}" dt="2022-03-13T07:24:31.266" v="637" actId="1076"/>
          <ac:cxnSpMkLst>
            <pc:docMk/>
            <pc:sldMk cId="3666139166" sldId="2134805477"/>
            <ac:cxnSpMk id="134" creationId="{37E93779-F16C-46A3-8FF2-8B4C2A5F812B}"/>
          </ac:cxnSpMkLst>
        </pc:cxnChg>
        <pc:cxnChg chg="add mod">
          <ac:chgData name="Junhyeok, Choi" userId="5a4c35fc-3dee-4395-9819-a12f2df5d28e" providerId="ADAL" clId="{BE35FDE5-55E1-4B88-BC10-A101F8FC6412}" dt="2022-03-13T07:24:31.266" v="637" actId="1076"/>
          <ac:cxnSpMkLst>
            <pc:docMk/>
            <pc:sldMk cId="3666139166" sldId="2134805477"/>
            <ac:cxnSpMk id="135" creationId="{2C154CF6-B8C3-4EE3-A632-DED349CE9F96}"/>
          </ac:cxnSpMkLst>
        </pc:cxnChg>
        <pc:cxnChg chg="mod">
          <ac:chgData name="Junhyeok, Choi" userId="5a4c35fc-3dee-4395-9819-a12f2df5d28e" providerId="ADAL" clId="{BE35FDE5-55E1-4B88-BC10-A101F8FC6412}" dt="2022-03-13T07:12:37.573" v="44" actId="14100"/>
          <ac:cxnSpMkLst>
            <pc:docMk/>
            <pc:sldMk cId="3666139166" sldId="2134805477"/>
            <ac:cxnSpMk id="168" creationId="{389FD967-AAD8-4B96-B6EC-74C023590250}"/>
          </ac:cxnSpMkLst>
        </pc:cxnChg>
        <pc:cxnChg chg="del">
          <ac:chgData name="Junhyeok, Choi" userId="5a4c35fc-3dee-4395-9819-a12f2df5d28e" providerId="ADAL" clId="{BE35FDE5-55E1-4B88-BC10-A101F8FC6412}" dt="2022-03-13T07:10:14.910" v="0" actId="478"/>
          <ac:cxnSpMkLst>
            <pc:docMk/>
            <pc:sldMk cId="3666139166" sldId="2134805477"/>
            <ac:cxnSpMk id="253" creationId="{F7C86FEA-2D17-4D2C-A00A-0FA6A80BA625}"/>
          </ac:cxnSpMkLst>
        </pc:cxnChg>
        <pc:cxnChg chg="del">
          <ac:chgData name="Junhyeok, Choi" userId="5a4c35fc-3dee-4395-9819-a12f2df5d28e" providerId="ADAL" clId="{BE35FDE5-55E1-4B88-BC10-A101F8FC6412}" dt="2022-03-13T07:10:17.878" v="1" actId="478"/>
          <ac:cxnSpMkLst>
            <pc:docMk/>
            <pc:sldMk cId="3666139166" sldId="2134805477"/>
            <ac:cxnSpMk id="255" creationId="{BB592600-0FFB-479C-ABD7-079D20284D42}"/>
          </ac:cxnSpMkLst>
        </pc:cxnChg>
        <pc:cxnChg chg="del">
          <ac:chgData name="Junhyeok, Choi" userId="5a4c35fc-3dee-4395-9819-a12f2df5d28e" providerId="ADAL" clId="{BE35FDE5-55E1-4B88-BC10-A101F8FC6412}" dt="2022-03-13T07:10:14.910" v="0" actId="478"/>
          <ac:cxnSpMkLst>
            <pc:docMk/>
            <pc:sldMk cId="3666139166" sldId="2134805477"/>
            <ac:cxnSpMk id="265" creationId="{AC90456E-0822-4E32-9DCF-96C97BA33A0B}"/>
          </ac:cxnSpMkLst>
        </pc:cxnChg>
        <pc:cxnChg chg="del">
          <ac:chgData name="Junhyeok, Choi" userId="5a4c35fc-3dee-4395-9819-a12f2df5d28e" providerId="ADAL" clId="{BE35FDE5-55E1-4B88-BC10-A101F8FC6412}" dt="2022-03-13T07:10:17.878" v="1" actId="478"/>
          <ac:cxnSpMkLst>
            <pc:docMk/>
            <pc:sldMk cId="3666139166" sldId="2134805477"/>
            <ac:cxnSpMk id="268" creationId="{5D635548-E731-4482-9EE9-BAA28332C65A}"/>
          </ac:cxnSpMkLst>
        </pc:cxnChg>
      </pc:sldChg>
      <pc:sldChg chg="addSp delSp modSp mod">
        <pc:chgData name="Junhyeok, Choi" userId="5a4c35fc-3dee-4395-9819-a12f2df5d28e" providerId="ADAL" clId="{BE35FDE5-55E1-4B88-BC10-A101F8FC6412}" dt="2022-03-13T07:41:02.945" v="1293" actId="1076"/>
        <pc:sldMkLst>
          <pc:docMk/>
          <pc:sldMk cId="3710738084" sldId="2134805483"/>
        </pc:sldMkLst>
        <pc:spChg chg="add mod">
          <ac:chgData name="Junhyeok, Choi" userId="5a4c35fc-3dee-4395-9819-a12f2df5d28e" providerId="ADAL" clId="{BE35FDE5-55E1-4B88-BC10-A101F8FC6412}" dt="2022-03-13T07:35:04.220" v="689" actId="571"/>
          <ac:spMkLst>
            <pc:docMk/>
            <pc:sldMk cId="3710738084" sldId="2134805483"/>
            <ac:spMk id="12" creationId="{643EA3C3-8EF3-4BCF-A015-A295E76A1B6E}"/>
          </ac:spMkLst>
        </pc:spChg>
        <pc:spChg chg="mod">
          <ac:chgData name="Junhyeok, Choi" userId="5a4c35fc-3dee-4395-9819-a12f2df5d28e" providerId="ADAL" clId="{BE35FDE5-55E1-4B88-BC10-A101F8FC6412}" dt="2022-03-13T07:33:34.861" v="659" actId="1076"/>
          <ac:spMkLst>
            <pc:docMk/>
            <pc:sldMk cId="3710738084" sldId="2134805483"/>
            <ac:spMk id="13" creationId="{D85A6C37-1D96-4F06-B15D-D35594043FC9}"/>
          </ac:spMkLst>
        </pc:spChg>
        <pc:spChg chg="add mod">
          <ac:chgData name="Junhyeok, Choi" userId="5a4c35fc-3dee-4395-9819-a12f2df5d28e" providerId="ADAL" clId="{BE35FDE5-55E1-4B88-BC10-A101F8FC6412}" dt="2022-03-13T07:35:21.486" v="694" actId="14100"/>
          <ac:spMkLst>
            <pc:docMk/>
            <pc:sldMk cId="3710738084" sldId="2134805483"/>
            <ac:spMk id="14" creationId="{9D656E4B-CEB9-43E8-BE20-B52437C2E267}"/>
          </ac:spMkLst>
        </pc:spChg>
        <pc:spChg chg="mod ord">
          <ac:chgData name="Junhyeok, Choi" userId="5a4c35fc-3dee-4395-9819-a12f2df5d28e" providerId="ADAL" clId="{BE35FDE5-55E1-4B88-BC10-A101F8FC6412}" dt="2022-03-13T07:35:13.390" v="692" actId="14100"/>
          <ac:spMkLst>
            <pc:docMk/>
            <pc:sldMk cId="3710738084" sldId="2134805483"/>
            <ac:spMk id="15" creationId="{1166E911-F133-4FDE-B4A9-4D8783ADCA74}"/>
          </ac:spMkLst>
        </pc:spChg>
        <pc:spChg chg="mod ord">
          <ac:chgData name="Junhyeok, Choi" userId="5a4c35fc-3dee-4395-9819-a12f2df5d28e" providerId="ADAL" clId="{BE35FDE5-55E1-4B88-BC10-A101F8FC6412}" dt="2022-03-13T07:40:13.088" v="1291" actId="1076"/>
          <ac:spMkLst>
            <pc:docMk/>
            <pc:sldMk cId="3710738084" sldId="2134805483"/>
            <ac:spMk id="16" creationId="{21A6D012-BFCF-4B87-A810-2CC366E348D8}"/>
          </ac:spMkLst>
        </pc:spChg>
        <pc:spChg chg="add mod">
          <ac:chgData name="Junhyeok, Choi" userId="5a4c35fc-3dee-4395-9819-a12f2df5d28e" providerId="ADAL" clId="{BE35FDE5-55E1-4B88-BC10-A101F8FC6412}" dt="2022-03-13T07:39:55.536" v="1287" actId="14100"/>
          <ac:spMkLst>
            <pc:docMk/>
            <pc:sldMk cId="3710738084" sldId="2134805483"/>
            <ac:spMk id="17" creationId="{7DC68076-222D-48CB-B2D6-8C212646713A}"/>
          </ac:spMkLst>
        </pc:spChg>
        <pc:graphicFrameChg chg="del">
          <ac:chgData name="Junhyeok, Choi" userId="5a4c35fc-3dee-4395-9819-a12f2df5d28e" providerId="ADAL" clId="{BE35FDE5-55E1-4B88-BC10-A101F8FC6412}" dt="2022-03-13T07:32:17.936" v="654" actId="478"/>
          <ac:graphicFrameMkLst>
            <pc:docMk/>
            <pc:sldMk cId="3710738084" sldId="2134805483"/>
            <ac:graphicFrameMk id="6" creationId="{83783AB0-B770-4180-B4CE-269F07836B0A}"/>
          </ac:graphicFrameMkLst>
        </pc:graphicFrameChg>
        <pc:graphicFrameChg chg="add mod">
          <ac:chgData name="Junhyeok, Choi" userId="5a4c35fc-3dee-4395-9819-a12f2df5d28e" providerId="ADAL" clId="{BE35FDE5-55E1-4B88-BC10-A101F8FC6412}" dt="2022-03-13T07:41:02.945" v="1293" actId="1076"/>
          <ac:graphicFrameMkLst>
            <pc:docMk/>
            <pc:sldMk cId="3710738084" sldId="2134805483"/>
            <ac:graphicFrameMk id="20" creationId="{6804BC48-4082-4768-9671-0025FC968FC4}"/>
          </ac:graphicFrameMkLst>
        </pc:graphicFrameChg>
        <pc:picChg chg="add mod modCrop">
          <ac:chgData name="Junhyeok, Choi" userId="5a4c35fc-3dee-4395-9819-a12f2df5d28e" providerId="ADAL" clId="{BE35FDE5-55E1-4B88-BC10-A101F8FC6412}" dt="2022-03-13T07:35:08.432" v="691" actId="14100"/>
          <ac:picMkLst>
            <pc:docMk/>
            <pc:sldMk cId="3710738084" sldId="2134805483"/>
            <ac:picMk id="2" creationId="{88659486-1372-4BA7-A654-F906142BEFC8}"/>
          </ac:picMkLst>
        </pc:picChg>
        <pc:picChg chg="add del">
          <ac:chgData name="Junhyeok, Choi" userId="5a4c35fc-3dee-4395-9819-a12f2df5d28e" providerId="ADAL" clId="{BE35FDE5-55E1-4B88-BC10-A101F8FC6412}" dt="2022-03-13T07:34:30.455" v="678" actId="478"/>
          <ac:picMkLst>
            <pc:docMk/>
            <pc:sldMk cId="3710738084" sldId="2134805483"/>
            <ac:picMk id="4" creationId="{193B270A-13A8-4908-8D5D-57F5A560BA4D}"/>
          </ac:picMkLst>
        </pc:picChg>
        <pc:picChg chg="add mod">
          <ac:chgData name="Junhyeok, Choi" userId="5a4c35fc-3dee-4395-9819-a12f2df5d28e" providerId="ADAL" clId="{BE35FDE5-55E1-4B88-BC10-A101F8FC6412}" dt="2022-03-13T07:35:04.220" v="689" actId="571"/>
          <ac:picMkLst>
            <pc:docMk/>
            <pc:sldMk cId="3710738084" sldId="2134805483"/>
            <ac:picMk id="11" creationId="{48FB97B7-9564-47DF-9D2B-090D4A33867E}"/>
          </ac:picMkLst>
        </pc:picChg>
        <pc:cxnChg chg="add mod">
          <ac:chgData name="Junhyeok, Choi" userId="5a4c35fc-3dee-4395-9819-a12f2df5d28e" providerId="ADAL" clId="{BE35FDE5-55E1-4B88-BC10-A101F8FC6412}" dt="2022-03-13T07:40:13.088" v="1291" actId="1076"/>
          <ac:cxnSpMkLst>
            <pc:docMk/>
            <pc:sldMk cId="3710738084" sldId="2134805483"/>
            <ac:cxnSpMk id="7" creationId="{274D1456-1611-4E56-8DBC-2B1C805392A3}"/>
          </ac:cxnSpMkLst>
        </pc:cxnChg>
        <pc:cxnChg chg="add mod">
          <ac:chgData name="Junhyeok, Choi" userId="5a4c35fc-3dee-4395-9819-a12f2df5d28e" providerId="ADAL" clId="{BE35FDE5-55E1-4B88-BC10-A101F8FC6412}" dt="2022-03-13T07:40:07.152" v="1290" actId="14100"/>
          <ac:cxnSpMkLst>
            <pc:docMk/>
            <pc:sldMk cId="3710738084" sldId="2134805483"/>
            <ac:cxnSpMk id="19" creationId="{E13D6FB8-0124-47C6-BF68-41277B7C5CB5}"/>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C223315-3652-4BDC-8A79-10D41FA08241}" type="datetimeFigureOut">
              <a:rPr kumimoji="1" lang="ja-JP" altLang="en-US" smtClean="0"/>
              <a:t>2025/7/30</a:t>
            </a:fld>
            <a:endParaRPr kumimoji="1" lang="ja-JP" altLang="en-US"/>
          </a:p>
        </p:txBody>
      </p:sp>
      <p:sp>
        <p:nvSpPr>
          <p:cNvPr id="4" name="フッター プレースホルダー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6EBD337-12C5-45AC-92D7-BF79CCFC2773}" type="slidenum">
              <a:rPr kumimoji="1" lang="ja-JP" altLang="en-US" smtClean="0"/>
              <a:t>‹#›</a:t>
            </a:fld>
            <a:endParaRPr kumimoji="1" lang="ja-JP" altLang="en-US"/>
          </a:p>
        </p:txBody>
      </p:sp>
    </p:spTree>
    <p:extLst>
      <p:ext uri="{BB962C8B-B14F-4D97-AF65-F5344CB8AC3E}">
        <p14:creationId xmlns:p14="http://schemas.microsoft.com/office/powerpoint/2010/main" val="1452104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BA264C-6953-4F22-AEE6-38CCC8CB2F77}" type="datetimeFigureOut">
              <a:rPr kumimoji="1" lang="ja-JP" altLang="en-US" smtClean="0"/>
              <a:t>2025/7/30</a:t>
            </a:fld>
            <a:endParaRPr kumimoji="1" lang="ja-JP" altLang="en-US"/>
          </a:p>
        </p:txBody>
      </p:sp>
      <p:sp>
        <p:nvSpPr>
          <p:cNvPr id="4" name="スライド イメージ プレースホルダー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780C04-D137-4757-B814-7DAA94ED8486}" type="slidenum">
              <a:rPr kumimoji="1" lang="ja-JP" altLang="en-US" smtClean="0"/>
              <a:t>‹#›</a:t>
            </a:fld>
            <a:endParaRPr kumimoji="1" lang="ja-JP" altLang="en-US"/>
          </a:p>
        </p:txBody>
      </p:sp>
    </p:spTree>
    <p:extLst>
      <p:ext uri="{BB962C8B-B14F-4D97-AF65-F5344CB8AC3E}">
        <p14:creationId xmlns:p14="http://schemas.microsoft.com/office/powerpoint/2010/main" val="122156619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F780C04-D137-4757-B814-7DAA94ED8486}" type="slidenum">
              <a:rPr kumimoji="1" lang="ja-JP" altLang="en-US" smtClean="0"/>
              <a:t>1</a:t>
            </a:fld>
            <a:endParaRPr kumimoji="1" lang="ja-JP" altLang="en-US"/>
          </a:p>
        </p:txBody>
      </p:sp>
    </p:spTree>
    <p:extLst>
      <p:ext uri="{BB962C8B-B14F-4D97-AF65-F5344CB8AC3E}">
        <p14:creationId xmlns:p14="http://schemas.microsoft.com/office/powerpoint/2010/main" val="1275770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EF780C04-D137-4757-B814-7DAA94ED8486}" type="slidenum">
              <a:rPr kumimoji="1" lang="ja-JP" altLang="en-US" smtClean="0"/>
              <a:t>2</a:t>
            </a:fld>
            <a:endParaRPr kumimoji="1" lang="ja-JP" altLang="en-US"/>
          </a:p>
        </p:txBody>
      </p:sp>
    </p:spTree>
    <p:extLst>
      <p:ext uri="{BB962C8B-B14F-4D97-AF65-F5344CB8AC3E}">
        <p14:creationId xmlns:p14="http://schemas.microsoft.com/office/powerpoint/2010/main" val="625391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EF780C04-D137-4757-B814-7DAA94ED8486}" type="slidenum">
              <a:rPr kumimoji="1" lang="ja-JP" altLang="en-US" smtClean="0"/>
              <a:t>3</a:t>
            </a:fld>
            <a:endParaRPr kumimoji="1" lang="ja-JP" altLang="en-US"/>
          </a:p>
        </p:txBody>
      </p:sp>
    </p:spTree>
    <p:extLst>
      <p:ext uri="{BB962C8B-B14F-4D97-AF65-F5344CB8AC3E}">
        <p14:creationId xmlns:p14="http://schemas.microsoft.com/office/powerpoint/2010/main" val="29552795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EF780C04-D137-4757-B814-7DAA94ED8486}" type="slidenum">
              <a:rPr kumimoji="1" lang="ja-JP" altLang="en-US" smtClean="0"/>
              <a:t>4</a:t>
            </a:fld>
            <a:endParaRPr kumimoji="1" lang="ja-JP" altLang="en-US"/>
          </a:p>
        </p:txBody>
      </p:sp>
    </p:spTree>
    <p:extLst>
      <p:ext uri="{BB962C8B-B14F-4D97-AF65-F5344CB8AC3E}">
        <p14:creationId xmlns:p14="http://schemas.microsoft.com/office/powerpoint/2010/main" val="3332350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EF780C04-D137-4757-B814-7DAA94ED8486}" type="slidenum">
              <a:rPr kumimoji="1" lang="ja-JP" altLang="en-US" smtClean="0"/>
              <a:t>5</a:t>
            </a:fld>
            <a:endParaRPr kumimoji="1" lang="ja-JP" altLang="en-US"/>
          </a:p>
        </p:txBody>
      </p:sp>
    </p:spTree>
    <p:extLst>
      <p:ext uri="{BB962C8B-B14F-4D97-AF65-F5344CB8AC3E}">
        <p14:creationId xmlns:p14="http://schemas.microsoft.com/office/powerpoint/2010/main" val="824337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EF780C04-D137-4757-B814-7DAA94ED8486}" type="slidenum">
              <a:rPr kumimoji="1" lang="ja-JP" altLang="en-US" smtClean="0"/>
              <a:t>6</a:t>
            </a:fld>
            <a:endParaRPr kumimoji="1" lang="ja-JP" altLang="en-US"/>
          </a:p>
        </p:txBody>
      </p:sp>
    </p:spTree>
    <p:extLst>
      <p:ext uri="{BB962C8B-B14F-4D97-AF65-F5344CB8AC3E}">
        <p14:creationId xmlns:p14="http://schemas.microsoft.com/office/powerpoint/2010/main" val="1235898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EF780C04-D137-4757-B814-7DAA94ED8486}" type="slidenum">
              <a:rPr kumimoji="1" lang="ja-JP" altLang="en-US" smtClean="0"/>
              <a:t>7</a:t>
            </a:fld>
            <a:endParaRPr kumimoji="1" lang="ja-JP" altLang="en-US"/>
          </a:p>
        </p:txBody>
      </p:sp>
    </p:spTree>
    <p:extLst>
      <p:ext uri="{BB962C8B-B14F-4D97-AF65-F5344CB8AC3E}">
        <p14:creationId xmlns:p14="http://schemas.microsoft.com/office/powerpoint/2010/main" val="3027752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EF780C04-D137-4757-B814-7DAA94ED8486}" type="slidenum">
              <a:rPr kumimoji="1" lang="ja-JP" altLang="en-US" smtClean="0"/>
              <a:t>8</a:t>
            </a:fld>
            <a:endParaRPr kumimoji="1" lang="ja-JP" altLang="en-US"/>
          </a:p>
        </p:txBody>
      </p:sp>
    </p:spTree>
    <p:extLst>
      <p:ext uri="{BB962C8B-B14F-4D97-AF65-F5344CB8AC3E}">
        <p14:creationId xmlns:p14="http://schemas.microsoft.com/office/powerpoint/2010/main" val="36376716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1">
    <p:spTree>
      <p:nvGrpSpPr>
        <p:cNvPr id="1" name=""/>
        <p:cNvGrpSpPr/>
        <p:nvPr/>
      </p:nvGrpSpPr>
      <p:grpSpPr>
        <a:xfrm>
          <a:off x="0" y="0"/>
          <a:ext cx="0" cy="0"/>
          <a:chOff x="0" y="0"/>
          <a:chExt cx="0" cy="0"/>
        </a:xfrm>
      </p:grpSpPr>
      <p:pic>
        <p:nvPicPr>
          <p:cNvPr id="2" name="Picture 2" descr="C:\Users\S04\Desktop\180613_PPTヘッダ帯_header のコピー.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2807" y="202145"/>
            <a:ext cx="9472612" cy="944562"/>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プレースホルダー 5"/>
          <p:cNvSpPr>
            <a:spLocks noGrp="1"/>
          </p:cNvSpPr>
          <p:nvPr>
            <p:ph type="body" sz="quarter" idx="10" hasCustomPrompt="1"/>
          </p:nvPr>
        </p:nvSpPr>
        <p:spPr>
          <a:xfrm>
            <a:off x="305878" y="5566335"/>
            <a:ext cx="2586024" cy="351288"/>
          </a:xfrm>
          <a:prstGeom prst="rect">
            <a:avLst/>
          </a:prstGeom>
        </p:spPr>
        <p:txBody>
          <a:bodyPr anchor="ctr"/>
          <a:lstStyle>
            <a:lvl1pPr marL="0" indent="0">
              <a:lnSpc>
                <a:spcPct val="100000"/>
              </a:lnSpc>
              <a:spcBef>
                <a:spcPts val="0"/>
              </a:spcBef>
              <a:buNone/>
              <a:defRPr sz="1300">
                <a:latin typeface="+mn-ea"/>
                <a:ea typeface="+mn-ea"/>
                <a:cs typeface="メイリオ" pitchFamily="50" charset="-128"/>
              </a:defRPr>
            </a:lvl1pPr>
          </a:lstStyle>
          <a:p>
            <a:pPr lvl="0"/>
            <a:r>
              <a:rPr kumimoji="1" lang="en-US" altLang="ja-JP"/>
              <a:t>2019.6.5</a:t>
            </a:r>
            <a:endParaRPr kumimoji="1" lang="ja-JP" altLang="en-US"/>
          </a:p>
        </p:txBody>
      </p:sp>
      <p:sp>
        <p:nvSpPr>
          <p:cNvPr id="16" name="タイトル 2"/>
          <p:cNvSpPr>
            <a:spLocks noGrp="1"/>
          </p:cNvSpPr>
          <p:nvPr>
            <p:ph type="title" hasCustomPrompt="1"/>
          </p:nvPr>
        </p:nvSpPr>
        <p:spPr>
          <a:xfrm>
            <a:off x="305878" y="2699386"/>
            <a:ext cx="9296822" cy="585575"/>
          </a:xfrm>
          <a:prstGeom prst="rect">
            <a:avLst/>
          </a:prstGeom>
        </p:spPr>
        <p:txBody>
          <a:bodyPr/>
          <a:lstStyle>
            <a:lvl1pPr>
              <a:lnSpc>
                <a:spcPct val="100000"/>
              </a:lnSpc>
              <a:spcBef>
                <a:spcPts val="0"/>
              </a:spcBef>
              <a:defRPr sz="3200" b="1" baseline="0">
                <a:solidFill>
                  <a:schemeClr val="tx1"/>
                </a:solidFill>
                <a:latin typeface="+mj-ea"/>
                <a:ea typeface="+mj-ea"/>
                <a:cs typeface="メイリオ" pitchFamily="50" charset="-128"/>
              </a:defRPr>
            </a:lvl1pPr>
          </a:lstStyle>
          <a:p>
            <a:r>
              <a:rPr kumimoji="1" lang="ja-JP" altLang="en-US"/>
              <a:t>表紙タイトル </a:t>
            </a:r>
            <a:r>
              <a:rPr kumimoji="1" lang="en-US" altLang="ja-JP"/>
              <a:t>32pt</a:t>
            </a:r>
            <a:endParaRPr kumimoji="1" lang="ja-JP" altLang="en-US"/>
          </a:p>
        </p:txBody>
      </p:sp>
      <p:sp>
        <p:nvSpPr>
          <p:cNvPr id="18" name="テキスト ボックス 17"/>
          <p:cNvSpPr txBox="1"/>
          <p:nvPr userDrawn="1"/>
        </p:nvSpPr>
        <p:spPr>
          <a:xfrm>
            <a:off x="300001" y="5920205"/>
            <a:ext cx="4678835" cy="292388"/>
          </a:xfrm>
          <a:prstGeom prst="rect">
            <a:avLst/>
          </a:prstGeom>
          <a:noFill/>
        </p:spPr>
        <p:txBody>
          <a:bodyPr wrap="square" rtlCol="0" anchor="t">
            <a:spAutoFit/>
          </a:bodyPr>
          <a:lstStyle/>
          <a:p>
            <a:pPr>
              <a:spcBef>
                <a:spcPts val="0"/>
              </a:spcBef>
              <a:spcAft>
                <a:spcPts val="600"/>
              </a:spcAft>
            </a:pPr>
            <a:r>
              <a:rPr kumimoji="1" lang="ja-JP" altLang="en-US" sz="1300" b="1">
                <a:solidFill>
                  <a:schemeClr val="tx1"/>
                </a:solidFill>
                <a:latin typeface="+mn-ea"/>
                <a:ea typeface="+mn-ea"/>
                <a:cs typeface="メイリオ" pitchFamily="50" charset="-128"/>
              </a:rPr>
              <a:t>三菱重工業株式会社</a:t>
            </a:r>
          </a:p>
        </p:txBody>
      </p:sp>
      <p:sp>
        <p:nvSpPr>
          <p:cNvPr id="10" name="テキスト プレースホルダー 21">
            <a:extLst>
              <a:ext uri="{FF2B5EF4-FFF2-40B4-BE49-F238E27FC236}">
                <a16:creationId xmlns:a16="http://schemas.microsoft.com/office/drawing/2014/main" id="{A1B3CB4D-6995-4FBD-99A9-97EF83630755}"/>
              </a:ext>
            </a:extLst>
          </p:cNvPr>
          <p:cNvSpPr>
            <a:spLocks noGrp="1"/>
          </p:cNvSpPr>
          <p:nvPr>
            <p:ph type="body" sz="quarter" idx="14" hasCustomPrompt="1"/>
          </p:nvPr>
        </p:nvSpPr>
        <p:spPr>
          <a:xfrm>
            <a:off x="305878" y="3361113"/>
            <a:ext cx="9296822" cy="1676400"/>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tx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t>サブタイトル </a:t>
            </a:r>
            <a:r>
              <a:rPr kumimoji="1" lang="en-US" altLang="ja-JP"/>
              <a:t>16pt</a:t>
            </a:r>
            <a:r>
              <a:rPr kumimoji="1" lang="ja-JP" altLang="en-US"/>
              <a:t>　　　　　　　　　　　　　　　　　　　　　　　　　　　　　　　　              ●複数の会社名やロゴを記載するレイアウトはスライドマスターにあり                                     ●写真付きの表紙レイアウト（</a:t>
            </a:r>
            <a:r>
              <a:rPr kumimoji="1" lang="en-US" altLang="ja-JP"/>
              <a:t>2</a:t>
            </a:r>
            <a:r>
              <a:rPr kumimoji="1" lang="ja-JP" altLang="en-US"/>
              <a:t>種）はスライドマスターにあり                                              </a:t>
            </a:r>
            <a:r>
              <a:rPr kumimoji="1" lang="en-US" altLang="ja-JP"/>
              <a:t>※</a:t>
            </a:r>
            <a:r>
              <a:rPr kumimoji="1" lang="ja-JP" altLang="en-US"/>
              <a:t>スライドマスターの変更は別紙「スライドマスター操作ガイド」をご参照ください</a:t>
            </a:r>
          </a:p>
        </p:txBody>
      </p:sp>
      <p:pic>
        <p:nvPicPr>
          <p:cNvPr id="9" name="Picture 2" descr="\\S-server2-pc\l\1805_MHI_PPTテンプレート修正\FromDOS\180514\MHI_PPTテンプレート_0514\PPT用ロゴデータ_0514\三菱重工（念のため）\JP01\Fullcolor\Positive\MHI_JP01_FC_POS_RGB.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360827" y="6290459"/>
            <a:ext cx="1324592" cy="374744"/>
          </a:xfrm>
          <a:prstGeom prst="rect">
            <a:avLst/>
          </a:prstGeom>
          <a:noFill/>
          <a:extLst>
            <a:ext uri="{909E8E84-426E-40DD-AFC4-6F175D3DCCD1}">
              <a14:hiddenFill xmlns:a14="http://schemas.microsoft.com/office/drawing/2010/main">
                <a:solidFill>
                  <a:srgbClr val="FFFFFF"/>
                </a:solidFill>
              </a14:hiddenFill>
            </a:ext>
          </a:extLst>
        </p:spPr>
      </p:pic>
      <p:sp>
        <p:nvSpPr>
          <p:cNvPr id="11" name="日付プレースホルダー 32"/>
          <p:cNvSpPr txBox="1">
            <a:spLocks/>
          </p:cNvSpPr>
          <p:nvPr userDrawn="1"/>
        </p:nvSpPr>
        <p:spPr>
          <a:xfrm>
            <a:off x="212808" y="6370975"/>
            <a:ext cx="5852552"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tx1"/>
                </a:solidFill>
                <a:latin typeface="+mn-lt"/>
              </a:rPr>
              <a:t>© MITSUBISHI HEAVY INDUSTRIES, LTD.  All Rights Reserved.</a:t>
            </a:r>
            <a:endParaRPr lang="ja-JP" altLang="en-US" sz="700">
              <a:solidFill>
                <a:schemeClr val="tx1"/>
              </a:solidFill>
              <a:latin typeface="+mn-lt"/>
            </a:endParaRPr>
          </a:p>
        </p:txBody>
      </p:sp>
    </p:spTree>
    <p:extLst>
      <p:ext uri="{BB962C8B-B14F-4D97-AF65-F5344CB8AC3E}">
        <p14:creationId xmlns:p14="http://schemas.microsoft.com/office/powerpoint/2010/main" val="960231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準">
    <p:spTree>
      <p:nvGrpSpPr>
        <p:cNvPr id="1" name=""/>
        <p:cNvGrpSpPr/>
        <p:nvPr/>
      </p:nvGrpSpPr>
      <p:grpSpPr>
        <a:xfrm>
          <a:off x="0" y="0"/>
          <a:ext cx="0" cy="0"/>
          <a:chOff x="0" y="0"/>
          <a:chExt cx="0" cy="0"/>
        </a:xfrm>
      </p:grpSpPr>
      <p:pic>
        <p:nvPicPr>
          <p:cNvPr id="11" name="図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6408" y="6407161"/>
            <a:ext cx="9473184" cy="262128"/>
          </a:xfrm>
          <a:prstGeom prst="rect">
            <a:avLst/>
          </a:prstGeom>
        </p:spPr>
      </p:pic>
      <p:sp>
        <p:nvSpPr>
          <p:cNvPr id="4" name="日付プレースホルダー 32"/>
          <p:cNvSpPr txBox="1">
            <a:spLocks/>
          </p:cNvSpPr>
          <p:nvPr userDrawn="1"/>
        </p:nvSpPr>
        <p:spPr>
          <a:xfrm>
            <a:off x="335478" y="6357513"/>
            <a:ext cx="5852552"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9071901" y="6356608"/>
            <a:ext cx="564092"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mtClean="0">
                <a:latin typeface="Arial"/>
              </a:rPr>
              <a:pPr>
                <a:defRPr/>
              </a:pPr>
              <a:t>‹#›</a:t>
            </a:fld>
            <a:endParaRPr lang="en-US" altLang="ja-JP">
              <a:latin typeface="Arial"/>
            </a:endParaRPr>
          </a:p>
        </p:txBody>
      </p:sp>
      <p:sp>
        <p:nvSpPr>
          <p:cNvPr id="15" name="タイトル 1"/>
          <p:cNvSpPr>
            <a:spLocks noGrp="1"/>
          </p:cNvSpPr>
          <p:nvPr>
            <p:ph type="title" hasCustomPrompt="1"/>
          </p:nvPr>
        </p:nvSpPr>
        <p:spPr>
          <a:xfrm>
            <a:off x="552450" y="128798"/>
            <a:ext cx="6971895"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552450" y="797131"/>
            <a:ext cx="8924925"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552451" y="1525210"/>
            <a:ext cx="8920162"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cxnSp>
        <p:nvCxnSpPr>
          <p:cNvPr id="21" name="直線コネクタ 20"/>
          <p:cNvCxnSpPr/>
          <p:nvPr userDrawn="1"/>
        </p:nvCxnSpPr>
        <p:spPr>
          <a:xfrm>
            <a:off x="212807" y="564204"/>
            <a:ext cx="94734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2" descr="\\S-server2-pc\l\1805_MHI_PPTテンプレート修正\FromDOS\180514\MHI_PPTテンプレート_0514\PPT用ロゴデータ_0514\三菱重工（念のため）\JP01\Fullcolor\Positive\MHI_JP01_FC_POS_RGB.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443237" y="86759"/>
            <a:ext cx="1324592" cy="374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256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下付け">
    <p:spTree>
      <p:nvGrpSpPr>
        <p:cNvPr id="1" name=""/>
        <p:cNvGrpSpPr/>
        <p:nvPr/>
      </p:nvGrpSpPr>
      <p:grpSpPr>
        <a:xfrm>
          <a:off x="0" y="0"/>
          <a:ext cx="0" cy="0"/>
          <a:chOff x="0" y="0"/>
          <a:chExt cx="0" cy="0"/>
        </a:xfrm>
      </p:grpSpPr>
      <p:pic>
        <p:nvPicPr>
          <p:cNvPr id="11" name="図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6408" y="6540511"/>
            <a:ext cx="9473184" cy="262128"/>
          </a:xfrm>
          <a:prstGeom prst="rect">
            <a:avLst/>
          </a:prstGeom>
        </p:spPr>
      </p:pic>
      <p:sp>
        <p:nvSpPr>
          <p:cNvPr id="4" name="日付プレースホルダー 32"/>
          <p:cNvSpPr txBox="1">
            <a:spLocks/>
          </p:cNvSpPr>
          <p:nvPr userDrawn="1"/>
        </p:nvSpPr>
        <p:spPr>
          <a:xfrm>
            <a:off x="335478" y="6490863"/>
            <a:ext cx="5852552"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a:solidFill>
                  <a:schemeClr val="bg1"/>
                </a:solidFill>
                <a:latin typeface="+mn-lt"/>
              </a:rPr>
              <a:t>© MITSUBISHI HEAVY INDUSTRIES, LTD.  All Rights Reserved.</a:t>
            </a:r>
            <a:endParaRPr lang="ja-JP" altLang="en-US" sz="700">
              <a:solidFill>
                <a:schemeClr val="bg1"/>
              </a:solidFill>
              <a:latin typeface="+mn-lt"/>
            </a:endParaRPr>
          </a:p>
        </p:txBody>
      </p:sp>
      <p:sp>
        <p:nvSpPr>
          <p:cNvPr id="7" name="スライド番号プレースホルダー 5"/>
          <p:cNvSpPr txBox="1">
            <a:spLocks/>
          </p:cNvSpPr>
          <p:nvPr userDrawn="1"/>
        </p:nvSpPr>
        <p:spPr>
          <a:xfrm>
            <a:off x="9071901" y="6489958"/>
            <a:ext cx="564092"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mtClean="0">
                <a:latin typeface="Arial"/>
              </a:rPr>
              <a:pPr>
                <a:defRPr/>
              </a:pPr>
              <a:t>‹#›</a:t>
            </a:fld>
            <a:endParaRPr lang="en-US" altLang="ja-JP">
              <a:latin typeface="Arial"/>
            </a:endParaRPr>
          </a:p>
        </p:txBody>
      </p:sp>
      <p:sp>
        <p:nvSpPr>
          <p:cNvPr id="15" name="タイトル 1"/>
          <p:cNvSpPr>
            <a:spLocks noGrp="1"/>
          </p:cNvSpPr>
          <p:nvPr>
            <p:ph type="title" hasCustomPrompt="1"/>
          </p:nvPr>
        </p:nvSpPr>
        <p:spPr>
          <a:xfrm>
            <a:off x="552450" y="128798"/>
            <a:ext cx="6971895"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552450" y="797131"/>
            <a:ext cx="6971639"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552451" y="1525210"/>
            <a:ext cx="8920162"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cxnSp>
        <p:nvCxnSpPr>
          <p:cNvPr id="21" name="直線コネクタ 20"/>
          <p:cNvCxnSpPr/>
          <p:nvPr userDrawn="1"/>
        </p:nvCxnSpPr>
        <p:spPr>
          <a:xfrm>
            <a:off x="212807" y="564204"/>
            <a:ext cx="94734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2" descr="\\S-server2-pc\l\1805_MHI_PPTテンプレート修正\FromDOS\180514\MHI_PPTテンプレート_0514\PPT用ロゴデータ_0514\三菱重工（念のため）\JP01\Fullcolor\Positive\MHI_JP01_FC_POS_RGB.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443237" y="86759"/>
            <a:ext cx="1324592" cy="374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3606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表紙1">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0" hasCustomPrompt="1"/>
          </p:nvPr>
        </p:nvSpPr>
        <p:spPr>
          <a:xfrm>
            <a:off x="334453" y="5566335"/>
            <a:ext cx="2586024" cy="351288"/>
          </a:xfrm>
          <a:prstGeom prst="rect">
            <a:avLst/>
          </a:prstGeom>
        </p:spPr>
        <p:txBody>
          <a:bodyPr anchor="ctr"/>
          <a:lstStyle>
            <a:lvl1pPr marL="0" indent="0">
              <a:lnSpc>
                <a:spcPct val="100000"/>
              </a:lnSpc>
              <a:spcBef>
                <a:spcPts val="0"/>
              </a:spcBef>
              <a:buNone/>
              <a:defRPr sz="1300">
                <a:latin typeface="+mn-ea"/>
                <a:ea typeface="+mn-ea"/>
                <a:cs typeface="メイリオ" pitchFamily="50" charset="-128"/>
              </a:defRPr>
            </a:lvl1pPr>
          </a:lstStyle>
          <a:p>
            <a:pPr lvl="0"/>
            <a:r>
              <a:rPr kumimoji="1" lang="en-US" altLang="ja-JP"/>
              <a:t>2020.6.1</a:t>
            </a:r>
            <a:endParaRPr kumimoji="1" lang="ja-JP" altLang="en-US"/>
          </a:p>
        </p:txBody>
      </p:sp>
      <p:sp>
        <p:nvSpPr>
          <p:cNvPr id="16" name="タイトル 2"/>
          <p:cNvSpPr>
            <a:spLocks noGrp="1"/>
          </p:cNvSpPr>
          <p:nvPr>
            <p:ph type="title" hasCustomPrompt="1"/>
          </p:nvPr>
        </p:nvSpPr>
        <p:spPr>
          <a:xfrm>
            <a:off x="334452" y="2699386"/>
            <a:ext cx="9242972" cy="585575"/>
          </a:xfrm>
          <a:prstGeom prst="rect">
            <a:avLst/>
          </a:prstGeom>
        </p:spPr>
        <p:txBody>
          <a:bodyPr/>
          <a:lstStyle>
            <a:lvl1pPr>
              <a:lnSpc>
                <a:spcPct val="100000"/>
              </a:lnSpc>
              <a:spcBef>
                <a:spcPts val="0"/>
              </a:spcBef>
              <a:defRPr sz="3200" b="1" baseline="0">
                <a:solidFill>
                  <a:schemeClr val="tx1"/>
                </a:solidFill>
                <a:latin typeface="+mj-ea"/>
                <a:ea typeface="+mj-ea"/>
                <a:cs typeface="メイリオ" pitchFamily="50" charset="-128"/>
              </a:defRPr>
            </a:lvl1pPr>
          </a:lstStyle>
          <a:p>
            <a:r>
              <a:rPr kumimoji="1" lang="ja-JP" altLang="en-US" dirty="0"/>
              <a:t>表紙タイトル </a:t>
            </a:r>
            <a:r>
              <a:rPr kumimoji="1" lang="en-US" altLang="ja-JP" dirty="0"/>
              <a:t>32pt</a:t>
            </a:r>
            <a:endParaRPr kumimoji="1" lang="ja-JP" altLang="en-US" dirty="0"/>
          </a:p>
        </p:txBody>
      </p:sp>
      <p:pic>
        <p:nvPicPr>
          <p:cNvPr id="11" name="図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2807" y="201827"/>
            <a:ext cx="9473438" cy="944880"/>
          </a:xfrm>
          <a:prstGeom prst="rect">
            <a:avLst/>
          </a:prstGeom>
        </p:spPr>
      </p:pic>
      <p:sp>
        <p:nvSpPr>
          <p:cNvPr id="9" name="日付プレースホルダー 32"/>
          <p:cNvSpPr txBox="1">
            <a:spLocks/>
          </p:cNvSpPr>
          <p:nvPr userDrawn="1"/>
        </p:nvSpPr>
        <p:spPr>
          <a:xfrm>
            <a:off x="212807" y="6370975"/>
            <a:ext cx="5852552"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kumimoji="1" lang="en-US" altLang="ja-JP" sz="700" kern="1200">
                <a:solidFill>
                  <a:schemeClr val="tx1"/>
                </a:solidFill>
                <a:latin typeface="Arial" pitchFamily="34" charset="0"/>
                <a:ea typeface="ＭＳ Ｐゴシック" pitchFamily="50" charset="-128"/>
                <a:cs typeface="+mn-cs"/>
              </a:rPr>
              <a:t>Mitsubishi Power, Ltd. All Rights Reserved.</a:t>
            </a:r>
          </a:p>
        </p:txBody>
      </p:sp>
      <p:pic>
        <p:nvPicPr>
          <p:cNvPr id="12" name="図 11">
            <a:extLst>
              <a:ext uri="{FF2B5EF4-FFF2-40B4-BE49-F238E27FC236}">
                <a16:creationId xmlns:a16="http://schemas.microsoft.com/office/drawing/2014/main" id="{EBFDCA56-A79F-7F4A-816A-231E8FA56A7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29088" y="5966807"/>
            <a:ext cx="1619739" cy="150984"/>
          </a:xfrm>
          <a:prstGeom prst="rect">
            <a:avLst/>
          </a:prstGeom>
        </p:spPr>
      </p:pic>
      <p:pic>
        <p:nvPicPr>
          <p:cNvPr id="8" name="図 7">
            <a:extLst>
              <a:ext uri="{FF2B5EF4-FFF2-40B4-BE49-F238E27FC236}">
                <a16:creationId xmlns:a16="http://schemas.microsoft.com/office/drawing/2014/main" id="{45B694BC-EF5E-8F44-90FF-BC4538A9106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10137" y="6291194"/>
            <a:ext cx="1362075" cy="304800"/>
          </a:xfrm>
          <a:prstGeom prst="rect">
            <a:avLst/>
          </a:prstGeom>
        </p:spPr>
      </p:pic>
      <p:sp>
        <p:nvSpPr>
          <p:cNvPr id="13" name="テキスト プレースホルダー 21">
            <a:extLst>
              <a:ext uri="{FF2B5EF4-FFF2-40B4-BE49-F238E27FC236}">
                <a16:creationId xmlns:a16="http://schemas.microsoft.com/office/drawing/2014/main" id="{468847F3-99F9-4059-9FAF-30C5C70FABF8}"/>
              </a:ext>
            </a:extLst>
          </p:cNvPr>
          <p:cNvSpPr>
            <a:spLocks noGrp="1"/>
          </p:cNvSpPr>
          <p:nvPr>
            <p:ph type="body" sz="quarter" idx="14" hasCustomPrompt="1"/>
          </p:nvPr>
        </p:nvSpPr>
        <p:spPr>
          <a:xfrm>
            <a:off x="334452" y="3361113"/>
            <a:ext cx="9242972" cy="1676400"/>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tx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dirty="0"/>
              <a:t>サブタイトル </a:t>
            </a:r>
            <a:r>
              <a:rPr kumimoji="1" lang="en-US" altLang="ja-JP" dirty="0"/>
              <a:t>16pt</a:t>
            </a:r>
            <a:r>
              <a:rPr kumimoji="1" lang="ja-JP" altLang="en-US" dirty="0"/>
              <a:t>　　　　　　　　　　　　　　　　　　　　　　　　　　　　　　　　</a:t>
            </a:r>
          </a:p>
        </p:txBody>
      </p:sp>
    </p:spTree>
    <p:extLst>
      <p:ext uri="{BB962C8B-B14F-4D97-AF65-F5344CB8AC3E}">
        <p14:creationId xmlns:p14="http://schemas.microsoft.com/office/powerpoint/2010/main" val="3480209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タイトル">
    <p:spTree>
      <p:nvGrpSpPr>
        <p:cNvPr id="1" name=""/>
        <p:cNvGrpSpPr/>
        <p:nvPr/>
      </p:nvGrpSpPr>
      <p:grpSpPr>
        <a:xfrm>
          <a:off x="0" y="0"/>
          <a:ext cx="0" cy="0"/>
          <a:chOff x="0" y="0"/>
          <a:chExt cx="0" cy="0"/>
        </a:xfrm>
      </p:grpSpPr>
      <p:pic>
        <p:nvPicPr>
          <p:cNvPr id="6" name="図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2807" y="201827"/>
            <a:ext cx="9473438" cy="944880"/>
          </a:xfrm>
          <a:prstGeom prst="rect">
            <a:avLst/>
          </a:prstGeom>
        </p:spPr>
      </p:pic>
      <p:sp>
        <p:nvSpPr>
          <p:cNvPr id="10" name="タイトル 2"/>
          <p:cNvSpPr>
            <a:spLocks noGrp="1"/>
          </p:cNvSpPr>
          <p:nvPr>
            <p:ph type="title" hasCustomPrompt="1"/>
          </p:nvPr>
        </p:nvSpPr>
        <p:spPr>
          <a:xfrm>
            <a:off x="334452" y="2699386"/>
            <a:ext cx="9242972" cy="585575"/>
          </a:xfrm>
          <a:prstGeom prst="rect">
            <a:avLst/>
          </a:prstGeom>
        </p:spPr>
        <p:txBody>
          <a:bodyPr/>
          <a:lstStyle>
            <a:lvl1pPr>
              <a:lnSpc>
                <a:spcPct val="100000"/>
              </a:lnSpc>
              <a:spcBef>
                <a:spcPts val="0"/>
              </a:spcBef>
              <a:defRPr sz="3200" b="1" baseline="0">
                <a:solidFill>
                  <a:schemeClr val="tx1"/>
                </a:solidFill>
                <a:latin typeface="+mj-ea"/>
                <a:ea typeface="+mj-ea"/>
                <a:cs typeface="メイリオ" pitchFamily="50" charset="-128"/>
              </a:defRPr>
            </a:lvl1pPr>
          </a:lstStyle>
          <a:p>
            <a:r>
              <a:rPr kumimoji="1" lang="ja-JP" altLang="en-US"/>
              <a:t>章タイトル </a:t>
            </a:r>
            <a:r>
              <a:rPr kumimoji="1" lang="en-US" altLang="ja-JP"/>
              <a:t>32pt</a:t>
            </a:r>
            <a:endParaRPr kumimoji="1" lang="ja-JP" altLang="en-US"/>
          </a:p>
        </p:txBody>
      </p:sp>
      <p:sp>
        <p:nvSpPr>
          <p:cNvPr id="11" name="テキスト プレースホルダー 21">
            <a:extLst>
              <a:ext uri="{FF2B5EF4-FFF2-40B4-BE49-F238E27FC236}">
                <a16:creationId xmlns:a16="http://schemas.microsoft.com/office/drawing/2014/main" id="{A1B3CB4D-6995-4FBD-99A9-97EF83630755}"/>
              </a:ext>
            </a:extLst>
          </p:cNvPr>
          <p:cNvSpPr>
            <a:spLocks noGrp="1"/>
          </p:cNvSpPr>
          <p:nvPr>
            <p:ph type="body" sz="quarter" idx="14" hasCustomPrompt="1"/>
          </p:nvPr>
        </p:nvSpPr>
        <p:spPr>
          <a:xfrm>
            <a:off x="334452" y="3361113"/>
            <a:ext cx="9242972" cy="1676400"/>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aseline="0">
                <a:solidFill>
                  <a:schemeClr val="tx1"/>
                </a:solidFill>
                <a:latin typeface="+mn-ea"/>
                <a:ea typeface="+mn-ea"/>
                <a:cs typeface="メイリオ" pitchFamily="50"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t>サブタイトル </a:t>
            </a:r>
            <a:r>
              <a:rPr kumimoji="1" lang="en-US" altLang="ja-JP"/>
              <a:t>16pt</a:t>
            </a:r>
            <a:endParaRPr kumimoji="1" lang="ja-JP" altLang="en-US"/>
          </a:p>
        </p:txBody>
      </p:sp>
      <p:sp>
        <p:nvSpPr>
          <p:cNvPr id="7" name="日付プレースホルダー 32"/>
          <p:cNvSpPr txBox="1">
            <a:spLocks/>
          </p:cNvSpPr>
          <p:nvPr userDrawn="1"/>
        </p:nvSpPr>
        <p:spPr>
          <a:xfrm>
            <a:off x="212807" y="6370975"/>
            <a:ext cx="5852552"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kumimoji="1" lang="en-US" altLang="ja-JP" sz="700" kern="1200">
                <a:solidFill>
                  <a:schemeClr val="tx1"/>
                </a:solidFill>
                <a:latin typeface="Arial" pitchFamily="34" charset="0"/>
                <a:ea typeface="ＭＳ Ｐゴシック" pitchFamily="50" charset="-128"/>
                <a:cs typeface="+mn-cs"/>
              </a:rPr>
              <a:t>Mitsubishi Power, Ltd. All Rights Reserved.</a:t>
            </a:r>
          </a:p>
        </p:txBody>
      </p:sp>
    </p:spTree>
    <p:extLst>
      <p:ext uri="{BB962C8B-B14F-4D97-AF65-F5344CB8AC3E}">
        <p14:creationId xmlns:p14="http://schemas.microsoft.com/office/powerpoint/2010/main" val="2946665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スライドメッセージ">
    <p:spTree>
      <p:nvGrpSpPr>
        <p:cNvPr id="1" name=""/>
        <p:cNvGrpSpPr/>
        <p:nvPr/>
      </p:nvGrpSpPr>
      <p:grpSpPr>
        <a:xfrm>
          <a:off x="0" y="0"/>
          <a:ext cx="0" cy="0"/>
          <a:chOff x="0" y="0"/>
          <a:chExt cx="0" cy="0"/>
        </a:xfrm>
      </p:grpSpPr>
      <p:cxnSp>
        <p:nvCxnSpPr>
          <p:cNvPr id="21" name="直線コネクタ 20"/>
          <p:cNvCxnSpPr/>
          <p:nvPr/>
        </p:nvCxnSpPr>
        <p:spPr>
          <a:xfrm>
            <a:off x="212807" y="564204"/>
            <a:ext cx="94734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520BA5BE-B079-2442-B260-433F7EECAB87}"/>
              </a:ext>
            </a:extLst>
          </p:cNvPr>
          <p:cNvPicPr>
            <a:picLocks noChangeAspect="1"/>
          </p:cNvPicPr>
          <p:nvPr/>
        </p:nvPicPr>
        <p:blipFill>
          <a:blip r:embed="rId2" cstate="email">
            <a:alphaModFix/>
            <a:extLst>
              <a:ext uri="{28A0092B-C50C-407E-A947-70E740481C1C}">
                <a14:useLocalDpi xmlns:a14="http://schemas.microsoft.com/office/drawing/2010/main"/>
              </a:ext>
            </a:extLst>
          </a:blip>
          <a:stretch>
            <a:fillRect/>
          </a:stretch>
        </p:blipFill>
        <p:spPr>
          <a:xfrm>
            <a:off x="8416925" y="142575"/>
            <a:ext cx="1269320" cy="305997"/>
          </a:xfrm>
          <a:prstGeom prst="rect">
            <a:avLst/>
          </a:prstGeom>
        </p:spPr>
      </p:pic>
      <p:pic>
        <p:nvPicPr>
          <p:cNvPr id="8" name="図 7"/>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14630" y="6407161"/>
            <a:ext cx="9476740" cy="262128"/>
          </a:xfrm>
          <a:prstGeom prst="rect">
            <a:avLst/>
          </a:prstGeom>
        </p:spPr>
      </p:pic>
      <p:sp>
        <p:nvSpPr>
          <p:cNvPr id="9" name="日付プレースホルダー 32"/>
          <p:cNvSpPr txBox="1">
            <a:spLocks/>
          </p:cNvSpPr>
          <p:nvPr userDrawn="1"/>
        </p:nvSpPr>
        <p:spPr>
          <a:xfrm>
            <a:off x="335478" y="6357513"/>
            <a:ext cx="5852552"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kumimoji="1" lang="en-US" altLang="ja-JP" sz="700" kern="1200" dirty="0">
                <a:solidFill>
                  <a:schemeClr val="bg1"/>
                </a:solidFill>
                <a:latin typeface="Arial" pitchFamily="34" charset="0"/>
                <a:ea typeface="ＭＳ Ｐゴシック" pitchFamily="50" charset="-128"/>
                <a:cs typeface="+mn-cs"/>
              </a:rPr>
              <a:t>Mitsubishi Power, Ltd. All Rights Reserved.</a:t>
            </a:r>
          </a:p>
        </p:txBody>
      </p:sp>
      <p:sp>
        <p:nvSpPr>
          <p:cNvPr id="12" name="スライド番号プレースホルダー 5"/>
          <p:cNvSpPr txBox="1">
            <a:spLocks/>
          </p:cNvSpPr>
          <p:nvPr userDrawn="1"/>
        </p:nvSpPr>
        <p:spPr>
          <a:xfrm>
            <a:off x="9071901" y="6356608"/>
            <a:ext cx="564092"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dirty="0">
              <a:latin typeface="Arial"/>
            </a:endParaRPr>
          </a:p>
        </p:txBody>
      </p:sp>
      <p:sp>
        <p:nvSpPr>
          <p:cNvPr id="11" name="タイトル 1"/>
          <p:cNvSpPr>
            <a:spLocks noGrp="1"/>
          </p:cNvSpPr>
          <p:nvPr>
            <p:ph type="title" hasCustomPrompt="1"/>
          </p:nvPr>
        </p:nvSpPr>
        <p:spPr>
          <a:xfrm>
            <a:off x="252000" y="128797"/>
            <a:ext cx="8100000" cy="360000"/>
          </a:xfrm>
          <a:prstGeom prst="rect">
            <a:avLst/>
          </a:prstGeom>
        </p:spPr>
        <p:txBody>
          <a:bodyPr lIns="36000" tIns="36000" rIns="36000" bIns="36000"/>
          <a:lstStyle>
            <a:lvl1pPr>
              <a:lnSpc>
                <a:spcPct val="100000"/>
              </a:lnSpc>
              <a:defRPr sz="2031" b="1">
                <a:latin typeface="+mj-ea"/>
                <a:ea typeface="+mj-ea"/>
                <a:cs typeface="Meiryo UI" panose="020B0604030504040204" pitchFamily="50" charset="-128"/>
              </a:defRPr>
            </a:lvl1pPr>
          </a:lstStyle>
          <a:p>
            <a:r>
              <a:rPr kumimoji="1" lang="ja-JP" altLang="en-US"/>
              <a:t>ページタイトル </a:t>
            </a:r>
            <a:r>
              <a:rPr kumimoji="1" lang="en-US" altLang="ja-JP"/>
              <a:t>22pt</a:t>
            </a:r>
            <a:endParaRPr kumimoji="1" lang="ja-JP" altLang="en-US"/>
          </a:p>
        </p:txBody>
      </p:sp>
    </p:spTree>
    <p:extLst>
      <p:ext uri="{BB962C8B-B14F-4D97-AF65-F5344CB8AC3E}">
        <p14:creationId xmlns:p14="http://schemas.microsoft.com/office/powerpoint/2010/main" val="1382929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スライドメッセージ">
    <p:spTree>
      <p:nvGrpSpPr>
        <p:cNvPr id="1" name=""/>
        <p:cNvGrpSpPr/>
        <p:nvPr/>
      </p:nvGrpSpPr>
      <p:grpSpPr>
        <a:xfrm>
          <a:off x="0" y="0"/>
          <a:ext cx="0" cy="0"/>
          <a:chOff x="0" y="0"/>
          <a:chExt cx="0" cy="0"/>
        </a:xfrm>
      </p:grpSpPr>
      <p:cxnSp>
        <p:nvCxnSpPr>
          <p:cNvPr id="21" name="直線コネクタ 20"/>
          <p:cNvCxnSpPr/>
          <p:nvPr/>
        </p:nvCxnSpPr>
        <p:spPr>
          <a:xfrm>
            <a:off x="212807" y="564204"/>
            <a:ext cx="94734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520BA5BE-B079-2442-B260-433F7EECAB87}"/>
              </a:ext>
            </a:extLst>
          </p:cNvPr>
          <p:cNvPicPr>
            <a:picLocks noChangeAspect="1"/>
          </p:cNvPicPr>
          <p:nvPr/>
        </p:nvPicPr>
        <p:blipFill>
          <a:blip r:embed="rId2" cstate="email">
            <a:alphaModFix/>
            <a:extLst>
              <a:ext uri="{28A0092B-C50C-407E-A947-70E740481C1C}">
                <a14:useLocalDpi xmlns:a14="http://schemas.microsoft.com/office/drawing/2010/main"/>
              </a:ext>
            </a:extLst>
          </a:blip>
          <a:stretch>
            <a:fillRect/>
          </a:stretch>
        </p:blipFill>
        <p:spPr>
          <a:xfrm>
            <a:off x="8416925" y="142575"/>
            <a:ext cx="1269320" cy="305997"/>
          </a:xfrm>
          <a:prstGeom prst="rect">
            <a:avLst/>
          </a:prstGeom>
        </p:spPr>
      </p:pic>
      <p:pic>
        <p:nvPicPr>
          <p:cNvPr id="9" name="図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14630" y="6407161"/>
            <a:ext cx="9476740" cy="262128"/>
          </a:xfrm>
          <a:prstGeom prst="rect">
            <a:avLst/>
          </a:prstGeom>
        </p:spPr>
      </p:pic>
      <p:sp>
        <p:nvSpPr>
          <p:cNvPr id="12" name="日付プレースホルダー 32"/>
          <p:cNvSpPr txBox="1">
            <a:spLocks/>
          </p:cNvSpPr>
          <p:nvPr userDrawn="1"/>
        </p:nvSpPr>
        <p:spPr>
          <a:xfrm>
            <a:off x="335478" y="6357513"/>
            <a:ext cx="5852552"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kumimoji="1" lang="en-US" altLang="ja-JP" sz="700" kern="1200" dirty="0">
                <a:solidFill>
                  <a:schemeClr val="bg1"/>
                </a:solidFill>
                <a:latin typeface="Arial" pitchFamily="34" charset="0"/>
                <a:ea typeface="ＭＳ Ｐゴシック" pitchFamily="50" charset="-128"/>
                <a:cs typeface="+mn-cs"/>
              </a:rPr>
              <a:t>Mitsubishi Power, Ltd. All Rights Reserved.</a:t>
            </a:r>
          </a:p>
        </p:txBody>
      </p:sp>
      <p:sp>
        <p:nvSpPr>
          <p:cNvPr id="13" name="スライド番号プレースホルダー 5"/>
          <p:cNvSpPr txBox="1">
            <a:spLocks/>
          </p:cNvSpPr>
          <p:nvPr userDrawn="1"/>
        </p:nvSpPr>
        <p:spPr>
          <a:xfrm>
            <a:off x="9071901" y="6356608"/>
            <a:ext cx="564092"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dirty="0">
              <a:latin typeface="Arial"/>
            </a:endParaRPr>
          </a:p>
        </p:txBody>
      </p:sp>
      <p:sp>
        <p:nvSpPr>
          <p:cNvPr id="11" name="タイトル 1"/>
          <p:cNvSpPr>
            <a:spLocks noGrp="1"/>
          </p:cNvSpPr>
          <p:nvPr>
            <p:ph type="title" hasCustomPrompt="1"/>
          </p:nvPr>
        </p:nvSpPr>
        <p:spPr>
          <a:xfrm>
            <a:off x="252000" y="128797"/>
            <a:ext cx="8100000" cy="360000"/>
          </a:xfrm>
          <a:prstGeom prst="rect">
            <a:avLst/>
          </a:prstGeom>
        </p:spPr>
        <p:txBody>
          <a:bodyPr lIns="36000" tIns="36000" rIns="36000" bIns="36000"/>
          <a:lstStyle>
            <a:lvl1pPr>
              <a:lnSpc>
                <a:spcPct val="100000"/>
              </a:lnSpc>
              <a:defRPr sz="2031" b="1">
                <a:latin typeface="+mj-ea"/>
                <a:ea typeface="+mj-ea"/>
                <a:cs typeface="Meiryo UI" panose="020B0604030504040204" pitchFamily="50" charset="-128"/>
              </a:defRPr>
            </a:lvl1pPr>
          </a:lstStyle>
          <a:p>
            <a:r>
              <a:rPr kumimoji="1" lang="ja-JP" altLang="en-US"/>
              <a:t>ページタイトル </a:t>
            </a:r>
            <a:r>
              <a:rPr kumimoji="1" lang="en-US" altLang="ja-JP"/>
              <a:t>22pt</a:t>
            </a:r>
            <a:endParaRPr kumimoji="1" lang="ja-JP" altLang="en-US"/>
          </a:p>
        </p:txBody>
      </p:sp>
      <p:sp>
        <p:nvSpPr>
          <p:cNvPr id="14" name="テキスト プレースホルダー 2"/>
          <p:cNvSpPr>
            <a:spLocks noGrp="1"/>
          </p:cNvSpPr>
          <p:nvPr>
            <p:ph type="body" sz="quarter" idx="10"/>
          </p:nvPr>
        </p:nvSpPr>
        <p:spPr>
          <a:xfrm>
            <a:off x="252000" y="576000"/>
            <a:ext cx="9360000" cy="318924"/>
          </a:xfrm>
          <a:prstGeom prst="rect">
            <a:avLst/>
          </a:prstGeom>
        </p:spPr>
        <p:txBody>
          <a:bodyPr lIns="36000" tIns="36000" rIns="36000" bIns="36000">
            <a:spAutoFit/>
          </a:bodyPr>
          <a:lstStyle>
            <a:lvl1pPr marL="0" indent="0">
              <a:lnSpc>
                <a:spcPct val="100000"/>
              </a:lnSpc>
              <a:spcBef>
                <a:spcPts val="0"/>
              </a:spcBef>
              <a:buNone/>
              <a:defRPr sz="1600">
                <a:latin typeface="+mn-ea"/>
                <a:ea typeface="+mn-ea"/>
              </a:defRPr>
            </a:lvl1pPr>
            <a:lvl2pPr>
              <a:defRPr sz="1477">
                <a:latin typeface="+mn-ea"/>
                <a:ea typeface="+mn-ea"/>
              </a:defRPr>
            </a:lvl2pPr>
            <a:lvl3pPr>
              <a:defRPr sz="1477">
                <a:latin typeface="+mn-ea"/>
                <a:ea typeface="+mn-ea"/>
              </a:defRPr>
            </a:lvl3pPr>
            <a:lvl4pPr>
              <a:defRPr sz="1477">
                <a:latin typeface="+mn-ea"/>
                <a:ea typeface="+mn-ea"/>
              </a:defRPr>
            </a:lvl4pPr>
            <a:lvl5pPr>
              <a:defRPr sz="1477">
                <a:latin typeface="+mn-ea"/>
                <a:ea typeface="+mn-ea"/>
              </a:defRPr>
            </a:lvl5pPr>
          </a:lstStyle>
          <a:p>
            <a:pPr lvl="0"/>
            <a:r>
              <a:rPr kumimoji="1" lang="ja-JP" altLang="en-US" dirty="0"/>
              <a:t>マスター テキストの書式設定</a:t>
            </a:r>
          </a:p>
        </p:txBody>
      </p:sp>
    </p:spTree>
    <p:extLst>
      <p:ext uri="{BB962C8B-B14F-4D97-AF65-F5344CB8AC3E}">
        <p14:creationId xmlns:p14="http://schemas.microsoft.com/office/powerpoint/2010/main" val="1631514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ロゴ">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5433CA2E-82F9-9C4A-ABC5-3C857529BD4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64000" y="2982750"/>
            <a:ext cx="3978000" cy="892500"/>
          </a:xfrm>
          <a:prstGeom prst="rect">
            <a:avLst/>
          </a:prstGeom>
        </p:spPr>
      </p:pic>
    </p:spTree>
    <p:extLst>
      <p:ext uri="{BB962C8B-B14F-4D97-AF65-F5344CB8AC3E}">
        <p14:creationId xmlns:p14="http://schemas.microsoft.com/office/powerpoint/2010/main" val="2851137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グライン">
    <p:spTree>
      <p:nvGrpSpPr>
        <p:cNvPr id="1" name=""/>
        <p:cNvGrpSpPr/>
        <p:nvPr/>
      </p:nvGrpSpPr>
      <p:grpSpPr>
        <a:xfrm>
          <a:off x="0" y="0"/>
          <a:ext cx="0" cy="0"/>
          <a:chOff x="0" y="0"/>
          <a:chExt cx="0" cy="0"/>
        </a:xfrm>
      </p:grpSpPr>
      <p:pic>
        <p:nvPicPr>
          <p:cNvPr id="5" name="図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735500" y="3202823"/>
            <a:ext cx="6435000" cy="357104"/>
          </a:xfrm>
          <a:prstGeom prst="rect">
            <a:avLst/>
          </a:prstGeom>
        </p:spPr>
      </p:pic>
      <p:pic>
        <p:nvPicPr>
          <p:cNvPr id="6" name="図 5"/>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286974" y="5852494"/>
            <a:ext cx="1332477" cy="736739"/>
          </a:xfrm>
          <a:prstGeom prst="rect">
            <a:avLst/>
          </a:prstGeom>
        </p:spPr>
      </p:pic>
    </p:spTree>
    <p:extLst>
      <p:ext uri="{BB962C8B-B14F-4D97-AF65-F5344CB8AC3E}">
        <p14:creationId xmlns:p14="http://schemas.microsoft.com/office/powerpoint/2010/main" val="2221520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カラーサンプル">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630" y="6407161"/>
            <a:ext cx="9476740" cy="262128"/>
          </a:xfrm>
          <a:prstGeom prst="rect">
            <a:avLst/>
          </a:prstGeom>
        </p:spPr>
      </p:pic>
      <p:sp>
        <p:nvSpPr>
          <p:cNvPr id="4" name="日付プレースホルダー 32"/>
          <p:cNvSpPr txBox="1">
            <a:spLocks/>
          </p:cNvSpPr>
          <p:nvPr userDrawn="1"/>
        </p:nvSpPr>
        <p:spPr>
          <a:xfrm>
            <a:off x="335478" y="6357513"/>
            <a:ext cx="5852552"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kumimoji="1" lang="ja-JP" altLang="en-US" sz="700" kern="1200">
                <a:solidFill>
                  <a:schemeClr val="bg1"/>
                </a:solidFill>
                <a:latin typeface="Arial" pitchFamily="34" charset="0"/>
                <a:ea typeface="ＭＳ Ｐゴシック" pitchFamily="50" charset="-128"/>
                <a:cs typeface="+mn-cs"/>
              </a:rPr>
              <a:t>＠</a:t>
            </a:r>
            <a:r>
              <a:rPr kumimoji="1" lang="en-US" altLang="ja-JP" sz="700" kern="1200">
                <a:solidFill>
                  <a:schemeClr val="bg1"/>
                </a:solidFill>
                <a:latin typeface="Arial" pitchFamily="34" charset="0"/>
                <a:ea typeface="ＭＳ Ｐゴシック" pitchFamily="50" charset="-128"/>
                <a:cs typeface="+mn-cs"/>
              </a:rPr>
              <a:t>Mitsubishi Power, Ltd.</a:t>
            </a:r>
          </a:p>
        </p:txBody>
      </p:sp>
      <p:sp>
        <p:nvSpPr>
          <p:cNvPr id="7" name="スライド番号プレースホルダー 5"/>
          <p:cNvSpPr txBox="1">
            <a:spLocks/>
          </p:cNvSpPr>
          <p:nvPr userDrawn="1"/>
        </p:nvSpPr>
        <p:spPr>
          <a:xfrm>
            <a:off x="9071901" y="6356608"/>
            <a:ext cx="564092"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a:latin typeface="Arial"/>
            </a:endParaRPr>
          </a:p>
        </p:txBody>
      </p:sp>
      <p:sp>
        <p:nvSpPr>
          <p:cNvPr id="15" name="タイトル 1"/>
          <p:cNvSpPr>
            <a:spLocks noGrp="1"/>
          </p:cNvSpPr>
          <p:nvPr>
            <p:ph type="title" hasCustomPrompt="1"/>
          </p:nvPr>
        </p:nvSpPr>
        <p:spPr>
          <a:xfrm>
            <a:off x="601747" y="128799"/>
            <a:ext cx="6922598"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601927" y="797132"/>
            <a:ext cx="6922162" cy="652463"/>
          </a:xfrm>
          <a:prstGeom prst="rect">
            <a:avLst/>
          </a:prstGeom>
        </p:spPr>
        <p:txBody>
          <a:bodyPr/>
          <a:lstStyle>
            <a:lvl1pPr marL="0" indent="0">
              <a:lnSpc>
                <a:spcPct val="120000"/>
              </a:lnSpc>
              <a:spcBef>
                <a:spcPts val="750"/>
              </a:spcBef>
              <a:buNone/>
              <a:defRPr sz="1600">
                <a:latin typeface="+mn-ea"/>
                <a:ea typeface="+mn-ea"/>
                <a:cs typeface="メイリオ" pitchFamily="50" charset="-128"/>
              </a:defRPr>
            </a:lvl1pPr>
          </a:lstStyle>
          <a:p>
            <a:pPr lvl="0"/>
            <a:r>
              <a:rPr kumimoji="1" lang="ja-JP" altLang="en-US"/>
              <a:t>テキスト </a:t>
            </a:r>
            <a:r>
              <a:rPr kumimoji="1" lang="en-US" altLang="ja-JP"/>
              <a:t>16pt</a:t>
            </a:r>
            <a:endParaRPr kumimoji="1" lang="ja-JP" altLang="en-US"/>
          </a:p>
        </p:txBody>
      </p:sp>
      <p:sp>
        <p:nvSpPr>
          <p:cNvPr id="18" name="テキスト プレースホルダー 18"/>
          <p:cNvSpPr>
            <a:spLocks noGrp="1"/>
          </p:cNvSpPr>
          <p:nvPr>
            <p:ph type="body" sz="quarter" idx="13" hasCustomPrompt="1"/>
          </p:nvPr>
        </p:nvSpPr>
        <p:spPr>
          <a:xfrm>
            <a:off x="598488" y="1525210"/>
            <a:ext cx="8874125"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a:t>テキスト </a:t>
            </a:r>
            <a:r>
              <a:rPr kumimoji="1" lang="en-US" altLang="ja-JP"/>
              <a:t>10pt</a:t>
            </a:r>
            <a:endParaRPr kumimoji="1" lang="ja-JP" altLang="en-US"/>
          </a:p>
        </p:txBody>
      </p:sp>
      <p:cxnSp>
        <p:nvCxnSpPr>
          <p:cNvPr id="21" name="直線コネクタ 20"/>
          <p:cNvCxnSpPr/>
          <p:nvPr userDrawn="1"/>
        </p:nvCxnSpPr>
        <p:spPr>
          <a:xfrm>
            <a:off x="212807" y="564204"/>
            <a:ext cx="94734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図 10">
            <a:extLst>
              <a:ext uri="{FF2B5EF4-FFF2-40B4-BE49-F238E27FC236}">
                <a16:creationId xmlns:a16="http://schemas.microsoft.com/office/drawing/2014/main" id="{A0CF93FE-1DF9-954A-AC39-0CE9B551E17A}"/>
              </a:ext>
            </a:extLst>
          </p:cNvPr>
          <p:cNvPicPr>
            <a:picLocks noChangeAspect="1"/>
          </p:cNvPicPr>
          <p:nvPr userDrawn="1"/>
        </p:nvPicPr>
        <p:blipFill>
          <a:blip r:embed="rId3" cstate="print">
            <a:alphaModFix/>
            <a:extLst>
              <a:ext uri="{28A0092B-C50C-407E-A947-70E740481C1C}">
                <a14:useLocalDpi xmlns:a14="http://schemas.microsoft.com/office/drawing/2010/main" val="0"/>
              </a:ext>
            </a:extLst>
          </a:blip>
          <a:stretch>
            <a:fillRect/>
          </a:stretch>
        </p:blipFill>
        <p:spPr>
          <a:xfrm>
            <a:off x="8299233" y="136269"/>
            <a:ext cx="1368900" cy="306327"/>
          </a:xfrm>
          <a:prstGeom prst="rect">
            <a:avLst/>
          </a:prstGeom>
        </p:spPr>
      </p:pic>
    </p:spTree>
    <p:extLst>
      <p:ext uri="{BB962C8B-B14F-4D97-AF65-F5344CB8AC3E}">
        <p14:creationId xmlns:p14="http://schemas.microsoft.com/office/powerpoint/2010/main" val="4018954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図入り用">
    <p:spTree>
      <p:nvGrpSpPr>
        <p:cNvPr id="1" name=""/>
        <p:cNvGrpSpPr/>
        <p:nvPr/>
      </p:nvGrpSpPr>
      <p:grpSpPr>
        <a:xfrm>
          <a:off x="0" y="0"/>
          <a:ext cx="0" cy="0"/>
          <a:chOff x="0" y="0"/>
          <a:chExt cx="0" cy="0"/>
        </a:xfrm>
      </p:grpSpPr>
      <p:pic>
        <p:nvPicPr>
          <p:cNvPr id="2" name="図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4630" y="6407161"/>
            <a:ext cx="9476740" cy="262128"/>
          </a:xfrm>
          <a:prstGeom prst="rect">
            <a:avLst/>
          </a:prstGeom>
        </p:spPr>
      </p:pic>
      <p:sp>
        <p:nvSpPr>
          <p:cNvPr id="4" name="日付プレースホルダー 32"/>
          <p:cNvSpPr txBox="1">
            <a:spLocks/>
          </p:cNvSpPr>
          <p:nvPr/>
        </p:nvSpPr>
        <p:spPr>
          <a:xfrm>
            <a:off x="335478" y="6357515"/>
            <a:ext cx="5852552" cy="365125"/>
          </a:xfrm>
          <a:prstGeom prst="rect">
            <a:avLst/>
          </a:prstGeom>
          <a:ln>
            <a:noFill/>
          </a:ln>
        </p:spPr>
        <p:txBody>
          <a:bodyPr vert="horz" wrap="square" lIns="0" tIns="42203" rIns="84406" bIns="42203"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kumimoji="1" lang="en-US" altLang="ja-JP" sz="646" kern="1200">
                <a:solidFill>
                  <a:schemeClr val="bg1"/>
                </a:solidFill>
                <a:latin typeface="Arial" pitchFamily="34" charset="0"/>
                <a:ea typeface="ＭＳ Ｐゴシック" pitchFamily="50" charset="-128"/>
                <a:cs typeface="+mn-cs"/>
              </a:rPr>
              <a:t>Mitsubishi Power, Ltd. All Rights Reserved.</a:t>
            </a:r>
          </a:p>
        </p:txBody>
      </p:sp>
      <p:sp>
        <p:nvSpPr>
          <p:cNvPr id="7" name="スライド番号プレースホルダー 5"/>
          <p:cNvSpPr txBox="1">
            <a:spLocks/>
          </p:cNvSpPr>
          <p:nvPr/>
        </p:nvSpPr>
        <p:spPr>
          <a:xfrm>
            <a:off x="9071901" y="6356610"/>
            <a:ext cx="564092" cy="365125"/>
          </a:xfrm>
          <a:prstGeom prst="rect">
            <a:avLst/>
          </a:prstGeom>
          <a:ln>
            <a:noFill/>
          </a:ln>
        </p:spPr>
        <p:txBody>
          <a:bodyPr vert="horz" wrap="square" lIns="84406" tIns="42203" rIns="84406" bIns="42203"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923" smtClean="0">
                <a:latin typeface="Arial"/>
              </a:rPr>
              <a:pPr>
                <a:defRPr/>
              </a:pPr>
              <a:t>‹#›</a:t>
            </a:fld>
            <a:endParaRPr lang="en-US" altLang="ja-JP" sz="923">
              <a:latin typeface="Arial"/>
            </a:endParaRPr>
          </a:p>
        </p:txBody>
      </p:sp>
      <p:sp>
        <p:nvSpPr>
          <p:cNvPr id="15" name="タイトル 1"/>
          <p:cNvSpPr>
            <a:spLocks noGrp="1"/>
          </p:cNvSpPr>
          <p:nvPr>
            <p:ph type="title" hasCustomPrompt="1"/>
          </p:nvPr>
        </p:nvSpPr>
        <p:spPr>
          <a:xfrm>
            <a:off x="499774" y="128801"/>
            <a:ext cx="7799458" cy="349961"/>
          </a:xfrm>
          <a:prstGeom prst="rect">
            <a:avLst/>
          </a:prstGeom>
        </p:spPr>
        <p:txBody>
          <a:bodyPr/>
          <a:lstStyle>
            <a:lvl1pPr>
              <a:lnSpc>
                <a:spcPct val="100000"/>
              </a:lnSpc>
              <a:defRPr sz="2031" b="1">
                <a:latin typeface="+mj-ea"/>
                <a:ea typeface="+mj-ea"/>
                <a:cs typeface="メイリオ" pitchFamily="50" charset="-128"/>
              </a:defRPr>
            </a:lvl1pPr>
          </a:lstStyle>
          <a:p>
            <a:r>
              <a:rPr kumimoji="1" lang="ja-JP" altLang="en-US"/>
              <a:t>ページタイトル </a:t>
            </a:r>
            <a:r>
              <a:rPr kumimoji="1" lang="en-US" altLang="ja-JP"/>
              <a:t>22pt</a:t>
            </a:r>
            <a:endParaRPr kumimoji="1" lang="ja-JP" altLang="en-US"/>
          </a:p>
        </p:txBody>
      </p:sp>
      <p:sp>
        <p:nvSpPr>
          <p:cNvPr id="17" name="テキスト プレースホルダー 9"/>
          <p:cNvSpPr>
            <a:spLocks noGrp="1"/>
          </p:cNvSpPr>
          <p:nvPr>
            <p:ph type="body" sz="quarter" idx="10" hasCustomPrompt="1"/>
          </p:nvPr>
        </p:nvSpPr>
        <p:spPr>
          <a:xfrm>
            <a:off x="495300" y="797131"/>
            <a:ext cx="8988238" cy="668598"/>
          </a:xfrm>
          <a:prstGeom prst="rect">
            <a:avLst/>
          </a:prstGeom>
        </p:spPr>
        <p:txBody>
          <a:bodyPr/>
          <a:lstStyle>
            <a:lvl1pPr marL="0" marR="0" indent="0" algn="l" defTabSz="633062" rtl="0" eaLnBrk="1" fontAlgn="auto" latinLnBrk="0" hangingPunct="1">
              <a:lnSpc>
                <a:spcPct val="100000"/>
              </a:lnSpc>
              <a:spcBef>
                <a:spcPts val="0"/>
              </a:spcBef>
              <a:spcAft>
                <a:spcPts val="0"/>
              </a:spcAft>
              <a:buClrTx/>
              <a:buSzTx/>
              <a:buFont typeface="Arial" panose="020B0604020202020204" pitchFamily="34" charset="0"/>
              <a:buNone/>
              <a:tabLst/>
              <a:defRPr sz="1292">
                <a:latin typeface="+mn-ea"/>
                <a:ea typeface="+mn-ea"/>
                <a:cs typeface="メイリオ" pitchFamily="50" charset="-128"/>
              </a:defRPr>
            </a:lvl1pPr>
          </a:lstStyle>
          <a:p>
            <a:pPr marL="0" marR="0" lvl="0" indent="0" algn="l" defTabSz="633062" rtl="0" eaLnBrk="1" fontAlgn="auto" latinLnBrk="0" hangingPunct="1">
              <a:lnSpc>
                <a:spcPct val="120000"/>
              </a:lnSpc>
              <a:spcBef>
                <a:spcPts val="692"/>
              </a:spcBef>
              <a:spcAft>
                <a:spcPts val="0"/>
              </a:spcAft>
              <a:buClrTx/>
              <a:buSzTx/>
              <a:buFont typeface="Arial" panose="020B0604020202020204" pitchFamily="34" charset="0"/>
              <a:buNone/>
              <a:tabLst/>
              <a:defRPr/>
            </a:pPr>
            <a:r>
              <a:rPr kumimoji="1" lang="ja-JP" altLang="en-US"/>
              <a:t>ヘッダ説明 </a:t>
            </a:r>
            <a:r>
              <a:rPr kumimoji="1" lang="en-US" altLang="ja-JP"/>
              <a:t>14pt</a:t>
            </a:r>
            <a:endParaRPr kumimoji="1" lang="ja-JP" altLang="en-US"/>
          </a:p>
        </p:txBody>
      </p:sp>
      <p:cxnSp>
        <p:nvCxnSpPr>
          <p:cNvPr id="21" name="直線コネクタ 20"/>
          <p:cNvCxnSpPr/>
          <p:nvPr/>
        </p:nvCxnSpPr>
        <p:spPr>
          <a:xfrm>
            <a:off x="212807" y="564204"/>
            <a:ext cx="94734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EE1E5EBA-94F7-8C48-858F-F0B74054BB66}"/>
              </a:ext>
            </a:extLst>
          </p:cNvPr>
          <p:cNvPicPr>
            <a:picLocks noChangeAspect="1"/>
          </p:cNvPicPr>
          <p:nvPr/>
        </p:nvPicPr>
        <p:blipFill>
          <a:blip r:embed="rId3" cstate="print">
            <a:alphaModFix/>
            <a:extLst>
              <a:ext uri="{28A0092B-C50C-407E-A947-70E740481C1C}">
                <a14:useLocalDpi xmlns:a14="http://schemas.microsoft.com/office/drawing/2010/main" val="0"/>
              </a:ext>
            </a:extLst>
          </a:blip>
          <a:stretch>
            <a:fillRect/>
          </a:stretch>
        </p:blipFill>
        <p:spPr>
          <a:xfrm>
            <a:off x="8299233" y="136271"/>
            <a:ext cx="1368900" cy="306327"/>
          </a:xfrm>
          <a:prstGeom prst="rect">
            <a:avLst/>
          </a:prstGeom>
        </p:spPr>
      </p:pic>
    </p:spTree>
    <p:extLst>
      <p:ext uri="{BB962C8B-B14F-4D97-AF65-F5344CB8AC3E}">
        <p14:creationId xmlns:p14="http://schemas.microsoft.com/office/powerpoint/2010/main" val="2733328432"/>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カラーサンプル">
    <p:spTree>
      <p:nvGrpSpPr>
        <p:cNvPr id="1" name=""/>
        <p:cNvGrpSpPr/>
        <p:nvPr/>
      </p:nvGrpSpPr>
      <p:grpSpPr>
        <a:xfrm>
          <a:off x="0" y="0"/>
          <a:ext cx="0" cy="0"/>
          <a:chOff x="0" y="0"/>
          <a:chExt cx="0" cy="0"/>
        </a:xfrm>
      </p:grpSpPr>
      <p:pic>
        <p:nvPicPr>
          <p:cNvPr id="13" name="図 12"/>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216408" y="6407265"/>
            <a:ext cx="9469836" cy="262024"/>
          </a:xfrm>
          <a:prstGeom prst="rect">
            <a:avLst/>
          </a:prstGeom>
        </p:spPr>
      </p:pic>
      <p:sp>
        <p:nvSpPr>
          <p:cNvPr id="4" name="日付プレースホルダー 32"/>
          <p:cNvSpPr txBox="1">
            <a:spLocks/>
          </p:cNvSpPr>
          <p:nvPr userDrawn="1"/>
        </p:nvSpPr>
        <p:spPr>
          <a:xfrm>
            <a:off x="335478" y="6357515"/>
            <a:ext cx="5852552" cy="365125"/>
          </a:xfrm>
          <a:prstGeom prst="rect">
            <a:avLst/>
          </a:prstGeom>
          <a:ln>
            <a:noFill/>
          </a:ln>
        </p:spPr>
        <p:txBody>
          <a:bodyPr vert="horz" wrap="square" lIns="0" tIns="38969" rIns="77937" bIns="38969"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kumimoji="1" lang="en-US" altLang="ja-JP" sz="525" kern="1200" dirty="0">
                <a:solidFill>
                  <a:schemeClr val="bg1"/>
                </a:solidFill>
                <a:latin typeface="Arial" pitchFamily="34" charset="0"/>
                <a:ea typeface="ＭＳ Ｐゴシック" pitchFamily="50" charset="-128"/>
                <a:cs typeface="+mn-cs"/>
              </a:rPr>
              <a:t>Mitsubishi Power, Ltd. All Rights Reserved.</a:t>
            </a:r>
          </a:p>
        </p:txBody>
      </p:sp>
      <p:sp>
        <p:nvSpPr>
          <p:cNvPr id="7" name="スライド番号プレースホルダー 5"/>
          <p:cNvSpPr txBox="1">
            <a:spLocks/>
          </p:cNvSpPr>
          <p:nvPr userDrawn="1"/>
        </p:nvSpPr>
        <p:spPr>
          <a:xfrm>
            <a:off x="9071901" y="6356610"/>
            <a:ext cx="564092" cy="365125"/>
          </a:xfrm>
          <a:prstGeom prst="rect">
            <a:avLst/>
          </a:prstGeom>
          <a:ln>
            <a:noFill/>
          </a:ln>
        </p:spPr>
        <p:txBody>
          <a:bodyPr vert="horz" wrap="square" lIns="77937" tIns="38969" rIns="77937" bIns="38969"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750" smtClean="0">
                <a:latin typeface="Arial"/>
              </a:rPr>
              <a:pPr>
                <a:defRPr/>
              </a:pPr>
              <a:t>‹#›</a:t>
            </a:fld>
            <a:endParaRPr lang="en-US" altLang="ja-JP" sz="750" dirty="0">
              <a:latin typeface="Arial"/>
            </a:endParaRPr>
          </a:p>
        </p:txBody>
      </p:sp>
      <p:cxnSp>
        <p:nvCxnSpPr>
          <p:cNvPr id="21" name="直線コネクタ 20"/>
          <p:cNvCxnSpPr/>
          <p:nvPr userDrawn="1"/>
        </p:nvCxnSpPr>
        <p:spPr>
          <a:xfrm>
            <a:off x="212807" y="564204"/>
            <a:ext cx="94734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タイトル 1"/>
          <p:cNvSpPr>
            <a:spLocks noGrp="1"/>
          </p:cNvSpPr>
          <p:nvPr>
            <p:ph type="title" hasCustomPrompt="1"/>
          </p:nvPr>
        </p:nvSpPr>
        <p:spPr>
          <a:xfrm>
            <a:off x="448925" y="128800"/>
            <a:ext cx="7075422" cy="349961"/>
          </a:xfrm>
          <a:prstGeom prst="rect">
            <a:avLst/>
          </a:prstGeom>
        </p:spPr>
        <p:txBody>
          <a:bodyPr lIns="103903" tIns="51952" rIns="103903" bIns="51952"/>
          <a:lstStyle>
            <a:lvl1pPr>
              <a:lnSpc>
                <a:spcPct val="100000"/>
              </a:lnSpc>
              <a:defRPr sz="1651" b="1">
                <a:latin typeface="+mj-ea"/>
                <a:ea typeface="+mj-ea"/>
                <a:cs typeface="メイリオ" pitchFamily="50" charset="-128"/>
              </a:defRPr>
            </a:lvl1pPr>
          </a:lstStyle>
          <a:p>
            <a:r>
              <a:rPr kumimoji="1" lang="ja-JP" altLang="en-US" dirty="0"/>
              <a:t>ページタイトル </a:t>
            </a:r>
            <a:r>
              <a:rPr kumimoji="1" lang="en-US" altLang="ja-JP" dirty="0"/>
              <a:t>22pt</a:t>
            </a:r>
            <a:endParaRPr kumimoji="1" lang="ja-JP" altLang="en-US" dirty="0"/>
          </a:p>
        </p:txBody>
      </p:sp>
      <p:sp>
        <p:nvSpPr>
          <p:cNvPr id="11" name="テキスト プレースホルダー 9"/>
          <p:cNvSpPr>
            <a:spLocks noGrp="1"/>
          </p:cNvSpPr>
          <p:nvPr>
            <p:ph type="body" sz="quarter" idx="10" hasCustomPrompt="1"/>
          </p:nvPr>
        </p:nvSpPr>
        <p:spPr>
          <a:xfrm>
            <a:off x="448924" y="797133"/>
            <a:ext cx="7075166" cy="652463"/>
          </a:xfrm>
          <a:prstGeom prst="rect">
            <a:avLst/>
          </a:prstGeom>
        </p:spPr>
        <p:txBody>
          <a:bodyPr lIns="103903" tIns="51952" rIns="103903" bIns="51952"/>
          <a:lstStyle>
            <a:lvl1pPr marL="0" marR="0" indent="0" algn="l" defTabSz="584543" rtl="0" eaLnBrk="1" fontAlgn="auto" latinLnBrk="0" hangingPunct="1">
              <a:lnSpc>
                <a:spcPct val="120000"/>
              </a:lnSpc>
              <a:spcBef>
                <a:spcPts val="639"/>
              </a:spcBef>
              <a:spcAft>
                <a:spcPts val="0"/>
              </a:spcAft>
              <a:buClrTx/>
              <a:buSzTx/>
              <a:buFont typeface="Arial" panose="020B0604020202020204" pitchFamily="34" charset="0"/>
              <a:buNone/>
              <a:tabLst/>
              <a:defRPr sz="1200">
                <a:latin typeface="+mn-ea"/>
                <a:ea typeface="+mn-ea"/>
                <a:cs typeface="メイリオ" pitchFamily="50" charset="-128"/>
              </a:defRPr>
            </a:lvl1pPr>
          </a:lstStyle>
          <a:p>
            <a:pPr marL="0" marR="0" lvl="0" indent="0" algn="l" defTabSz="584543" rtl="0" eaLnBrk="1" fontAlgn="auto" latinLnBrk="0" hangingPunct="1">
              <a:lnSpc>
                <a:spcPct val="120000"/>
              </a:lnSpc>
              <a:spcBef>
                <a:spcPts val="639"/>
              </a:spcBef>
              <a:spcAft>
                <a:spcPts val="0"/>
              </a:spcAft>
              <a:buClrTx/>
              <a:buSzTx/>
              <a:buFont typeface="Arial" panose="020B0604020202020204" pitchFamily="34" charset="0"/>
              <a:buNone/>
              <a:tabLst/>
              <a:defRPr/>
            </a:pPr>
            <a:r>
              <a:rPr kumimoji="1" lang="ja-JP" altLang="en-US" dirty="0"/>
              <a:t>テキスト </a:t>
            </a:r>
            <a:r>
              <a:rPr kumimoji="1" lang="en-US" altLang="ja-JP" dirty="0"/>
              <a:t>16pt</a:t>
            </a:r>
            <a:endParaRPr kumimoji="1" lang="ja-JP" altLang="en-US" dirty="0"/>
          </a:p>
        </p:txBody>
      </p:sp>
      <p:sp>
        <p:nvSpPr>
          <p:cNvPr id="14" name="テキスト プレースホルダー 18"/>
          <p:cNvSpPr>
            <a:spLocks noGrp="1"/>
          </p:cNvSpPr>
          <p:nvPr>
            <p:ph type="body" sz="quarter" idx="13" hasCustomPrompt="1"/>
          </p:nvPr>
        </p:nvSpPr>
        <p:spPr>
          <a:xfrm>
            <a:off x="448925" y="1525210"/>
            <a:ext cx="9023689" cy="838164"/>
          </a:xfrm>
          <a:prstGeom prst="rect">
            <a:avLst/>
          </a:prstGeom>
        </p:spPr>
        <p:txBody>
          <a:bodyPr lIns="103903" tIns="51952" rIns="103903" bIns="51952" numCol="2" spcCol="613602"/>
          <a:lstStyle>
            <a:lvl1pPr marL="0" indent="0">
              <a:lnSpc>
                <a:spcPct val="120000"/>
              </a:lnSpc>
              <a:spcBef>
                <a:spcPts val="639"/>
              </a:spcBef>
              <a:buNone/>
              <a:defRPr sz="750">
                <a:latin typeface="+mn-ea"/>
                <a:ea typeface="+mn-ea"/>
                <a:cs typeface="メイリオ" pitchFamily="50" charset="-128"/>
              </a:defRPr>
            </a:lvl1pPr>
          </a:lstStyle>
          <a:p>
            <a:pPr lvl="0"/>
            <a:r>
              <a:rPr kumimoji="1" lang="ja-JP" altLang="en-US" dirty="0"/>
              <a:t>テキスト </a:t>
            </a:r>
            <a:r>
              <a:rPr kumimoji="1" lang="en-US" altLang="ja-JP" dirty="0"/>
              <a:t>10pt</a:t>
            </a:r>
            <a:endParaRPr kumimoji="1" lang="ja-JP" altLang="en-US" dirty="0"/>
          </a:p>
        </p:txBody>
      </p:sp>
      <p:pic>
        <p:nvPicPr>
          <p:cNvPr id="15" name="図 14">
            <a:extLst>
              <a:ext uri="{FF2B5EF4-FFF2-40B4-BE49-F238E27FC236}">
                <a16:creationId xmlns:a16="http://schemas.microsoft.com/office/drawing/2014/main" id="{62AD3421-4E3D-0141-AF41-0F96686C264A}"/>
              </a:ext>
            </a:extLst>
          </p:cNvPr>
          <p:cNvPicPr>
            <a:picLocks noChangeAspect="1"/>
          </p:cNvPicPr>
          <p:nvPr userDrawn="1"/>
        </p:nvPicPr>
        <p:blipFill>
          <a:blip r:embed="rId3" cstate="print">
            <a:alphaModFix/>
            <a:extLst>
              <a:ext uri="{28A0092B-C50C-407E-A947-70E740481C1C}">
                <a14:useLocalDpi xmlns:a14="http://schemas.microsoft.com/office/drawing/2010/main" val="0"/>
              </a:ext>
            </a:extLst>
          </a:blip>
          <a:stretch>
            <a:fillRect/>
          </a:stretch>
        </p:blipFill>
        <p:spPr>
          <a:xfrm>
            <a:off x="8659396" y="141084"/>
            <a:ext cx="1032009" cy="304729"/>
          </a:xfrm>
          <a:prstGeom prst="rect">
            <a:avLst/>
          </a:prstGeom>
        </p:spPr>
      </p:pic>
    </p:spTree>
    <p:extLst>
      <p:ext uri="{BB962C8B-B14F-4D97-AF65-F5344CB8AC3E}">
        <p14:creationId xmlns:p14="http://schemas.microsoft.com/office/powerpoint/2010/main" val="36028013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コンテンツ">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630" y="6407161"/>
            <a:ext cx="9476740" cy="262128"/>
          </a:xfrm>
          <a:prstGeom prst="rect">
            <a:avLst/>
          </a:prstGeom>
        </p:spPr>
      </p:pic>
      <p:sp>
        <p:nvSpPr>
          <p:cNvPr id="4" name="日付プレースホルダー 32"/>
          <p:cNvSpPr txBox="1">
            <a:spLocks/>
          </p:cNvSpPr>
          <p:nvPr userDrawn="1"/>
        </p:nvSpPr>
        <p:spPr>
          <a:xfrm>
            <a:off x="335478" y="6357513"/>
            <a:ext cx="5852552"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kumimoji="1" lang="en-US" altLang="ja-JP" sz="700" kern="1200" dirty="0">
                <a:solidFill>
                  <a:schemeClr val="bg1"/>
                </a:solidFill>
                <a:latin typeface="Arial" pitchFamily="34" charset="0"/>
                <a:ea typeface="ＭＳ Ｐゴシック" pitchFamily="50" charset="-128"/>
                <a:cs typeface="+mn-cs"/>
              </a:rPr>
              <a:t>Mitsubishi Power, Ltd. All Rights Reserved.</a:t>
            </a:r>
          </a:p>
        </p:txBody>
      </p:sp>
      <p:sp>
        <p:nvSpPr>
          <p:cNvPr id="7" name="スライド番号プレースホルダー 5"/>
          <p:cNvSpPr txBox="1">
            <a:spLocks/>
          </p:cNvSpPr>
          <p:nvPr userDrawn="1"/>
        </p:nvSpPr>
        <p:spPr>
          <a:xfrm>
            <a:off x="9071901" y="6356608"/>
            <a:ext cx="564092"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dirty="0">
              <a:latin typeface="Arial"/>
            </a:endParaRPr>
          </a:p>
        </p:txBody>
      </p:sp>
      <p:sp>
        <p:nvSpPr>
          <p:cNvPr id="15" name="タイトル 1"/>
          <p:cNvSpPr>
            <a:spLocks noGrp="1"/>
          </p:cNvSpPr>
          <p:nvPr>
            <p:ph type="title" hasCustomPrompt="1"/>
          </p:nvPr>
        </p:nvSpPr>
        <p:spPr>
          <a:xfrm>
            <a:off x="601747" y="128799"/>
            <a:ext cx="6922598"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dirty="0"/>
              <a:t>ページタイトル </a:t>
            </a:r>
            <a:r>
              <a:rPr kumimoji="1" lang="en-US" altLang="ja-JP" dirty="0"/>
              <a:t>22pt</a:t>
            </a:r>
            <a:endParaRPr kumimoji="1" lang="ja-JP" altLang="en-US" dirty="0"/>
          </a:p>
        </p:txBody>
      </p:sp>
      <p:sp>
        <p:nvSpPr>
          <p:cNvPr id="17" name="テキスト プレースホルダー 9"/>
          <p:cNvSpPr>
            <a:spLocks noGrp="1"/>
          </p:cNvSpPr>
          <p:nvPr>
            <p:ph type="body" sz="quarter" idx="10" hasCustomPrompt="1"/>
          </p:nvPr>
        </p:nvSpPr>
        <p:spPr>
          <a:xfrm>
            <a:off x="601927" y="797132"/>
            <a:ext cx="6922162" cy="652463"/>
          </a:xfrm>
          <a:prstGeom prst="rect">
            <a:avLst/>
          </a:prstGeom>
        </p:spPr>
        <p:txBody>
          <a:bodyPr/>
          <a:lstStyle>
            <a:lvl1pPr marL="0" marR="0" indent="0" algn="l" defTabSz="685800" rtl="0" eaLnBrk="1" fontAlgn="auto" latinLnBrk="0" hangingPunct="1">
              <a:lnSpc>
                <a:spcPct val="120000"/>
              </a:lnSpc>
              <a:spcBef>
                <a:spcPts val="750"/>
              </a:spcBef>
              <a:spcAft>
                <a:spcPts val="0"/>
              </a:spcAft>
              <a:buClrTx/>
              <a:buSzTx/>
              <a:buFont typeface="Arial" panose="020B0604020202020204" pitchFamily="34" charset="0"/>
              <a:buNone/>
              <a:tabLst/>
              <a:defRPr sz="1600">
                <a:latin typeface="+mn-ea"/>
                <a:ea typeface="+mn-ea"/>
                <a:cs typeface="メイリオ" pitchFamily="50" charset="-128"/>
              </a:defRPr>
            </a:lvl1pPr>
          </a:lstStyle>
          <a:p>
            <a:pPr marL="0" marR="0" lvl="0" indent="0" algn="l" defTabSz="685800" rtl="0" eaLnBrk="1" fontAlgn="auto" latinLnBrk="0" hangingPunct="1">
              <a:lnSpc>
                <a:spcPct val="120000"/>
              </a:lnSpc>
              <a:spcBef>
                <a:spcPts val="750"/>
              </a:spcBef>
              <a:spcAft>
                <a:spcPts val="0"/>
              </a:spcAft>
              <a:buClrTx/>
              <a:buSzTx/>
              <a:buFont typeface="Arial" panose="020B0604020202020204" pitchFamily="34" charset="0"/>
              <a:buNone/>
              <a:tabLst/>
              <a:defRPr/>
            </a:pPr>
            <a:r>
              <a:rPr kumimoji="1" lang="ja-JP" altLang="en-US" dirty="0"/>
              <a:t>テキスト </a:t>
            </a:r>
            <a:r>
              <a:rPr kumimoji="1" lang="en-US" altLang="ja-JP" dirty="0"/>
              <a:t>16pt</a:t>
            </a:r>
            <a:endParaRPr kumimoji="1" lang="ja-JP" altLang="en-US" dirty="0"/>
          </a:p>
        </p:txBody>
      </p:sp>
      <p:sp>
        <p:nvSpPr>
          <p:cNvPr id="18" name="テキスト プレースホルダー 18"/>
          <p:cNvSpPr>
            <a:spLocks noGrp="1"/>
          </p:cNvSpPr>
          <p:nvPr>
            <p:ph type="body" sz="quarter" idx="13" hasCustomPrompt="1"/>
          </p:nvPr>
        </p:nvSpPr>
        <p:spPr>
          <a:xfrm>
            <a:off x="598488" y="1525210"/>
            <a:ext cx="8874125" cy="838164"/>
          </a:xfrm>
          <a:prstGeom prst="rect">
            <a:avLst/>
          </a:prstGeom>
        </p:spPr>
        <p:txBody>
          <a:bodyPr numCol="2" spcCol="540000"/>
          <a:lstStyle>
            <a:lvl1pPr marL="0" indent="0">
              <a:lnSpc>
                <a:spcPct val="120000"/>
              </a:lnSpc>
              <a:spcBef>
                <a:spcPts val="750"/>
              </a:spcBef>
              <a:buNone/>
              <a:defRPr sz="1000">
                <a:latin typeface="+mn-ea"/>
                <a:ea typeface="+mn-ea"/>
                <a:cs typeface="メイリオ" pitchFamily="50" charset="-128"/>
              </a:defRPr>
            </a:lvl1pPr>
          </a:lstStyle>
          <a:p>
            <a:pPr lvl="0"/>
            <a:r>
              <a:rPr kumimoji="1" lang="ja-JP" altLang="en-US" dirty="0"/>
              <a:t>テキスト </a:t>
            </a:r>
            <a:r>
              <a:rPr kumimoji="1" lang="en-US" altLang="ja-JP" dirty="0"/>
              <a:t>10pt</a:t>
            </a:r>
            <a:endParaRPr kumimoji="1" lang="ja-JP" altLang="en-US" dirty="0"/>
          </a:p>
        </p:txBody>
      </p:sp>
      <p:sp>
        <p:nvSpPr>
          <p:cNvPr id="22" name="テキスト プレースホルダー 18"/>
          <p:cNvSpPr>
            <a:spLocks noGrp="1"/>
          </p:cNvSpPr>
          <p:nvPr>
            <p:ph type="body" sz="quarter" idx="14" hasCustomPrompt="1"/>
          </p:nvPr>
        </p:nvSpPr>
        <p:spPr>
          <a:xfrm>
            <a:off x="598488" y="5434207"/>
            <a:ext cx="8874124" cy="838164"/>
          </a:xfrm>
          <a:prstGeom prst="rect">
            <a:avLst/>
          </a:prstGeom>
        </p:spPr>
        <p:txBody>
          <a:bodyPr numCol="2" spcCol="540000"/>
          <a:lstStyle>
            <a:lvl1pPr marL="0" indent="0">
              <a:lnSpc>
                <a:spcPct val="100000"/>
              </a:lnSpc>
              <a:spcBef>
                <a:spcPts val="0"/>
              </a:spcBef>
              <a:buNone/>
              <a:defRPr sz="1000">
                <a:latin typeface="+mn-ea"/>
                <a:ea typeface="+mn-ea"/>
                <a:cs typeface="メイリオ" pitchFamily="50" charset="-128"/>
              </a:defRPr>
            </a:lvl1pPr>
          </a:lstStyle>
          <a:p>
            <a:pPr lvl="0"/>
            <a:r>
              <a:rPr kumimoji="1" lang="ja-JP" altLang="en-US" dirty="0"/>
              <a:t>テキスト </a:t>
            </a:r>
            <a:r>
              <a:rPr kumimoji="1" lang="en-US" altLang="ja-JP" dirty="0"/>
              <a:t>10pt</a:t>
            </a:r>
            <a:endParaRPr kumimoji="1" lang="ja-JP" altLang="en-US" dirty="0"/>
          </a:p>
        </p:txBody>
      </p:sp>
      <p:sp>
        <p:nvSpPr>
          <p:cNvPr id="23" name="コンテンツ プレースホルダー 8"/>
          <p:cNvSpPr>
            <a:spLocks noGrp="1"/>
          </p:cNvSpPr>
          <p:nvPr>
            <p:ph sz="quarter" idx="15" hasCustomPrompt="1"/>
          </p:nvPr>
        </p:nvSpPr>
        <p:spPr>
          <a:xfrm>
            <a:off x="601929" y="2517779"/>
            <a:ext cx="4351073" cy="2728913"/>
          </a:xfrm>
          <a:prstGeom prst="rect">
            <a:avLst/>
          </a:prstGeom>
        </p:spPr>
        <p:txBody>
          <a:bodyPr/>
          <a:lstStyle>
            <a:lvl1pPr marL="0" indent="0">
              <a:lnSpc>
                <a:spcPct val="100000"/>
              </a:lnSpc>
              <a:spcBef>
                <a:spcPts val="0"/>
              </a:spcBef>
              <a:buNone/>
              <a:defRPr sz="1400">
                <a:latin typeface="+mn-ea"/>
                <a:ea typeface="+mn-ea"/>
                <a:cs typeface="メイリオ" pitchFamily="50" charset="-128"/>
              </a:defRPr>
            </a:lvl1pPr>
          </a:lstStyle>
          <a:p>
            <a:pPr lvl="0"/>
            <a:r>
              <a:rPr kumimoji="1" lang="ja-JP" altLang="en-US" dirty="0"/>
              <a:t>オブジェクト</a:t>
            </a:r>
          </a:p>
        </p:txBody>
      </p:sp>
      <p:sp>
        <p:nvSpPr>
          <p:cNvPr id="24" name="コンテンツ プレースホルダー 8"/>
          <p:cNvSpPr>
            <a:spLocks noGrp="1"/>
          </p:cNvSpPr>
          <p:nvPr>
            <p:ph sz="quarter" idx="16" hasCustomPrompt="1"/>
          </p:nvPr>
        </p:nvSpPr>
        <p:spPr>
          <a:xfrm>
            <a:off x="5112971" y="2517779"/>
            <a:ext cx="4351073" cy="2728913"/>
          </a:xfrm>
          <a:prstGeom prst="rect">
            <a:avLst/>
          </a:prstGeom>
        </p:spPr>
        <p:txBody>
          <a:bodyPr/>
          <a:lstStyle>
            <a:lvl1pPr marL="0" indent="0">
              <a:lnSpc>
                <a:spcPct val="100000"/>
              </a:lnSpc>
              <a:spcBef>
                <a:spcPts val="0"/>
              </a:spcBef>
              <a:buNone/>
              <a:defRPr sz="1400">
                <a:latin typeface="+mn-ea"/>
                <a:ea typeface="+mn-ea"/>
                <a:cs typeface="メイリオ" pitchFamily="50" charset="-128"/>
              </a:defRPr>
            </a:lvl1pPr>
          </a:lstStyle>
          <a:p>
            <a:pPr lvl="0"/>
            <a:r>
              <a:rPr kumimoji="1" lang="ja-JP" altLang="en-US" dirty="0"/>
              <a:t>オブジェクト</a:t>
            </a:r>
          </a:p>
        </p:txBody>
      </p:sp>
      <p:cxnSp>
        <p:nvCxnSpPr>
          <p:cNvPr id="21" name="直線コネクタ 20"/>
          <p:cNvCxnSpPr/>
          <p:nvPr userDrawn="1"/>
        </p:nvCxnSpPr>
        <p:spPr>
          <a:xfrm>
            <a:off x="212807" y="564204"/>
            <a:ext cx="94734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EE1E5EBA-94F7-8C48-858F-F0B74054BB66}"/>
              </a:ext>
            </a:extLst>
          </p:cNvPr>
          <p:cNvPicPr>
            <a:picLocks noChangeAspect="1"/>
          </p:cNvPicPr>
          <p:nvPr userDrawn="1"/>
        </p:nvPicPr>
        <p:blipFill>
          <a:blip r:embed="rId3" cstate="print">
            <a:alphaModFix/>
            <a:extLst>
              <a:ext uri="{28A0092B-C50C-407E-A947-70E740481C1C}">
                <a14:useLocalDpi xmlns:a14="http://schemas.microsoft.com/office/drawing/2010/main" val="0"/>
              </a:ext>
            </a:extLst>
          </a:blip>
          <a:stretch>
            <a:fillRect/>
          </a:stretch>
        </p:blipFill>
        <p:spPr>
          <a:xfrm>
            <a:off x="8299233" y="136269"/>
            <a:ext cx="1368900" cy="306327"/>
          </a:xfrm>
          <a:prstGeom prst="rect">
            <a:avLst/>
          </a:prstGeom>
        </p:spPr>
      </p:pic>
    </p:spTree>
    <p:extLst>
      <p:ext uri="{BB962C8B-B14F-4D97-AF65-F5344CB8AC3E}">
        <p14:creationId xmlns:p14="http://schemas.microsoft.com/office/powerpoint/2010/main" val="15445687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カラーサンプル">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4630" y="6407161"/>
            <a:ext cx="9476740" cy="262128"/>
          </a:xfrm>
          <a:prstGeom prst="rect">
            <a:avLst/>
          </a:prstGeom>
        </p:spPr>
      </p:pic>
      <p:sp>
        <p:nvSpPr>
          <p:cNvPr id="4" name="日付プレースホルダー 32"/>
          <p:cNvSpPr txBox="1">
            <a:spLocks/>
          </p:cNvSpPr>
          <p:nvPr userDrawn="1"/>
        </p:nvSpPr>
        <p:spPr>
          <a:xfrm>
            <a:off x="335478" y="6357513"/>
            <a:ext cx="5852552"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bg1"/>
                </a:solidFill>
                <a:latin typeface="+mn-lt"/>
              </a:rPr>
              <a:t>© MITSUBISHI HEAVY INDUSTRIES, LTD.  All Rights Reserved.</a:t>
            </a:r>
            <a:endParaRPr lang="ja-JP" altLang="en-US" sz="700" dirty="0">
              <a:solidFill>
                <a:schemeClr val="bg1"/>
              </a:solidFill>
              <a:latin typeface="+mn-lt"/>
            </a:endParaRPr>
          </a:p>
        </p:txBody>
      </p:sp>
      <p:sp>
        <p:nvSpPr>
          <p:cNvPr id="7" name="スライド番号プレースホルダー 5"/>
          <p:cNvSpPr txBox="1">
            <a:spLocks/>
          </p:cNvSpPr>
          <p:nvPr userDrawn="1"/>
        </p:nvSpPr>
        <p:spPr>
          <a:xfrm>
            <a:off x="9071901" y="6356608"/>
            <a:ext cx="564092"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dirty="0">
              <a:latin typeface="Arial"/>
            </a:endParaRPr>
          </a:p>
        </p:txBody>
      </p:sp>
      <p:sp>
        <p:nvSpPr>
          <p:cNvPr id="15" name="タイトル 1"/>
          <p:cNvSpPr>
            <a:spLocks noGrp="1"/>
          </p:cNvSpPr>
          <p:nvPr>
            <p:ph type="title" hasCustomPrompt="1"/>
          </p:nvPr>
        </p:nvSpPr>
        <p:spPr>
          <a:xfrm>
            <a:off x="249822" y="128799"/>
            <a:ext cx="6922598"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dirty="0"/>
              <a:t>ページタイトル </a:t>
            </a:r>
            <a:r>
              <a:rPr kumimoji="1" lang="en-US" altLang="ja-JP" dirty="0"/>
              <a:t>22pt</a:t>
            </a:r>
            <a:endParaRPr kumimoji="1" lang="ja-JP" altLang="en-US" dirty="0"/>
          </a:p>
        </p:txBody>
      </p:sp>
      <p:cxnSp>
        <p:nvCxnSpPr>
          <p:cNvPr id="21" name="直線コネクタ 20"/>
          <p:cNvCxnSpPr/>
          <p:nvPr userDrawn="1"/>
        </p:nvCxnSpPr>
        <p:spPr>
          <a:xfrm>
            <a:off x="212807" y="564204"/>
            <a:ext cx="94734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Picture 2" descr="\\S-server2-pc\l\1805_MHI_PPTテンプレート修正\FromDOS\180514\MHI_PPTテンプレート_0514\PPT用ロゴデータ_0514\三菱重工（念のため）\JP01\Fullcolor\Positive\MHI_JP01_FC_POS_RGB.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332854" y="86759"/>
            <a:ext cx="1434975" cy="374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9387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ags" Target="../tags/tag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image" Target="../media/image4.emf"/><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588572"/>
      </p:ext>
    </p:extLst>
  </p:cSld>
  <p:clrMap bg1="lt1" tx1="dk1" bg2="lt2" tx2="dk2" accent1="accent1" accent2="accent2" accent3="accent3" accent4="accent4" accent5="accent5" accent6="accent6" hlink="hlink" folHlink="folHlink"/>
  <p:sldLayoutIdLst>
    <p:sldLayoutId id="2147483700" r:id="rId1"/>
    <p:sldLayoutId id="2147483706" r:id="rId2"/>
    <p:sldLayoutId id="2147483722" r:id="rId3"/>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1B45399-B1C1-446C-AF75-ADB662C7DDF7}"/>
              </a:ext>
            </a:extLst>
          </p:cNvPr>
          <p:cNvGraphicFramePr>
            <a:graphicFrameLocks noChangeAspect="1"/>
          </p:cNvGraphicFramePr>
          <p:nvPr userDrawn="1">
            <p:custDataLst>
              <p:tags r:id="rId13"/>
            </p:custDataLst>
            <p:extLst>
              <p:ext uri="{D42A27DB-BD31-4B8C-83A1-F6EECF244321}">
                <p14:modId xmlns:p14="http://schemas.microsoft.com/office/powerpoint/2010/main" val="1575442641"/>
              </p:ext>
            </p:extLst>
          </p:nvPr>
        </p:nvGraphicFramePr>
        <p:xfrm>
          <a:off x="1721" y="1588"/>
          <a:ext cx="1720" cy="1588"/>
        </p:xfrm>
        <a:graphic>
          <a:graphicData uri="http://schemas.openxmlformats.org/presentationml/2006/ole">
            <mc:AlternateContent xmlns:mc="http://schemas.openxmlformats.org/markup-compatibility/2006">
              <mc:Choice xmlns:v="urn:schemas-microsoft-com:vml" Requires="v">
                <p:oleObj name="think-cell スライド" r:id="rId14" imgW="353" imgH="353" progId="TCLayout.ActiveDocument.1">
                  <p:embed/>
                </p:oleObj>
              </mc:Choice>
              <mc:Fallback>
                <p:oleObj name="think-cell スライド" r:id="rId14" imgW="353" imgH="353" progId="TCLayout.ActiveDocument.1">
                  <p:embed/>
                  <p:pic>
                    <p:nvPicPr>
                      <p:cNvPr id="2" name="オブジェクト 1" hidden="1">
                        <a:extLst>
                          <a:ext uri="{FF2B5EF4-FFF2-40B4-BE49-F238E27FC236}">
                            <a16:creationId xmlns:a16="http://schemas.microsoft.com/office/drawing/2014/main" id="{31B45399-B1C1-446C-AF75-ADB662C7DDF7}"/>
                          </a:ext>
                        </a:extLst>
                      </p:cNvPr>
                      <p:cNvPicPr/>
                      <p:nvPr/>
                    </p:nvPicPr>
                    <p:blipFill>
                      <a:blip r:embed="rId15"/>
                      <a:stretch>
                        <a:fillRect/>
                      </a:stretch>
                    </p:blipFill>
                    <p:spPr>
                      <a:xfrm>
                        <a:off x="1721" y="1588"/>
                        <a:ext cx="1720" cy="1588"/>
                      </a:xfrm>
                      <a:prstGeom prst="rect">
                        <a:avLst/>
                      </a:prstGeom>
                    </p:spPr>
                  </p:pic>
                </p:oleObj>
              </mc:Fallback>
            </mc:AlternateContent>
          </a:graphicData>
        </a:graphic>
      </p:graphicFrame>
    </p:spTree>
    <p:extLst>
      <p:ext uri="{BB962C8B-B14F-4D97-AF65-F5344CB8AC3E}">
        <p14:creationId xmlns:p14="http://schemas.microsoft.com/office/powerpoint/2010/main" val="633803758"/>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9.emf"/><Relationship Id="rId4" Type="http://schemas.openxmlformats.org/officeDocument/2006/relationships/package" Target="../embeddings/Microsoft_Excel_Worksheet.xlsx"/></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D360371-D229-435D-9E51-3B85FF5986F9}"/>
              </a:ext>
            </a:extLst>
          </p:cNvPr>
          <p:cNvSpPr>
            <a:spLocks noGrp="1"/>
          </p:cNvSpPr>
          <p:nvPr>
            <p:ph type="title"/>
          </p:nvPr>
        </p:nvSpPr>
        <p:spPr/>
        <p:txBody>
          <a:bodyPr/>
          <a:lstStyle/>
          <a:p>
            <a:r>
              <a:rPr lang="ja-JP" altLang="en-US" dirty="0"/>
              <a:t>データマネジメント</a:t>
            </a:r>
            <a:r>
              <a:rPr lang="en-US" altLang="ja-JP" dirty="0"/>
              <a:t>/</a:t>
            </a:r>
            <a:r>
              <a:rPr lang="ja-JP" altLang="en-US" dirty="0"/>
              <a:t>モデル</a:t>
            </a:r>
            <a:r>
              <a:rPr lang="en-US" altLang="ja-JP" dirty="0"/>
              <a:t>T</a:t>
            </a:r>
            <a:r>
              <a:rPr lang="ja-JP" altLang="en-US" dirty="0"/>
              <a:t>　支援内容</a:t>
            </a:r>
          </a:p>
        </p:txBody>
      </p:sp>
      <p:sp>
        <p:nvSpPr>
          <p:cNvPr id="8" name="テキスト ボックス 7">
            <a:extLst>
              <a:ext uri="{FF2B5EF4-FFF2-40B4-BE49-F238E27FC236}">
                <a16:creationId xmlns:a16="http://schemas.microsoft.com/office/drawing/2014/main" id="{240C9CA3-D23A-49D8-8FED-B3D6512D5924}"/>
              </a:ext>
            </a:extLst>
          </p:cNvPr>
          <p:cNvSpPr txBox="1"/>
          <p:nvPr/>
        </p:nvSpPr>
        <p:spPr>
          <a:xfrm>
            <a:off x="220063" y="643686"/>
            <a:ext cx="9465869" cy="307777"/>
          </a:xfrm>
          <a:prstGeom prst="rect">
            <a:avLst/>
          </a:prstGeom>
          <a:noFill/>
        </p:spPr>
        <p:txBody>
          <a:bodyPr wrap="square" rtlCol="0">
            <a:spAutoFit/>
          </a:bodyPr>
          <a:lstStyle/>
          <a:p>
            <a:r>
              <a:rPr lang="ja-JP" altLang="en-US" sz="1400" dirty="0">
                <a:latin typeface="+mn-ea"/>
              </a:rPr>
              <a:t>マネジメント</a:t>
            </a:r>
            <a:r>
              <a:rPr lang="en-US" altLang="ja-JP" sz="1400" dirty="0">
                <a:latin typeface="+mn-ea"/>
              </a:rPr>
              <a:t>T/</a:t>
            </a:r>
            <a:r>
              <a:rPr lang="ja-JP" altLang="en-US" sz="1400" dirty="0">
                <a:latin typeface="+mn-ea"/>
              </a:rPr>
              <a:t>モデル</a:t>
            </a:r>
            <a:r>
              <a:rPr lang="en-US" altLang="ja-JP" sz="1400" dirty="0">
                <a:latin typeface="+mn-ea"/>
              </a:rPr>
              <a:t>T</a:t>
            </a:r>
            <a:r>
              <a:rPr lang="ja-JP" altLang="en-US" sz="1400" dirty="0">
                <a:latin typeface="+mn-ea"/>
              </a:rPr>
              <a:t>ともにモック検証計画における</a:t>
            </a:r>
            <a:r>
              <a:rPr lang="en-US" altLang="ja-JP" sz="1400" dirty="0">
                <a:latin typeface="+mn-ea"/>
              </a:rPr>
              <a:t>STEP2</a:t>
            </a:r>
            <a:r>
              <a:rPr lang="ja-JP" altLang="en-US" sz="1400" dirty="0">
                <a:latin typeface="+mn-ea"/>
              </a:rPr>
              <a:t>に合流して活動します。</a:t>
            </a:r>
            <a:endParaRPr lang="en-US" altLang="ja-JP" sz="1400" dirty="0">
              <a:latin typeface="+mn-ea"/>
            </a:endParaRPr>
          </a:p>
        </p:txBody>
      </p:sp>
      <p:pic>
        <p:nvPicPr>
          <p:cNvPr id="11" name="図 10">
            <a:extLst>
              <a:ext uri="{FF2B5EF4-FFF2-40B4-BE49-F238E27FC236}">
                <a16:creationId xmlns:a16="http://schemas.microsoft.com/office/drawing/2014/main" id="{43624EC5-AAB5-40E3-B225-1E6DFFEE9ACB}"/>
              </a:ext>
            </a:extLst>
          </p:cNvPr>
          <p:cNvPicPr>
            <a:picLocks noChangeAspect="1"/>
          </p:cNvPicPr>
          <p:nvPr/>
        </p:nvPicPr>
        <p:blipFill>
          <a:blip r:embed="rId3"/>
          <a:stretch>
            <a:fillRect/>
          </a:stretch>
        </p:blipFill>
        <p:spPr>
          <a:xfrm>
            <a:off x="642410" y="1081538"/>
            <a:ext cx="8621179" cy="4840168"/>
          </a:xfrm>
          <a:prstGeom prst="rect">
            <a:avLst/>
          </a:prstGeom>
          <a:ln>
            <a:solidFill>
              <a:schemeClr val="bg2">
                <a:lumMod val="40000"/>
                <a:lumOff val="60000"/>
              </a:schemeClr>
            </a:solidFill>
          </a:ln>
        </p:spPr>
      </p:pic>
      <p:sp>
        <p:nvSpPr>
          <p:cNvPr id="12" name="四角形: 角を丸くする 11">
            <a:extLst>
              <a:ext uri="{FF2B5EF4-FFF2-40B4-BE49-F238E27FC236}">
                <a16:creationId xmlns:a16="http://schemas.microsoft.com/office/drawing/2014/main" id="{53D8398D-5216-4ADC-99BC-6C37C014DEF8}"/>
              </a:ext>
            </a:extLst>
          </p:cNvPr>
          <p:cNvSpPr/>
          <p:nvPr/>
        </p:nvSpPr>
        <p:spPr>
          <a:xfrm>
            <a:off x="3738067" y="2282342"/>
            <a:ext cx="2099463" cy="57058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D60E499-F330-44BA-A354-421DAD2CE8F7}"/>
              </a:ext>
            </a:extLst>
          </p:cNvPr>
          <p:cNvSpPr/>
          <p:nvPr/>
        </p:nvSpPr>
        <p:spPr>
          <a:xfrm>
            <a:off x="5888737" y="2282342"/>
            <a:ext cx="2940710" cy="2304288"/>
          </a:xfrm>
          <a:prstGeom prst="roundRect">
            <a:avLst>
              <a:gd name="adj" fmla="val 5238"/>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吹き出し: 四角形 13">
            <a:extLst>
              <a:ext uri="{FF2B5EF4-FFF2-40B4-BE49-F238E27FC236}">
                <a16:creationId xmlns:a16="http://schemas.microsoft.com/office/drawing/2014/main" id="{D574F1C0-B951-44A5-91B8-1464DDB79777}"/>
              </a:ext>
            </a:extLst>
          </p:cNvPr>
          <p:cNvSpPr/>
          <p:nvPr/>
        </p:nvSpPr>
        <p:spPr>
          <a:xfrm>
            <a:off x="6898234" y="4793870"/>
            <a:ext cx="1843430" cy="610871"/>
          </a:xfrm>
          <a:prstGeom prst="wedgeRectCallout">
            <a:avLst>
              <a:gd name="adj1" fmla="val -38786"/>
              <a:gd name="adj2" fmla="val -102755"/>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dirty="0">
                <a:solidFill>
                  <a:schemeClr val="tx1"/>
                </a:solidFill>
                <a:latin typeface="+mn-ea"/>
              </a:rPr>
              <a:t>経営層の理解を得られるように、動くモノを作る活動</a:t>
            </a:r>
          </a:p>
        </p:txBody>
      </p:sp>
      <p:sp>
        <p:nvSpPr>
          <p:cNvPr id="15" name="吹き出し: 四角形 14">
            <a:extLst>
              <a:ext uri="{FF2B5EF4-FFF2-40B4-BE49-F238E27FC236}">
                <a16:creationId xmlns:a16="http://schemas.microsoft.com/office/drawing/2014/main" id="{DDCE7652-4030-433E-A5FC-74D854C6DE8D}"/>
              </a:ext>
            </a:extLst>
          </p:cNvPr>
          <p:cNvSpPr/>
          <p:nvPr/>
        </p:nvSpPr>
        <p:spPr>
          <a:xfrm>
            <a:off x="3811219" y="2978534"/>
            <a:ext cx="1843430" cy="610871"/>
          </a:xfrm>
          <a:prstGeom prst="wedgeRectCallout">
            <a:avLst>
              <a:gd name="adj1" fmla="val -3469"/>
              <a:gd name="adj2" fmla="val -83595"/>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dirty="0">
                <a:solidFill>
                  <a:schemeClr val="tx1"/>
                </a:solidFill>
                <a:latin typeface="+mn-ea"/>
              </a:rPr>
              <a:t>動くモノを作る為のシナリオ</a:t>
            </a:r>
            <a:r>
              <a:rPr kumimoji="1" lang="en-US" altLang="ja-JP" sz="1050" dirty="0">
                <a:solidFill>
                  <a:schemeClr val="tx1"/>
                </a:solidFill>
                <a:latin typeface="+mn-ea"/>
              </a:rPr>
              <a:t>/</a:t>
            </a:r>
            <a:r>
              <a:rPr lang="ja-JP" altLang="en-US" sz="1050" dirty="0">
                <a:solidFill>
                  <a:schemeClr val="tx1"/>
                </a:solidFill>
                <a:latin typeface="+mn-ea"/>
              </a:rPr>
              <a:t>ユースケースを作る活動</a:t>
            </a:r>
            <a:endParaRPr kumimoji="1" lang="ja-JP" altLang="en-US" sz="1050" dirty="0">
              <a:solidFill>
                <a:schemeClr val="tx1"/>
              </a:solidFill>
              <a:latin typeface="+mn-ea"/>
            </a:endParaRPr>
          </a:p>
        </p:txBody>
      </p:sp>
      <p:sp>
        <p:nvSpPr>
          <p:cNvPr id="2" name="正方形/長方形 1">
            <a:extLst>
              <a:ext uri="{FF2B5EF4-FFF2-40B4-BE49-F238E27FC236}">
                <a16:creationId xmlns:a16="http://schemas.microsoft.com/office/drawing/2014/main" id="{35500B0E-62D4-41BE-9958-ADD80D610E02}"/>
              </a:ext>
            </a:extLst>
          </p:cNvPr>
          <p:cNvSpPr/>
          <p:nvPr/>
        </p:nvSpPr>
        <p:spPr>
          <a:xfrm>
            <a:off x="4787798" y="6083509"/>
            <a:ext cx="4953000" cy="261610"/>
          </a:xfrm>
          <a:prstGeom prst="rect">
            <a:avLst/>
          </a:prstGeom>
        </p:spPr>
        <p:txBody>
          <a:bodyPr>
            <a:spAutoFit/>
          </a:bodyPr>
          <a:lstStyle/>
          <a:p>
            <a:r>
              <a:rPr lang="ja-JP" altLang="en-US" sz="1100" dirty="0"/>
              <a:t>BIXUS_GTCCモック検証計画書_20210201_(GTCC共有) .pptxより抜粋</a:t>
            </a:r>
          </a:p>
        </p:txBody>
      </p:sp>
    </p:spTree>
    <p:extLst>
      <p:ext uri="{BB962C8B-B14F-4D97-AF65-F5344CB8AC3E}">
        <p14:creationId xmlns:p14="http://schemas.microsoft.com/office/powerpoint/2010/main" val="307465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9F98F49B-E83A-42D8-BDF3-E748F1B29D0D}"/>
              </a:ext>
            </a:extLst>
          </p:cNvPr>
          <p:cNvSpPr>
            <a:spLocks noGrp="1"/>
          </p:cNvSpPr>
          <p:nvPr>
            <p:ph type="title"/>
          </p:nvPr>
        </p:nvSpPr>
        <p:spPr/>
        <p:txBody>
          <a:bodyPr/>
          <a:lstStyle/>
          <a:p>
            <a:r>
              <a:rPr lang="ja-JP" altLang="en-US" dirty="0"/>
              <a:t>データマネジメント</a:t>
            </a:r>
            <a:r>
              <a:rPr lang="en-US" altLang="ja-JP" dirty="0"/>
              <a:t>/</a:t>
            </a:r>
            <a:r>
              <a:rPr lang="ja-JP" altLang="en-US" dirty="0"/>
              <a:t>モデル</a:t>
            </a:r>
            <a:r>
              <a:rPr lang="en-US" altLang="ja-JP" dirty="0"/>
              <a:t>T</a:t>
            </a:r>
            <a:r>
              <a:rPr lang="ja-JP" altLang="en-US" dirty="0"/>
              <a:t>　支援内容</a:t>
            </a:r>
            <a:r>
              <a:rPr lang="en-US" altLang="ja-JP" dirty="0"/>
              <a:t>(</a:t>
            </a:r>
            <a:r>
              <a:rPr lang="ja-JP" altLang="en-US" dirty="0"/>
              <a:t>全体感</a:t>
            </a:r>
            <a:r>
              <a:rPr lang="en-US" altLang="ja-JP" dirty="0"/>
              <a:t>)</a:t>
            </a:r>
          </a:p>
        </p:txBody>
      </p:sp>
      <p:sp>
        <p:nvSpPr>
          <p:cNvPr id="42" name="矢印: 五方向 41">
            <a:extLst>
              <a:ext uri="{FF2B5EF4-FFF2-40B4-BE49-F238E27FC236}">
                <a16:creationId xmlns:a16="http://schemas.microsoft.com/office/drawing/2014/main" id="{0349496D-F5BC-4517-985E-E7058F0A2B29}"/>
              </a:ext>
            </a:extLst>
          </p:cNvPr>
          <p:cNvSpPr/>
          <p:nvPr/>
        </p:nvSpPr>
        <p:spPr>
          <a:xfrm>
            <a:off x="259820" y="3643239"/>
            <a:ext cx="1179511" cy="38644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GTCCWG</a:t>
            </a:r>
            <a:r>
              <a:rPr kumimoji="1" lang="ja-JP" altLang="en-US" sz="1200" dirty="0"/>
              <a:t>＋</a:t>
            </a:r>
            <a:endParaRPr kumimoji="1" lang="en-US" altLang="ja-JP" sz="1200" dirty="0"/>
          </a:p>
          <a:p>
            <a:pPr algn="ctr"/>
            <a:r>
              <a:rPr lang="ja-JP" altLang="en-US" sz="1200" dirty="0"/>
              <a:t>モック検証</a:t>
            </a:r>
            <a:r>
              <a:rPr lang="en-US" altLang="ja-JP" sz="1200" dirty="0"/>
              <a:t>T</a:t>
            </a:r>
            <a:endParaRPr kumimoji="1" lang="ja-JP" altLang="en-US" sz="1200" dirty="0"/>
          </a:p>
        </p:txBody>
      </p:sp>
      <p:sp>
        <p:nvSpPr>
          <p:cNvPr id="43" name="矢印: 五方向 42">
            <a:extLst>
              <a:ext uri="{FF2B5EF4-FFF2-40B4-BE49-F238E27FC236}">
                <a16:creationId xmlns:a16="http://schemas.microsoft.com/office/drawing/2014/main" id="{9275F156-33DC-4F89-A462-21FE84C6170A}"/>
              </a:ext>
            </a:extLst>
          </p:cNvPr>
          <p:cNvSpPr/>
          <p:nvPr/>
        </p:nvSpPr>
        <p:spPr>
          <a:xfrm>
            <a:off x="259820" y="4063990"/>
            <a:ext cx="1179511" cy="565215"/>
          </a:xfrm>
          <a:prstGeom prst="homePlat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t>GTCCWG</a:t>
            </a:r>
          </a:p>
          <a:p>
            <a:pPr algn="ctr"/>
            <a:r>
              <a:rPr lang="ja-JP" altLang="en-US" sz="1200" dirty="0"/>
              <a:t>＋</a:t>
            </a:r>
            <a:endParaRPr lang="en-US" altLang="ja-JP" sz="1200" dirty="0"/>
          </a:p>
          <a:p>
            <a:pPr algn="ctr"/>
            <a:r>
              <a:rPr lang="ja-JP" altLang="en-US" sz="1200" dirty="0"/>
              <a:t>モデル</a:t>
            </a:r>
            <a:r>
              <a:rPr lang="en-US" altLang="ja-JP" sz="1200" dirty="0"/>
              <a:t>T</a:t>
            </a:r>
            <a:endParaRPr lang="ja-JP" altLang="en-US" sz="1200" dirty="0"/>
          </a:p>
        </p:txBody>
      </p:sp>
      <p:sp>
        <p:nvSpPr>
          <p:cNvPr id="44" name="フローチャート: 書類 43">
            <a:extLst>
              <a:ext uri="{FF2B5EF4-FFF2-40B4-BE49-F238E27FC236}">
                <a16:creationId xmlns:a16="http://schemas.microsoft.com/office/drawing/2014/main" id="{D20318D2-6568-43B0-A51B-3E33F2907ED4}"/>
              </a:ext>
            </a:extLst>
          </p:cNvPr>
          <p:cNvSpPr/>
          <p:nvPr/>
        </p:nvSpPr>
        <p:spPr>
          <a:xfrm>
            <a:off x="259820" y="5617754"/>
            <a:ext cx="1104246" cy="320413"/>
          </a:xfrm>
          <a:prstGeom prst="flowChartDocumen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1200" dirty="0" err="1">
                <a:solidFill>
                  <a:sysClr val="windowText" lastClr="000000"/>
                </a:solidFill>
              </a:rPr>
              <a:t>DmT</a:t>
            </a:r>
            <a:r>
              <a:rPr kumimoji="1" lang="ja-JP" altLang="en-US" sz="1200" dirty="0">
                <a:solidFill>
                  <a:sysClr val="windowText" lastClr="000000"/>
                </a:solidFill>
              </a:rPr>
              <a:t>成果物</a:t>
            </a:r>
          </a:p>
        </p:txBody>
      </p:sp>
      <p:sp>
        <p:nvSpPr>
          <p:cNvPr id="45" name="正方形/長方形 44">
            <a:extLst>
              <a:ext uri="{FF2B5EF4-FFF2-40B4-BE49-F238E27FC236}">
                <a16:creationId xmlns:a16="http://schemas.microsoft.com/office/drawing/2014/main" id="{04DE1A7B-4B8E-4B87-9876-08E1FC9F5477}"/>
              </a:ext>
            </a:extLst>
          </p:cNvPr>
          <p:cNvSpPr/>
          <p:nvPr/>
        </p:nvSpPr>
        <p:spPr>
          <a:xfrm>
            <a:off x="210244" y="3353560"/>
            <a:ext cx="1272351" cy="297766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latin typeface="Meiryo UI" panose="020B0604030504040204" pitchFamily="50" charset="-128"/>
              <a:ea typeface="Meiryo UI" panose="020B0604030504040204" pitchFamily="50" charset="-128"/>
            </a:endParaRPr>
          </a:p>
        </p:txBody>
      </p:sp>
      <p:sp>
        <p:nvSpPr>
          <p:cNvPr id="46" name="テキスト ボックス 45">
            <a:extLst>
              <a:ext uri="{FF2B5EF4-FFF2-40B4-BE49-F238E27FC236}">
                <a16:creationId xmlns:a16="http://schemas.microsoft.com/office/drawing/2014/main" id="{8188260B-286D-465D-8605-3743557BCFEC}"/>
              </a:ext>
            </a:extLst>
          </p:cNvPr>
          <p:cNvSpPr txBox="1"/>
          <p:nvPr/>
        </p:nvSpPr>
        <p:spPr>
          <a:xfrm>
            <a:off x="242452" y="3407978"/>
            <a:ext cx="671217" cy="261610"/>
          </a:xfrm>
          <a:prstGeom prst="rect">
            <a:avLst/>
          </a:prstGeom>
          <a:noFill/>
        </p:spPr>
        <p:txBody>
          <a:bodyPr wrap="square" rtlCol="0">
            <a:spAutoFit/>
          </a:bodyPr>
          <a:lstStyle/>
          <a:p>
            <a:r>
              <a:rPr kumimoji="1" lang="ja-JP" altLang="en-US" sz="1100" dirty="0"/>
              <a:t>凡例</a:t>
            </a:r>
          </a:p>
        </p:txBody>
      </p:sp>
      <p:sp>
        <p:nvSpPr>
          <p:cNvPr id="52" name="矢印: 五方向 51">
            <a:extLst>
              <a:ext uri="{FF2B5EF4-FFF2-40B4-BE49-F238E27FC236}">
                <a16:creationId xmlns:a16="http://schemas.microsoft.com/office/drawing/2014/main" id="{8EDC7ECF-ADDE-4FC0-BAA0-117FEA088E75}"/>
              </a:ext>
            </a:extLst>
          </p:cNvPr>
          <p:cNvSpPr/>
          <p:nvPr/>
        </p:nvSpPr>
        <p:spPr>
          <a:xfrm>
            <a:off x="259820" y="4663512"/>
            <a:ext cx="1179511" cy="565215"/>
          </a:xfrm>
          <a:prstGeom prst="homePlat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t>GTCCWG</a:t>
            </a:r>
          </a:p>
          <a:p>
            <a:pPr algn="ctr"/>
            <a:r>
              <a:rPr lang="ja-JP" altLang="en-US" sz="1200" dirty="0"/>
              <a:t>＋</a:t>
            </a:r>
            <a:endParaRPr lang="en-US" altLang="ja-JP" sz="1200" dirty="0"/>
          </a:p>
          <a:p>
            <a:pPr algn="ctr"/>
            <a:r>
              <a:rPr lang="en-US" altLang="ja-JP" sz="1200" dirty="0" err="1"/>
              <a:t>DmT</a:t>
            </a:r>
            <a:endParaRPr lang="ja-JP" altLang="en-US" sz="1200" dirty="0"/>
          </a:p>
        </p:txBody>
      </p:sp>
      <p:sp>
        <p:nvSpPr>
          <p:cNvPr id="58" name="フローチャート: 書類 57">
            <a:extLst>
              <a:ext uri="{FF2B5EF4-FFF2-40B4-BE49-F238E27FC236}">
                <a16:creationId xmlns:a16="http://schemas.microsoft.com/office/drawing/2014/main" id="{4EC3F8D9-D829-4796-BEC0-37AE41774B16}"/>
              </a:ext>
            </a:extLst>
          </p:cNvPr>
          <p:cNvSpPr/>
          <p:nvPr/>
        </p:nvSpPr>
        <p:spPr>
          <a:xfrm>
            <a:off x="200024" y="1780793"/>
            <a:ext cx="1325961" cy="404753"/>
          </a:xfrm>
          <a:prstGeom prst="flowChartDocumen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100" dirty="0">
                <a:solidFill>
                  <a:sysClr val="windowText" lastClr="000000"/>
                </a:solidFill>
              </a:rPr>
              <a:t>モック検証の</a:t>
            </a:r>
            <a:endParaRPr lang="en-US" altLang="ja-JP" sz="1100" dirty="0">
              <a:solidFill>
                <a:sysClr val="windowText" lastClr="000000"/>
              </a:solidFill>
            </a:endParaRPr>
          </a:p>
          <a:p>
            <a:pPr algn="ctr"/>
            <a:r>
              <a:rPr lang="ja-JP" altLang="en-US" sz="1100" dirty="0">
                <a:solidFill>
                  <a:sysClr val="windowText" lastClr="000000"/>
                </a:solidFill>
              </a:rPr>
              <a:t>テーマ・範囲</a:t>
            </a:r>
            <a:endParaRPr lang="en-US" altLang="ja-JP" sz="1100" dirty="0">
              <a:solidFill>
                <a:sysClr val="windowText" lastClr="000000"/>
              </a:solidFill>
            </a:endParaRPr>
          </a:p>
        </p:txBody>
      </p:sp>
      <p:sp>
        <p:nvSpPr>
          <p:cNvPr id="47" name="フローチャート: 書類 46">
            <a:extLst>
              <a:ext uri="{FF2B5EF4-FFF2-40B4-BE49-F238E27FC236}">
                <a16:creationId xmlns:a16="http://schemas.microsoft.com/office/drawing/2014/main" id="{EB9BFE2A-41BB-4FD1-BED9-1E5D82149A7B}"/>
              </a:ext>
            </a:extLst>
          </p:cNvPr>
          <p:cNvSpPr/>
          <p:nvPr/>
        </p:nvSpPr>
        <p:spPr>
          <a:xfrm>
            <a:off x="259820" y="5972476"/>
            <a:ext cx="1104246" cy="320413"/>
          </a:xfrm>
          <a:prstGeom prst="flowChartDocument">
            <a:avLst/>
          </a:prstGeom>
          <a:solidFill>
            <a:schemeClr val="accent5">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ja-JP" altLang="en-US" sz="1200" dirty="0">
                <a:solidFill>
                  <a:sysClr val="windowText" lastClr="000000"/>
                </a:solidFill>
              </a:rPr>
              <a:t>モデル</a:t>
            </a:r>
            <a:r>
              <a:rPr kumimoji="1" lang="en-US" altLang="ja-JP" sz="1200" dirty="0">
                <a:solidFill>
                  <a:sysClr val="windowText" lastClr="000000"/>
                </a:solidFill>
              </a:rPr>
              <a:t>T</a:t>
            </a:r>
          </a:p>
          <a:p>
            <a:pPr algn="ctr"/>
            <a:r>
              <a:rPr kumimoji="1" lang="ja-JP" altLang="en-US" sz="1200" dirty="0">
                <a:solidFill>
                  <a:sysClr val="windowText" lastClr="000000"/>
                </a:solidFill>
              </a:rPr>
              <a:t>成果物</a:t>
            </a:r>
          </a:p>
        </p:txBody>
      </p:sp>
      <p:sp>
        <p:nvSpPr>
          <p:cNvPr id="49" name="フローチャート: 書類 48">
            <a:extLst>
              <a:ext uri="{FF2B5EF4-FFF2-40B4-BE49-F238E27FC236}">
                <a16:creationId xmlns:a16="http://schemas.microsoft.com/office/drawing/2014/main" id="{DB6247DD-E42E-4451-A82E-E4EBE148D27D}"/>
              </a:ext>
            </a:extLst>
          </p:cNvPr>
          <p:cNvSpPr/>
          <p:nvPr/>
        </p:nvSpPr>
        <p:spPr>
          <a:xfrm>
            <a:off x="259820" y="5263034"/>
            <a:ext cx="1104246" cy="320413"/>
          </a:xfrm>
          <a:prstGeom prst="flowChartDocumen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ja-JP" sz="1200" dirty="0">
                <a:solidFill>
                  <a:sysClr val="windowText" lastClr="000000"/>
                </a:solidFill>
              </a:rPr>
              <a:t>GTCC</a:t>
            </a:r>
            <a:br>
              <a:rPr lang="en-US" altLang="ja-JP" sz="1200" dirty="0">
                <a:solidFill>
                  <a:sysClr val="windowText" lastClr="000000"/>
                </a:solidFill>
              </a:rPr>
            </a:br>
            <a:r>
              <a:rPr lang="ja-JP" altLang="en-US" sz="1200" dirty="0">
                <a:solidFill>
                  <a:sysClr val="windowText" lastClr="000000"/>
                </a:solidFill>
              </a:rPr>
              <a:t>成果物</a:t>
            </a:r>
          </a:p>
        </p:txBody>
      </p:sp>
      <p:sp>
        <p:nvSpPr>
          <p:cNvPr id="74" name="矢印: 五方向 73">
            <a:extLst>
              <a:ext uri="{FF2B5EF4-FFF2-40B4-BE49-F238E27FC236}">
                <a16:creationId xmlns:a16="http://schemas.microsoft.com/office/drawing/2014/main" id="{B1660FC5-0B03-4B76-9FB7-413DFE0E7D80}"/>
              </a:ext>
            </a:extLst>
          </p:cNvPr>
          <p:cNvSpPr/>
          <p:nvPr/>
        </p:nvSpPr>
        <p:spPr>
          <a:xfrm>
            <a:off x="200025" y="1460584"/>
            <a:ext cx="1330195" cy="248400"/>
          </a:xfrm>
          <a:prstGeom prst="homePlate">
            <a:avLst>
              <a:gd name="adj" fmla="val 305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t>検証テーマ整理</a:t>
            </a:r>
          </a:p>
        </p:txBody>
      </p:sp>
      <p:sp>
        <p:nvSpPr>
          <p:cNvPr id="56" name="矢印: 五方向 55">
            <a:extLst>
              <a:ext uri="{FF2B5EF4-FFF2-40B4-BE49-F238E27FC236}">
                <a16:creationId xmlns:a16="http://schemas.microsoft.com/office/drawing/2014/main" id="{FAA99E91-979D-4DC9-B142-36CB6784DBD1}"/>
              </a:ext>
            </a:extLst>
          </p:cNvPr>
          <p:cNvSpPr/>
          <p:nvPr/>
        </p:nvSpPr>
        <p:spPr>
          <a:xfrm>
            <a:off x="1616585" y="1460584"/>
            <a:ext cx="1599407" cy="248400"/>
          </a:xfrm>
          <a:prstGeom prst="homePlate">
            <a:avLst>
              <a:gd name="adj" fmla="val 305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t>処理方式・実装検証</a:t>
            </a:r>
          </a:p>
        </p:txBody>
      </p:sp>
      <p:sp>
        <p:nvSpPr>
          <p:cNvPr id="147" name="フローチャート: 書類 146">
            <a:extLst>
              <a:ext uri="{FF2B5EF4-FFF2-40B4-BE49-F238E27FC236}">
                <a16:creationId xmlns:a16="http://schemas.microsoft.com/office/drawing/2014/main" id="{724176A4-3F10-420B-93B0-F0F77C885D80}"/>
              </a:ext>
            </a:extLst>
          </p:cNvPr>
          <p:cNvSpPr/>
          <p:nvPr/>
        </p:nvSpPr>
        <p:spPr>
          <a:xfrm>
            <a:off x="1791056" y="1780793"/>
            <a:ext cx="1325961" cy="404753"/>
          </a:xfrm>
          <a:prstGeom prst="flowChartDocumen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100" dirty="0">
                <a:solidFill>
                  <a:sysClr val="windowText" lastClr="000000"/>
                </a:solidFill>
              </a:rPr>
              <a:t>検証結果</a:t>
            </a:r>
            <a:endParaRPr lang="en-US" altLang="ja-JP" sz="1100" dirty="0">
              <a:solidFill>
                <a:sysClr val="windowText" lastClr="000000"/>
              </a:solidFill>
            </a:endParaRPr>
          </a:p>
        </p:txBody>
      </p:sp>
      <p:sp>
        <p:nvSpPr>
          <p:cNvPr id="148" name="フローチャート: 書類 147">
            <a:extLst>
              <a:ext uri="{FF2B5EF4-FFF2-40B4-BE49-F238E27FC236}">
                <a16:creationId xmlns:a16="http://schemas.microsoft.com/office/drawing/2014/main" id="{66FAEE70-F89D-4711-94F4-77D1FD092EB9}"/>
              </a:ext>
            </a:extLst>
          </p:cNvPr>
          <p:cNvSpPr/>
          <p:nvPr/>
        </p:nvSpPr>
        <p:spPr>
          <a:xfrm>
            <a:off x="1791056" y="2281322"/>
            <a:ext cx="1325961" cy="404753"/>
          </a:xfrm>
          <a:prstGeom prst="flowChartDocumen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100" dirty="0">
                <a:solidFill>
                  <a:sysClr val="windowText" lastClr="000000"/>
                </a:solidFill>
              </a:rPr>
              <a:t>今後の実装方針</a:t>
            </a:r>
            <a:endParaRPr lang="en-US" altLang="ja-JP" sz="1100" dirty="0">
              <a:solidFill>
                <a:sysClr val="windowText" lastClr="000000"/>
              </a:solidFill>
            </a:endParaRPr>
          </a:p>
        </p:txBody>
      </p:sp>
      <p:sp>
        <p:nvSpPr>
          <p:cNvPr id="149" name="矢印: 五方向 148">
            <a:extLst>
              <a:ext uri="{FF2B5EF4-FFF2-40B4-BE49-F238E27FC236}">
                <a16:creationId xmlns:a16="http://schemas.microsoft.com/office/drawing/2014/main" id="{88EA6F78-08C9-4885-86C5-3F52FF3AA011}"/>
              </a:ext>
            </a:extLst>
          </p:cNvPr>
          <p:cNvSpPr/>
          <p:nvPr/>
        </p:nvSpPr>
        <p:spPr>
          <a:xfrm>
            <a:off x="3302357" y="1460584"/>
            <a:ext cx="1325961" cy="248400"/>
          </a:xfrm>
          <a:prstGeom prst="homePlate">
            <a:avLst>
              <a:gd name="adj" fmla="val 305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t>Backlog</a:t>
            </a:r>
            <a:r>
              <a:rPr lang="ja-JP" altLang="en-US" sz="1200" dirty="0"/>
              <a:t>整理</a:t>
            </a:r>
          </a:p>
        </p:txBody>
      </p:sp>
      <p:sp>
        <p:nvSpPr>
          <p:cNvPr id="150" name="フローチャート: 書類 149">
            <a:extLst>
              <a:ext uri="{FF2B5EF4-FFF2-40B4-BE49-F238E27FC236}">
                <a16:creationId xmlns:a16="http://schemas.microsoft.com/office/drawing/2014/main" id="{9ED45AB7-9212-4C9A-B9A2-651D1B877FC1}"/>
              </a:ext>
            </a:extLst>
          </p:cNvPr>
          <p:cNvSpPr/>
          <p:nvPr/>
        </p:nvSpPr>
        <p:spPr>
          <a:xfrm>
            <a:off x="3302357" y="1780793"/>
            <a:ext cx="1325961" cy="404753"/>
          </a:xfrm>
          <a:prstGeom prst="flowChartDocumen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ja-JP" sz="1100" dirty="0">
                <a:solidFill>
                  <a:sysClr val="windowText" lastClr="000000"/>
                </a:solidFill>
              </a:rPr>
              <a:t>Product</a:t>
            </a:r>
            <a:r>
              <a:rPr lang="ja-JP" altLang="en-US" sz="1100" dirty="0">
                <a:solidFill>
                  <a:sysClr val="windowText" lastClr="000000"/>
                </a:solidFill>
              </a:rPr>
              <a:t> </a:t>
            </a:r>
            <a:r>
              <a:rPr lang="en-US" altLang="ja-JP" sz="1100" dirty="0">
                <a:solidFill>
                  <a:sysClr val="windowText" lastClr="000000"/>
                </a:solidFill>
              </a:rPr>
              <a:t>Backlog</a:t>
            </a:r>
          </a:p>
        </p:txBody>
      </p:sp>
      <p:sp>
        <p:nvSpPr>
          <p:cNvPr id="152" name="矢印: 五方向 151">
            <a:extLst>
              <a:ext uri="{FF2B5EF4-FFF2-40B4-BE49-F238E27FC236}">
                <a16:creationId xmlns:a16="http://schemas.microsoft.com/office/drawing/2014/main" id="{F4F3F0B3-FD45-4D15-9F09-096D49D50185}"/>
              </a:ext>
            </a:extLst>
          </p:cNvPr>
          <p:cNvSpPr/>
          <p:nvPr/>
        </p:nvSpPr>
        <p:spPr>
          <a:xfrm>
            <a:off x="4765041" y="4672273"/>
            <a:ext cx="4940935" cy="246820"/>
          </a:xfrm>
          <a:prstGeom prst="homePlat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t>データ観点での課題整理・改善提案（継続・反復活動）</a:t>
            </a:r>
            <a:endParaRPr lang="en-US" altLang="ja-JP" sz="1200" dirty="0"/>
          </a:p>
        </p:txBody>
      </p:sp>
      <p:sp>
        <p:nvSpPr>
          <p:cNvPr id="157" name="フローチャート: 書類 156">
            <a:extLst>
              <a:ext uri="{FF2B5EF4-FFF2-40B4-BE49-F238E27FC236}">
                <a16:creationId xmlns:a16="http://schemas.microsoft.com/office/drawing/2014/main" id="{CC6D99CD-0B83-4C7F-9AE8-765EB9F98054}"/>
              </a:ext>
            </a:extLst>
          </p:cNvPr>
          <p:cNvSpPr/>
          <p:nvPr/>
        </p:nvSpPr>
        <p:spPr>
          <a:xfrm>
            <a:off x="4765041" y="2549991"/>
            <a:ext cx="1334427" cy="405435"/>
          </a:xfrm>
          <a:prstGeom prst="flowChartDocumen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ja-JP" altLang="en-US" sz="1100" dirty="0">
                <a:solidFill>
                  <a:sysClr val="windowText" lastClr="000000"/>
                </a:solidFill>
              </a:rPr>
              <a:t>ストーリーの</a:t>
            </a:r>
            <a:endParaRPr lang="en-US" altLang="ja-JP" sz="1100" dirty="0">
              <a:solidFill>
                <a:sysClr val="windowText" lastClr="000000"/>
              </a:solidFill>
            </a:endParaRPr>
          </a:p>
          <a:p>
            <a:pPr algn="ctr"/>
            <a:r>
              <a:rPr lang="ja-JP" altLang="en-US" sz="1100" dirty="0">
                <a:solidFill>
                  <a:sysClr val="windowText" lastClr="000000"/>
                </a:solidFill>
              </a:rPr>
              <a:t>完了条件</a:t>
            </a:r>
          </a:p>
        </p:txBody>
      </p:sp>
      <p:sp>
        <p:nvSpPr>
          <p:cNvPr id="158" name="フローチャート: 書類 157">
            <a:extLst>
              <a:ext uri="{FF2B5EF4-FFF2-40B4-BE49-F238E27FC236}">
                <a16:creationId xmlns:a16="http://schemas.microsoft.com/office/drawing/2014/main" id="{875432B7-30CF-4C5E-A96D-253BD58D239B}"/>
              </a:ext>
            </a:extLst>
          </p:cNvPr>
          <p:cNvSpPr/>
          <p:nvPr/>
        </p:nvSpPr>
        <p:spPr>
          <a:xfrm>
            <a:off x="4765041" y="2078604"/>
            <a:ext cx="1334427" cy="405435"/>
          </a:xfrm>
          <a:prstGeom prst="flowChartDocumen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ja-JP" altLang="en-US" sz="1100" dirty="0">
                <a:solidFill>
                  <a:sysClr val="windowText" lastClr="000000"/>
                </a:solidFill>
              </a:rPr>
              <a:t>ユーザーストーリ</a:t>
            </a:r>
            <a:endParaRPr lang="en-US" altLang="ja-JP" sz="1100" dirty="0">
              <a:solidFill>
                <a:sysClr val="windowText" lastClr="000000"/>
              </a:solidFill>
            </a:endParaRPr>
          </a:p>
          <a:p>
            <a:pPr algn="ctr"/>
            <a:r>
              <a:rPr lang="en-US" altLang="ja-JP" sz="1100" dirty="0">
                <a:solidFill>
                  <a:sysClr val="windowText" lastClr="000000"/>
                </a:solidFill>
              </a:rPr>
              <a:t>Sprint</a:t>
            </a:r>
            <a:r>
              <a:rPr lang="ja-JP" altLang="en-US" sz="1100" dirty="0">
                <a:solidFill>
                  <a:sysClr val="windowText" lastClr="000000"/>
                </a:solidFill>
              </a:rPr>
              <a:t> </a:t>
            </a:r>
            <a:r>
              <a:rPr lang="en-US" altLang="ja-JP" sz="1100" dirty="0">
                <a:solidFill>
                  <a:sysClr val="windowText" lastClr="000000"/>
                </a:solidFill>
              </a:rPr>
              <a:t>Backlog</a:t>
            </a:r>
            <a:endParaRPr lang="ja-JP" altLang="en-US" sz="1100" dirty="0">
              <a:solidFill>
                <a:sysClr val="windowText" lastClr="000000"/>
              </a:solidFill>
            </a:endParaRPr>
          </a:p>
        </p:txBody>
      </p:sp>
      <p:sp>
        <p:nvSpPr>
          <p:cNvPr id="160" name="矢印: 五方向 159">
            <a:extLst>
              <a:ext uri="{FF2B5EF4-FFF2-40B4-BE49-F238E27FC236}">
                <a16:creationId xmlns:a16="http://schemas.microsoft.com/office/drawing/2014/main" id="{628BC336-BD12-4CA1-9BCC-DE6CE79579A5}"/>
              </a:ext>
            </a:extLst>
          </p:cNvPr>
          <p:cNvSpPr/>
          <p:nvPr/>
        </p:nvSpPr>
        <p:spPr>
          <a:xfrm>
            <a:off x="4765041" y="1460584"/>
            <a:ext cx="4940934" cy="248400"/>
          </a:xfrm>
          <a:prstGeom prst="homePlate">
            <a:avLst>
              <a:gd name="adj" fmla="val 305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t>Sprint</a:t>
            </a:r>
            <a:endParaRPr lang="ja-JP" altLang="en-US" sz="1200" dirty="0"/>
          </a:p>
        </p:txBody>
      </p:sp>
      <p:sp>
        <p:nvSpPr>
          <p:cNvPr id="161" name="矢印: 五方向 160">
            <a:extLst>
              <a:ext uri="{FF2B5EF4-FFF2-40B4-BE49-F238E27FC236}">
                <a16:creationId xmlns:a16="http://schemas.microsoft.com/office/drawing/2014/main" id="{131B3B6C-78DB-4FB2-BEA8-8812A96D47C4}"/>
              </a:ext>
            </a:extLst>
          </p:cNvPr>
          <p:cNvSpPr/>
          <p:nvPr/>
        </p:nvSpPr>
        <p:spPr>
          <a:xfrm>
            <a:off x="4765041" y="1764252"/>
            <a:ext cx="1334427" cy="248400"/>
          </a:xfrm>
          <a:prstGeom prst="homePlate">
            <a:avLst>
              <a:gd name="adj" fmla="val 305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t>Sprint</a:t>
            </a:r>
            <a:r>
              <a:rPr lang="ja-JP" altLang="en-US" sz="1200" dirty="0"/>
              <a:t> </a:t>
            </a:r>
            <a:r>
              <a:rPr lang="en-US" altLang="ja-JP" sz="1200" dirty="0"/>
              <a:t>Planning</a:t>
            </a:r>
            <a:endParaRPr lang="ja-JP" altLang="en-US" sz="1200" dirty="0"/>
          </a:p>
        </p:txBody>
      </p:sp>
      <p:sp>
        <p:nvSpPr>
          <p:cNvPr id="164" name="矢印: 五方向 163">
            <a:extLst>
              <a:ext uri="{FF2B5EF4-FFF2-40B4-BE49-F238E27FC236}">
                <a16:creationId xmlns:a16="http://schemas.microsoft.com/office/drawing/2014/main" id="{06A376CE-6F28-4F66-85E3-FD0F553CAA5B}"/>
              </a:ext>
            </a:extLst>
          </p:cNvPr>
          <p:cNvSpPr/>
          <p:nvPr/>
        </p:nvSpPr>
        <p:spPr>
          <a:xfrm>
            <a:off x="4765041" y="3033311"/>
            <a:ext cx="1334427" cy="246820"/>
          </a:xfrm>
          <a:prstGeom prst="homePlat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a:t>PO</a:t>
            </a:r>
            <a:r>
              <a:rPr lang="ja-JP" altLang="en-US" sz="1200" dirty="0"/>
              <a:t>支援</a:t>
            </a:r>
          </a:p>
        </p:txBody>
      </p:sp>
      <p:sp>
        <p:nvSpPr>
          <p:cNvPr id="165" name="フローチャート: 書類 164">
            <a:extLst>
              <a:ext uri="{FF2B5EF4-FFF2-40B4-BE49-F238E27FC236}">
                <a16:creationId xmlns:a16="http://schemas.microsoft.com/office/drawing/2014/main" id="{DF683D42-87E0-4169-BA5D-F328D5E62297}"/>
              </a:ext>
            </a:extLst>
          </p:cNvPr>
          <p:cNvSpPr/>
          <p:nvPr/>
        </p:nvSpPr>
        <p:spPr>
          <a:xfrm>
            <a:off x="4765041" y="3339099"/>
            <a:ext cx="1334427" cy="405435"/>
          </a:xfrm>
          <a:prstGeom prst="flowChartDocumen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ja-JP" altLang="en-US" sz="1100" dirty="0">
                <a:solidFill>
                  <a:sysClr val="windowText" lastClr="000000"/>
                </a:solidFill>
              </a:rPr>
              <a:t>データ観点での</a:t>
            </a:r>
            <a:endParaRPr lang="en-US" altLang="ja-JP" sz="1100" dirty="0">
              <a:solidFill>
                <a:sysClr val="windowText" lastClr="000000"/>
              </a:solidFill>
            </a:endParaRPr>
          </a:p>
          <a:p>
            <a:pPr algn="ctr"/>
            <a:r>
              <a:rPr lang="ja-JP" altLang="en-US" sz="1100" dirty="0">
                <a:solidFill>
                  <a:sysClr val="windowText" lastClr="000000"/>
                </a:solidFill>
              </a:rPr>
              <a:t>完了条件</a:t>
            </a:r>
          </a:p>
        </p:txBody>
      </p:sp>
      <p:cxnSp>
        <p:nvCxnSpPr>
          <p:cNvPr id="168" name="コネクタ: カギ線 167">
            <a:extLst>
              <a:ext uri="{FF2B5EF4-FFF2-40B4-BE49-F238E27FC236}">
                <a16:creationId xmlns:a16="http://schemas.microsoft.com/office/drawing/2014/main" id="{389FD967-AAD8-4B96-B6EC-74C023590250}"/>
              </a:ext>
            </a:extLst>
          </p:cNvPr>
          <p:cNvCxnSpPr>
            <a:stCxn id="165" idx="1"/>
            <a:endCxn id="157" idx="1"/>
          </p:cNvCxnSpPr>
          <p:nvPr/>
        </p:nvCxnSpPr>
        <p:spPr>
          <a:xfrm rot="10800000">
            <a:off x="4765041" y="2752709"/>
            <a:ext cx="12700" cy="789108"/>
          </a:xfrm>
          <a:prstGeom prst="bentConnector3">
            <a:avLst>
              <a:gd name="adj1" fmla="val 919614"/>
            </a:avLst>
          </a:prstGeom>
          <a:ln>
            <a:tailEnd type="triangle"/>
          </a:ln>
        </p:spPr>
        <p:style>
          <a:lnRef idx="1">
            <a:schemeClr val="accent1"/>
          </a:lnRef>
          <a:fillRef idx="0">
            <a:schemeClr val="accent1"/>
          </a:fillRef>
          <a:effectRef idx="0">
            <a:schemeClr val="accent1"/>
          </a:effectRef>
          <a:fontRef idx="minor">
            <a:schemeClr val="tx1"/>
          </a:fontRef>
        </p:style>
      </p:cxnSp>
      <p:sp>
        <p:nvSpPr>
          <p:cNvPr id="180" name="矢印: 五方向 179">
            <a:extLst>
              <a:ext uri="{FF2B5EF4-FFF2-40B4-BE49-F238E27FC236}">
                <a16:creationId xmlns:a16="http://schemas.microsoft.com/office/drawing/2014/main" id="{447B8DBB-41B7-476D-947C-9BDFD62B2D87}"/>
              </a:ext>
            </a:extLst>
          </p:cNvPr>
          <p:cNvSpPr/>
          <p:nvPr/>
        </p:nvSpPr>
        <p:spPr>
          <a:xfrm>
            <a:off x="6162327" y="1764252"/>
            <a:ext cx="2146362" cy="248400"/>
          </a:xfrm>
          <a:prstGeom prst="homePlate">
            <a:avLst>
              <a:gd name="adj" fmla="val 305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a:t>Daily</a:t>
            </a:r>
            <a:r>
              <a:rPr lang="ja-JP" altLang="en-US" sz="1200" dirty="0"/>
              <a:t> </a:t>
            </a:r>
            <a:r>
              <a:rPr lang="en-US" altLang="ja-JP" sz="1200" dirty="0"/>
              <a:t>Scrum</a:t>
            </a:r>
            <a:endParaRPr lang="ja-JP" altLang="en-US" sz="1200" dirty="0"/>
          </a:p>
        </p:txBody>
      </p:sp>
      <p:sp>
        <p:nvSpPr>
          <p:cNvPr id="182" name="フローチャート: 書類 181">
            <a:extLst>
              <a:ext uri="{FF2B5EF4-FFF2-40B4-BE49-F238E27FC236}">
                <a16:creationId xmlns:a16="http://schemas.microsoft.com/office/drawing/2014/main" id="{744E7A23-2E13-49CC-B72D-1A4B0BF6D9A4}"/>
              </a:ext>
            </a:extLst>
          </p:cNvPr>
          <p:cNvSpPr/>
          <p:nvPr/>
        </p:nvSpPr>
        <p:spPr>
          <a:xfrm>
            <a:off x="6159439" y="2078604"/>
            <a:ext cx="1045837" cy="405435"/>
          </a:xfrm>
          <a:prstGeom prst="flowChartDocumen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ja-JP" altLang="en-US" sz="1100" dirty="0">
                <a:solidFill>
                  <a:sysClr val="windowText" lastClr="000000"/>
                </a:solidFill>
              </a:rPr>
              <a:t>実装</a:t>
            </a:r>
          </a:p>
        </p:txBody>
      </p:sp>
      <p:sp>
        <p:nvSpPr>
          <p:cNvPr id="183" name="矢印: 五方向 182">
            <a:extLst>
              <a:ext uri="{FF2B5EF4-FFF2-40B4-BE49-F238E27FC236}">
                <a16:creationId xmlns:a16="http://schemas.microsoft.com/office/drawing/2014/main" id="{0ACE2F66-3BFA-4D79-A6CA-FBFE12AEB905}"/>
              </a:ext>
            </a:extLst>
          </p:cNvPr>
          <p:cNvSpPr/>
          <p:nvPr/>
        </p:nvSpPr>
        <p:spPr>
          <a:xfrm>
            <a:off x="8371548" y="1764252"/>
            <a:ext cx="1334427" cy="248400"/>
          </a:xfrm>
          <a:prstGeom prst="homePlate">
            <a:avLst>
              <a:gd name="adj" fmla="val 305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t>Review</a:t>
            </a:r>
            <a:r>
              <a:rPr lang="ja-JP" altLang="en-US" sz="1200" dirty="0"/>
              <a:t> </a:t>
            </a:r>
            <a:r>
              <a:rPr lang="en-US" altLang="ja-JP" sz="1200" dirty="0"/>
              <a:t>/</a:t>
            </a:r>
            <a:r>
              <a:rPr lang="ja-JP" altLang="en-US" sz="1200" dirty="0"/>
              <a:t> </a:t>
            </a:r>
            <a:r>
              <a:rPr lang="en-US" altLang="ja-JP" sz="1200" dirty="0"/>
              <a:t>Retro</a:t>
            </a:r>
            <a:endParaRPr lang="ja-JP" altLang="en-US" sz="1200" dirty="0"/>
          </a:p>
        </p:txBody>
      </p:sp>
      <p:sp>
        <p:nvSpPr>
          <p:cNvPr id="184" name="フローチャート: 書類 183">
            <a:extLst>
              <a:ext uri="{FF2B5EF4-FFF2-40B4-BE49-F238E27FC236}">
                <a16:creationId xmlns:a16="http://schemas.microsoft.com/office/drawing/2014/main" id="{3368A9AC-3688-45B6-A8C5-2329CC127BDD}"/>
              </a:ext>
            </a:extLst>
          </p:cNvPr>
          <p:cNvSpPr/>
          <p:nvPr/>
        </p:nvSpPr>
        <p:spPr>
          <a:xfrm>
            <a:off x="7265247" y="2078604"/>
            <a:ext cx="1045837" cy="405435"/>
          </a:xfrm>
          <a:prstGeom prst="flowChartDocumen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ja-JP" altLang="en-US" sz="1100" dirty="0">
                <a:solidFill>
                  <a:sysClr val="windowText" lastClr="000000"/>
                </a:solidFill>
              </a:rPr>
              <a:t>総合・結合・</a:t>
            </a:r>
            <a:r>
              <a:rPr lang="en-US" altLang="ja-JP" sz="1100" dirty="0">
                <a:solidFill>
                  <a:sysClr val="windowText" lastClr="000000"/>
                </a:solidFill>
              </a:rPr>
              <a:t>UAT</a:t>
            </a:r>
            <a:endParaRPr lang="ja-JP" altLang="en-US" sz="1100" dirty="0">
              <a:solidFill>
                <a:sysClr val="windowText" lastClr="000000"/>
              </a:solidFill>
            </a:endParaRPr>
          </a:p>
        </p:txBody>
      </p:sp>
      <p:cxnSp>
        <p:nvCxnSpPr>
          <p:cNvPr id="186" name="コネクタ: カギ線 185">
            <a:extLst>
              <a:ext uri="{FF2B5EF4-FFF2-40B4-BE49-F238E27FC236}">
                <a16:creationId xmlns:a16="http://schemas.microsoft.com/office/drawing/2014/main" id="{AB1334A8-F1E2-49F7-8604-0D81780D5E8F}"/>
              </a:ext>
            </a:extLst>
          </p:cNvPr>
          <p:cNvCxnSpPr>
            <a:stCxn id="157" idx="3"/>
            <a:endCxn id="184" idx="2"/>
          </p:cNvCxnSpPr>
          <p:nvPr/>
        </p:nvCxnSpPr>
        <p:spPr>
          <a:xfrm flipV="1">
            <a:off x="6099468" y="2457235"/>
            <a:ext cx="1688698" cy="29547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7" name="コネクタ: カギ線 186">
            <a:extLst>
              <a:ext uri="{FF2B5EF4-FFF2-40B4-BE49-F238E27FC236}">
                <a16:creationId xmlns:a16="http://schemas.microsoft.com/office/drawing/2014/main" id="{DA9BBBA6-0051-456B-876A-59C004E2E3B6}"/>
              </a:ext>
            </a:extLst>
          </p:cNvPr>
          <p:cNvCxnSpPr>
            <a:cxnSpLocks/>
            <a:stCxn id="165" idx="3"/>
            <a:endCxn id="184" idx="2"/>
          </p:cNvCxnSpPr>
          <p:nvPr/>
        </p:nvCxnSpPr>
        <p:spPr>
          <a:xfrm flipV="1">
            <a:off x="6099468" y="2457235"/>
            <a:ext cx="1688698" cy="108458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98" name="フローチャート: 書類 197">
            <a:extLst>
              <a:ext uri="{FF2B5EF4-FFF2-40B4-BE49-F238E27FC236}">
                <a16:creationId xmlns:a16="http://schemas.microsoft.com/office/drawing/2014/main" id="{5C233EB7-4BFA-4D89-B634-B36C684BFCB2}"/>
              </a:ext>
            </a:extLst>
          </p:cNvPr>
          <p:cNvSpPr/>
          <p:nvPr/>
        </p:nvSpPr>
        <p:spPr>
          <a:xfrm>
            <a:off x="8371055" y="2078604"/>
            <a:ext cx="1334427" cy="405435"/>
          </a:xfrm>
          <a:prstGeom prst="flowChartDocumen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ja-JP" altLang="en-US" sz="1100" dirty="0">
                <a:solidFill>
                  <a:sysClr val="windowText" lastClr="000000"/>
                </a:solidFill>
              </a:rPr>
              <a:t>振り返り</a:t>
            </a:r>
          </a:p>
        </p:txBody>
      </p:sp>
      <p:sp>
        <p:nvSpPr>
          <p:cNvPr id="199" name="矢印: 五方向 198">
            <a:extLst>
              <a:ext uri="{FF2B5EF4-FFF2-40B4-BE49-F238E27FC236}">
                <a16:creationId xmlns:a16="http://schemas.microsoft.com/office/drawing/2014/main" id="{AB74B27F-27BE-43C1-9F88-8DD77A276EEA}"/>
              </a:ext>
            </a:extLst>
          </p:cNvPr>
          <p:cNvSpPr/>
          <p:nvPr/>
        </p:nvSpPr>
        <p:spPr>
          <a:xfrm>
            <a:off x="8375781" y="3033311"/>
            <a:ext cx="1325960" cy="246820"/>
          </a:xfrm>
          <a:prstGeom prst="homePlat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t>振り返り</a:t>
            </a:r>
          </a:p>
        </p:txBody>
      </p:sp>
      <p:sp>
        <p:nvSpPr>
          <p:cNvPr id="200" name="フローチャート: 書類 199">
            <a:extLst>
              <a:ext uri="{FF2B5EF4-FFF2-40B4-BE49-F238E27FC236}">
                <a16:creationId xmlns:a16="http://schemas.microsoft.com/office/drawing/2014/main" id="{FB446BBA-3F8F-4315-8849-88980B65EB58}"/>
              </a:ext>
            </a:extLst>
          </p:cNvPr>
          <p:cNvSpPr/>
          <p:nvPr/>
        </p:nvSpPr>
        <p:spPr>
          <a:xfrm>
            <a:off x="8371548" y="3339099"/>
            <a:ext cx="1334427" cy="405435"/>
          </a:xfrm>
          <a:prstGeom prst="flowChartDocumen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ja-JP" altLang="en-US" sz="1100" dirty="0">
                <a:solidFill>
                  <a:sysClr val="windowText" lastClr="000000"/>
                </a:solidFill>
              </a:rPr>
              <a:t>データ観点での</a:t>
            </a:r>
            <a:endParaRPr lang="en-US" altLang="ja-JP" sz="1100" dirty="0">
              <a:solidFill>
                <a:sysClr val="windowText" lastClr="000000"/>
              </a:solidFill>
            </a:endParaRPr>
          </a:p>
          <a:p>
            <a:pPr algn="ctr"/>
            <a:r>
              <a:rPr lang="ja-JP" altLang="en-US" sz="1100" dirty="0">
                <a:solidFill>
                  <a:sysClr val="windowText" lastClr="000000"/>
                </a:solidFill>
              </a:rPr>
              <a:t>完了条件の見直し</a:t>
            </a:r>
          </a:p>
        </p:txBody>
      </p:sp>
      <p:cxnSp>
        <p:nvCxnSpPr>
          <p:cNvPr id="202" name="直線矢印コネクタ 201">
            <a:extLst>
              <a:ext uri="{FF2B5EF4-FFF2-40B4-BE49-F238E27FC236}">
                <a16:creationId xmlns:a16="http://schemas.microsoft.com/office/drawing/2014/main" id="{B49F995D-668E-4DF4-81CA-08B7D0C0A9EC}"/>
              </a:ext>
            </a:extLst>
          </p:cNvPr>
          <p:cNvCxnSpPr>
            <a:cxnSpLocks/>
          </p:cNvCxnSpPr>
          <p:nvPr/>
        </p:nvCxnSpPr>
        <p:spPr>
          <a:xfrm>
            <a:off x="9038762" y="2519511"/>
            <a:ext cx="0" cy="478851"/>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0" name="コネクタ: カギ線 209">
            <a:extLst>
              <a:ext uri="{FF2B5EF4-FFF2-40B4-BE49-F238E27FC236}">
                <a16:creationId xmlns:a16="http://schemas.microsoft.com/office/drawing/2014/main" id="{03CA6568-822C-4188-B9DC-562C7117EB40}"/>
              </a:ext>
            </a:extLst>
          </p:cNvPr>
          <p:cNvCxnSpPr>
            <a:cxnSpLocks/>
            <a:stCxn id="183" idx="3"/>
            <a:endCxn id="161" idx="1"/>
          </p:cNvCxnSpPr>
          <p:nvPr/>
        </p:nvCxnSpPr>
        <p:spPr>
          <a:xfrm flipH="1">
            <a:off x="4765041" y="1888452"/>
            <a:ext cx="4940934" cy="12700"/>
          </a:xfrm>
          <a:prstGeom prst="bentConnector5">
            <a:avLst>
              <a:gd name="adj1" fmla="val -1388"/>
              <a:gd name="adj2" fmla="val -5622047"/>
              <a:gd name="adj3" fmla="val 101851"/>
            </a:avLst>
          </a:prstGeom>
          <a:ln>
            <a:tailEnd type="triangle"/>
          </a:ln>
        </p:spPr>
        <p:style>
          <a:lnRef idx="1">
            <a:schemeClr val="accent1"/>
          </a:lnRef>
          <a:fillRef idx="0">
            <a:schemeClr val="accent1"/>
          </a:fillRef>
          <a:effectRef idx="0">
            <a:schemeClr val="accent1"/>
          </a:effectRef>
          <a:fontRef idx="minor">
            <a:schemeClr val="tx1"/>
          </a:fontRef>
        </p:style>
      </p:cxnSp>
      <p:sp>
        <p:nvSpPr>
          <p:cNvPr id="246" name="矢印: 五方向 245">
            <a:extLst>
              <a:ext uri="{FF2B5EF4-FFF2-40B4-BE49-F238E27FC236}">
                <a16:creationId xmlns:a16="http://schemas.microsoft.com/office/drawing/2014/main" id="{94DF3556-6D1E-44F8-B06B-5FF0E74BEABA}"/>
              </a:ext>
            </a:extLst>
          </p:cNvPr>
          <p:cNvSpPr/>
          <p:nvPr/>
        </p:nvSpPr>
        <p:spPr>
          <a:xfrm>
            <a:off x="4765041" y="5775432"/>
            <a:ext cx="912363" cy="246820"/>
          </a:xfrm>
          <a:prstGeom prst="homePlat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rgbClr val="FFFFFF"/>
                </a:solidFill>
              </a:rPr>
              <a:t>準備</a:t>
            </a:r>
          </a:p>
        </p:txBody>
      </p:sp>
      <p:sp>
        <p:nvSpPr>
          <p:cNvPr id="247" name="矢印: 五方向 246">
            <a:extLst>
              <a:ext uri="{FF2B5EF4-FFF2-40B4-BE49-F238E27FC236}">
                <a16:creationId xmlns:a16="http://schemas.microsoft.com/office/drawing/2014/main" id="{C0AC31AD-EB02-4642-9E5D-FAC537766AFE}"/>
              </a:ext>
            </a:extLst>
          </p:cNvPr>
          <p:cNvSpPr/>
          <p:nvPr/>
        </p:nvSpPr>
        <p:spPr>
          <a:xfrm>
            <a:off x="5775836" y="5775432"/>
            <a:ext cx="912363" cy="246820"/>
          </a:xfrm>
          <a:prstGeom prst="homePlat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err="1">
                <a:solidFill>
                  <a:srgbClr val="FFFFFF"/>
                </a:solidFill>
              </a:rPr>
              <a:t>AsIs</a:t>
            </a:r>
            <a:r>
              <a:rPr lang="zh-TW" altLang="en-US" sz="1200" dirty="0">
                <a:solidFill>
                  <a:srgbClr val="FFFFFF"/>
                </a:solidFill>
              </a:rPr>
              <a:t>調査</a:t>
            </a:r>
            <a:endParaRPr lang="ja-JP" altLang="en-US" sz="1200" dirty="0">
              <a:solidFill>
                <a:srgbClr val="FFFFFF"/>
              </a:solidFill>
            </a:endParaRPr>
          </a:p>
        </p:txBody>
      </p:sp>
      <p:sp>
        <p:nvSpPr>
          <p:cNvPr id="248" name="矢印: 五方向 247">
            <a:extLst>
              <a:ext uri="{FF2B5EF4-FFF2-40B4-BE49-F238E27FC236}">
                <a16:creationId xmlns:a16="http://schemas.microsoft.com/office/drawing/2014/main" id="{52966880-2E14-4387-B835-803CA95E9BF8}"/>
              </a:ext>
            </a:extLst>
          </p:cNvPr>
          <p:cNvSpPr/>
          <p:nvPr/>
        </p:nvSpPr>
        <p:spPr>
          <a:xfrm>
            <a:off x="7797426" y="5775432"/>
            <a:ext cx="904811" cy="246820"/>
          </a:xfrm>
          <a:prstGeom prst="homePlat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TW" altLang="en-US" sz="1200" dirty="0">
                <a:solidFill>
                  <a:srgbClr val="FFFFFF"/>
                </a:solidFill>
              </a:rPr>
              <a:t>解決策作成</a:t>
            </a:r>
          </a:p>
        </p:txBody>
      </p:sp>
      <p:sp>
        <p:nvSpPr>
          <p:cNvPr id="249" name="矢印: 五方向 248">
            <a:extLst>
              <a:ext uri="{FF2B5EF4-FFF2-40B4-BE49-F238E27FC236}">
                <a16:creationId xmlns:a16="http://schemas.microsoft.com/office/drawing/2014/main" id="{AFE4F26D-E734-43A4-B81B-0808099399D8}"/>
              </a:ext>
            </a:extLst>
          </p:cNvPr>
          <p:cNvSpPr/>
          <p:nvPr/>
        </p:nvSpPr>
        <p:spPr>
          <a:xfrm>
            <a:off x="6786631" y="5775432"/>
            <a:ext cx="912363" cy="246820"/>
          </a:xfrm>
          <a:prstGeom prst="homePlat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rgbClr val="FFFFFF"/>
                </a:solidFill>
              </a:rPr>
              <a:t>課題抽出</a:t>
            </a:r>
          </a:p>
        </p:txBody>
      </p:sp>
      <p:sp>
        <p:nvSpPr>
          <p:cNvPr id="250" name="矢印: 五方向 249">
            <a:extLst>
              <a:ext uri="{FF2B5EF4-FFF2-40B4-BE49-F238E27FC236}">
                <a16:creationId xmlns:a16="http://schemas.microsoft.com/office/drawing/2014/main" id="{411604AE-680F-40DD-93A6-3D4A48083F32}"/>
              </a:ext>
            </a:extLst>
          </p:cNvPr>
          <p:cNvSpPr/>
          <p:nvPr/>
        </p:nvSpPr>
        <p:spPr>
          <a:xfrm>
            <a:off x="8800670" y="5775432"/>
            <a:ext cx="904811" cy="246820"/>
          </a:xfrm>
          <a:prstGeom prst="homePlat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err="1">
                <a:solidFill>
                  <a:srgbClr val="FFFFFF"/>
                </a:solidFill>
              </a:rPr>
              <a:t>ToBe</a:t>
            </a:r>
            <a:r>
              <a:rPr lang="zh-TW" altLang="en-US" sz="1200" dirty="0">
                <a:solidFill>
                  <a:srgbClr val="FFFFFF"/>
                </a:solidFill>
              </a:rPr>
              <a:t>設計</a:t>
            </a:r>
          </a:p>
        </p:txBody>
      </p:sp>
      <p:sp>
        <p:nvSpPr>
          <p:cNvPr id="256" name="矢印: 五方向 255">
            <a:extLst>
              <a:ext uri="{FF2B5EF4-FFF2-40B4-BE49-F238E27FC236}">
                <a16:creationId xmlns:a16="http://schemas.microsoft.com/office/drawing/2014/main" id="{48E139A3-0CF6-43E5-9ED3-D4AA4BB19F63}"/>
              </a:ext>
            </a:extLst>
          </p:cNvPr>
          <p:cNvSpPr/>
          <p:nvPr/>
        </p:nvSpPr>
        <p:spPr>
          <a:xfrm>
            <a:off x="4765041" y="5488505"/>
            <a:ext cx="4936700" cy="246820"/>
          </a:xfrm>
          <a:prstGeom prst="homePlat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FFFFFF"/>
                </a:solidFill>
              </a:rPr>
              <a:t>Sprint</a:t>
            </a:r>
            <a:r>
              <a:rPr lang="ja-JP" altLang="en-US" sz="1200" dirty="0">
                <a:solidFill>
                  <a:srgbClr val="FFFFFF"/>
                </a:solidFill>
              </a:rPr>
              <a:t>支援</a:t>
            </a:r>
          </a:p>
        </p:txBody>
      </p:sp>
      <p:sp>
        <p:nvSpPr>
          <p:cNvPr id="61" name="テキスト ボックス 60">
            <a:extLst>
              <a:ext uri="{FF2B5EF4-FFF2-40B4-BE49-F238E27FC236}">
                <a16:creationId xmlns:a16="http://schemas.microsoft.com/office/drawing/2014/main" id="{11E8C94C-5C15-4C2D-977F-66FB2CAE1F72}"/>
              </a:ext>
            </a:extLst>
          </p:cNvPr>
          <p:cNvSpPr txBox="1"/>
          <p:nvPr/>
        </p:nvSpPr>
        <p:spPr>
          <a:xfrm>
            <a:off x="220063" y="643686"/>
            <a:ext cx="9465869" cy="523220"/>
          </a:xfrm>
          <a:prstGeom prst="rect">
            <a:avLst/>
          </a:prstGeom>
          <a:noFill/>
        </p:spPr>
        <p:txBody>
          <a:bodyPr wrap="square" rtlCol="0">
            <a:spAutoFit/>
          </a:bodyPr>
          <a:lstStyle/>
          <a:p>
            <a:r>
              <a:rPr lang="ja-JP" altLang="en-US" sz="1400" dirty="0">
                <a:latin typeface="+mn-ea"/>
              </a:rPr>
              <a:t>マネジメント</a:t>
            </a:r>
            <a:r>
              <a:rPr lang="en-US" altLang="ja-JP" sz="1400" dirty="0">
                <a:latin typeface="+mn-ea"/>
              </a:rPr>
              <a:t>T</a:t>
            </a:r>
            <a:r>
              <a:rPr lang="ja-JP" altLang="en-US" sz="1400" dirty="0">
                <a:latin typeface="+mn-ea"/>
              </a:rPr>
              <a:t>は、検証テーマに対するデータ管理面での課題抽出および各</a:t>
            </a:r>
            <a:r>
              <a:rPr lang="en-US" altLang="ja-JP" sz="1400" dirty="0">
                <a:latin typeface="+mn-ea"/>
              </a:rPr>
              <a:t>Sprint</a:t>
            </a:r>
            <a:r>
              <a:rPr lang="ja-JP" altLang="en-US" sz="1400" dirty="0">
                <a:latin typeface="+mn-ea"/>
              </a:rPr>
              <a:t>での完了条件を提示</a:t>
            </a:r>
            <a:r>
              <a:rPr lang="en-US" altLang="ja-JP" sz="1400" dirty="0">
                <a:latin typeface="+mn-ea"/>
              </a:rPr>
              <a:t>/FB</a:t>
            </a:r>
            <a:r>
              <a:rPr lang="ja-JP" altLang="en-US" sz="1400" dirty="0">
                <a:latin typeface="+mn-ea"/>
              </a:rPr>
              <a:t>します。</a:t>
            </a:r>
            <a:endParaRPr lang="en-US" altLang="ja-JP" sz="1400" dirty="0">
              <a:latin typeface="+mn-ea"/>
            </a:endParaRPr>
          </a:p>
          <a:p>
            <a:r>
              <a:rPr lang="ja-JP" altLang="en-US" sz="1400" dirty="0">
                <a:latin typeface="+mn-ea"/>
              </a:rPr>
              <a:t>モデル</a:t>
            </a:r>
            <a:r>
              <a:rPr lang="en-US" altLang="ja-JP" sz="1400" dirty="0">
                <a:latin typeface="+mn-ea"/>
              </a:rPr>
              <a:t>T</a:t>
            </a:r>
            <a:r>
              <a:rPr lang="ja-JP" altLang="en-US" sz="1400" dirty="0">
                <a:latin typeface="+mn-ea"/>
              </a:rPr>
              <a:t>は、検証テーマの理解を経たうえで、</a:t>
            </a:r>
            <a:r>
              <a:rPr lang="en-US" altLang="ja-JP" sz="1400" dirty="0">
                <a:latin typeface="+mn-ea"/>
              </a:rPr>
              <a:t>Sprint</a:t>
            </a:r>
            <a:r>
              <a:rPr lang="ja-JP" altLang="en-US" sz="1400" dirty="0">
                <a:latin typeface="+mn-ea"/>
              </a:rPr>
              <a:t>分の論理データモデルを都度作成します。</a:t>
            </a:r>
            <a:endParaRPr lang="en-US" altLang="ja-JP" sz="1400" dirty="0">
              <a:latin typeface="+mn-ea"/>
            </a:endParaRPr>
          </a:p>
        </p:txBody>
      </p:sp>
      <p:sp>
        <p:nvSpPr>
          <p:cNvPr id="62" name="フローチャート: 書類 61">
            <a:extLst>
              <a:ext uri="{FF2B5EF4-FFF2-40B4-BE49-F238E27FC236}">
                <a16:creationId xmlns:a16="http://schemas.microsoft.com/office/drawing/2014/main" id="{9337CD03-1CA0-471F-AF6B-A8BED2F1A393}"/>
              </a:ext>
            </a:extLst>
          </p:cNvPr>
          <p:cNvSpPr/>
          <p:nvPr/>
        </p:nvSpPr>
        <p:spPr>
          <a:xfrm>
            <a:off x="5775836" y="6063091"/>
            <a:ext cx="912364" cy="320413"/>
          </a:xfrm>
          <a:prstGeom prst="flowChartDocument">
            <a:avLst/>
          </a:prstGeom>
          <a:solidFill>
            <a:schemeClr val="accent5">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ysClr val="windowText" lastClr="000000"/>
                </a:solidFill>
              </a:rPr>
              <a:t>論理</a:t>
            </a:r>
            <a:r>
              <a:rPr lang="en-US" altLang="ja-JP" sz="1200" dirty="0">
                <a:solidFill>
                  <a:sysClr val="windowText" lastClr="000000"/>
                </a:solidFill>
              </a:rPr>
              <a:t>DM</a:t>
            </a:r>
            <a:endParaRPr kumimoji="1" lang="ja-JP" altLang="en-US" sz="1200" dirty="0">
              <a:solidFill>
                <a:sysClr val="windowText" lastClr="000000"/>
              </a:solidFill>
            </a:endParaRPr>
          </a:p>
        </p:txBody>
      </p:sp>
      <p:sp>
        <p:nvSpPr>
          <p:cNvPr id="63" name="フローチャート: 書類 62">
            <a:extLst>
              <a:ext uri="{FF2B5EF4-FFF2-40B4-BE49-F238E27FC236}">
                <a16:creationId xmlns:a16="http://schemas.microsoft.com/office/drawing/2014/main" id="{69D127AD-E6A2-4D2E-BAFC-B0D34DF441DC}"/>
              </a:ext>
            </a:extLst>
          </p:cNvPr>
          <p:cNvSpPr/>
          <p:nvPr/>
        </p:nvSpPr>
        <p:spPr>
          <a:xfrm>
            <a:off x="6786631" y="6051821"/>
            <a:ext cx="912364" cy="320413"/>
          </a:xfrm>
          <a:prstGeom prst="flowChartDocument">
            <a:avLst/>
          </a:prstGeom>
          <a:solidFill>
            <a:schemeClr val="accent5">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ja-JP" altLang="en-US" sz="1200" dirty="0">
                <a:solidFill>
                  <a:sysClr val="windowText" lastClr="000000"/>
                </a:solidFill>
              </a:rPr>
              <a:t>課題一覧</a:t>
            </a:r>
          </a:p>
        </p:txBody>
      </p:sp>
      <p:sp>
        <p:nvSpPr>
          <p:cNvPr id="64" name="フローチャート: 書類 63">
            <a:extLst>
              <a:ext uri="{FF2B5EF4-FFF2-40B4-BE49-F238E27FC236}">
                <a16:creationId xmlns:a16="http://schemas.microsoft.com/office/drawing/2014/main" id="{D8515A98-FA75-4EAA-9C6E-F21B3C8EC6B5}"/>
              </a:ext>
            </a:extLst>
          </p:cNvPr>
          <p:cNvSpPr/>
          <p:nvPr/>
        </p:nvSpPr>
        <p:spPr>
          <a:xfrm>
            <a:off x="8781120" y="6051821"/>
            <a:ext cx="904812" cy="320413"/>
          </a:xfrm>
          <a:prstGeom prst="flowChartDocument">
            <a:avLst/>
          </a:prstGeom>
          <a:solidFill>
            <a:schemeClr val="accent5">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ja-JP" altLang="en-US" sz="1200" dirty="0">
                <a:solidFill>
                  <a:sysClr val="windowText" lastClr="000000"/>
                </a:solidFill>
              </a:rPr>
              <a:t>論理</a:t>
            </a:r>
            <a:r>
              <a:rPr lang="en-US" altLang="ja-JP" sz="1200" dirty="0">
                <a:solidFill>
                  <a:sysClr val="windowText" lastClr="000000"/>
                </a:solidFill>
              </a:rPr>
              <a:t>DM</a:t>
            </a:r>
            <a:endParaRPr kumimoji="1" lang="ja-JP" altLang="en-US" sz="1200" dirty="0">
              <a:solidFill>
                <a:sysClr val="windowText" lastClr="000000"/>
              </a:solidFill>
            </a:endParaRPr>
          </a:p>
        </p:txBody>
      </p:sp>
      <p:sp>
        <p:nvSpPr>
          <p:cNvPr id="91" name="矢印: 五方向 151">
            <a:extLst>
              <a:ext uri="{FF2B5EF4-FFF2-40B4-BE49-F238E27FC236}">
                <a16:creationId xmlns:a16="http://schemas.microsoft.com/office/drawing/2014/main" id="{49E6AA6F-62A1-4484-8091-8BBCC13B9633}"/>
              </a:ext>
            </a:extLst>
          </p:cNvPr>
          <p:cNvSpPr/>
          <p:nvPr/>
        </p:nvSpPr>
        <p:spPr>
          <a:xfrm>
            <a:off x="3302357" y="3828744"/>
            <a:ext cx="6403619" cy="246820"/>
          </a:xfrm>
          <a:prstGeom prst="homePlat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t>ゴールイメージとその実現に向けたデータの整理</a:t>
            </a:r>
            <a:endParaRPr lang="en-US" altLang="ja-JP" sz="1200" dirty="0"/>
          </a:p>
        </p:txBody>
      </p:sp>
      <p:sp>
        <p:nvSpPr>
          <p:cNvPr id="94" name="フローチャート: 書類 242">
            <a:extLst>
              <a:ext uri="{FF2B5EF4-FFF2-40B4-BE49-F238E27FC236}">
                <a16:creationId xmlns:a16="http://schemas.microsoft.com/office/drawing/2014/main" id="{DA1917A3-82D8-4753-8236-E5F440445C82}"/>
              </a:ext>
            </a:extLst>
          </p:cNvPr>
          <p:cNvSpPr/>
          <p:nvPr/>
        </p:nvSpPr>
        <p:spPr>
          <a:xfrm>
            <a:off x="1536025" y="4548791"/>
            <a:ext cx="974590" cy="405435"/>
          </a:xfrm>
          <a:prstGeom prst="flowChartDocumen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0" tIns="45720" rIns="0" bIns="45720" rtlCol="0" anchor="t"/>
          <a:lstStyle/>
          <a:p>
            <a:pPr algn="ctr"/>
            <a:r>
              <a:rPr lang="ja-JP" altLang="en-US" sz="1050" dirty="0">
                <a:solidFill>
                  <a:sysClr val="windowText" lastClr="000000"/>
                </a:solidFill>
              </a:rPr>
              <a:t>実現像・実現</a:t>
            </a:r>
            <a:endParaRPr lang="en-US" altLang="ja-JP" sz="1050" dirty="0">
              <a:solidFill>
                <a:sysClr val="windowText" lastClr="000000"/>
              </a:solidFill>
            </a:endParaRPr>
          </a:p>
          <a:p>
            <a:pPr algn="ctr"/>
            <a:r>
              <a:rPr lang="ja-JP" altLang="en-US" sz="1050" dirty="0">
                <a:solidFill>
                  <a:sysClr val="windowText" lastClr="000000"/>
                </a:solidFill>
              </a:rPr>
              <a:t>イメージの確認</a:t>
            </a:r>
          </a:p>
        </p:txBody>
      </p:sp>
      <p:sp>
        <p:nvSpPr>
          <p:cNvPr id="95" name="フローチャート: 書類 242">
            <a:extLst>
              <a:ext uri="{FF2B5EF4-FFF2-40B4-BE49-F238E27FC236}">
                <a16:creationId xmlns:a16="http://schemas.microsoft.com/office/drawing/2014/main" id="{24C297A7-9998-45F8-AA7C-7075749DCDD8}"/>
              </a:ext>
            </a:extLst>
          </p:cNvPr>
          <p:cNvSpPr/>
          <p:nvPr/>
        </p:nvSpPr>
        <p:spPr>
          <a:xfrm>
            <a:off x="2575228" y="4548791"/>
            <a:ext cx="974590" cy="405435"/>
          </a:xfrm>
          <a:prstGeom prst="flowChartDocumen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0" tIns="45720" rIns="0" bIns="45720" rtlCol="0" anchor="t"/>
          <a:lstStyle/>
          <a:p>
            <a:pPr algn="ctr"/>
            <a:r>
              <a:rPr lang="ja-JP" altLang="en-US" sz="1050" dirty="0">
                <a:solidFill>
                  <a:sysClr val="windowText" lastClr="000000"/>
                </a:solidFill>
              </a:rPr>
              <a:t>実現に向けた</a:t>
            </a:r>
            <a:r>
              <a:rPr lang="en-US" altLang="ja-JP" sz="1050" dirty="0">
                <a:solidFill>
                  <a:sysClr val="windowText" lastClr="000000"/>
                </a:solidFill>
              </a:rPr>
              <a:t>Step</a:t>
            </a:r>
            <a:r>
              <a:rPr lang="ja-JP" altLang="en-US" sz="1050" dirty="0">
                <a:solidFill>
                  <a:sysClr val="windowText" lastClr="000000"/>
                </a:solidFill>
              </a:rPr>
              <a:t>の洗い出し</a:t>
            </a:r>
          </a:p>
        </p:txBody>
      </p:sp>
      <p:sp>
        <p:nvSpPr>
          <p:cNvPr id="96" name="フローチャート: 書類 242">
            <a:extLst>
              <a:ext uri="{FF2B5EF4-FFF2-40B4-BE49-F238E27FC236}">
                <a16:creationId xmlns:a16="http://schemas.microsoft.com/office/drawing/2014/main" id="{53B18CA9-6C8E-412D-A14C-75F7F9E45F18}"/>
              </a:ext>
            </a:extLst>
          </p:cNvPr>
          <p:cNvSpPr/>
          <p:nvPr/>
        </p:nvSpPr>
        <p:spPr>
          <a:xfrm>
            <a:off x="3616775" y="4548791"/>
            <a:ext cx="974590" cy="405435"/>
          </a:xfrm>
          <a:prstGeom prst="flowChartDocumen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0" tIns="45720" rIns="0" bIns="45720" rtlCol="0" anchor="t"/>
          <a:lstStyle/>
          <a:p>
            <a:pPr algn="ctr"/>
            <a:r>
              <a:rPr lang="en-US" altLang="ja-JP" sz="1050" dirty="0">
                <a:solidFill>
                  <a:sysClr val="windowText" lastClr="000000"/>
                </a:solidFill>
              </a:rPr>
              <a:t>Step</a:t>
            </a:r>
            <a:r>
              <a:rPr lang="ja-JP" altLang="en-US" sz="1050" dirty="0">
                <a:solidFill>
                  <a:sysClr val="windowText" lastClr="000000"/>
                </a:solidFill>
              </a:rPr>
              <a:t>毎の</a:t>
            </a:r>
            <a:endParaRPr lang="en-US" altLang="ja-JP" sz="1050" dirty="0">
              <a:solidFill>
                <a:sysClr val="windowText" lastClr="000000"/>
              </a:solidFill>
            </a:endParaRPr>
          </a:p>
          <a:p>
            <a:pPr algn="ctr"/>
            <a:r>
              <a:rPr lang="ja-JP" altLang="en-US" sz="1050" dirty="0">
                <a:solidFill>
                  <a:sysClr val="windowText" lastClr="000000"/>
                </a:solidFill>
              </a:rPr>
              <a:t>データ要件整理</a:t>
            </a:r>
          </a:p>
        </p:txBody>
      </p:sp>
      <p:sp>
        <p:nvSpPr>
          <p:cNvPr id="97" name="フローチャート: 書類 242">
            <a:extLst>
              <a:ext uri="{FF2B5EF4-FFF2-40B4-BE49-F238E27FC236}">
                <a16:creationId xmlns:a16="http://schemas.microsoft.com/office/drawing/2014/main" id="{70F3A5A7-F6C4-4B4B-8AD9-DCB574FB43D8}"/>
              </a:ext>
            </a:extLst>
          </p:cNvPr>
          <p:cNvSpPr/>
          <p:nvPr/>
        </p:nvSpPr>
        <p:spPr>
          <a:xfrm>
            <a:off x="6571470" y="4131547"/>
            <a:ext cx="1334427" cy="405435"/>
          </a:xfrm>
          <a:prstGeom prst="flowChartDocumen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ja-JP" altLang="en-US" sz="1100" dirty="0">
                <a:solidFill>
                  <a:sysClr val="windowText" lastClr="000000"/>
                </a:solidFill>
              </a:rPr>
              <a:t>データマート設計支援</a:t>
            </a:r>
          </a:p>
        </p:txBody>
      </p:sp>
      <p:sp>
        <p:nvSpPr>
          <p:cNvPr id="98" name="フローチャート: 書類 242">
            <a:extLst>
              <a:ext uri="{FF2B5EF4-FFF2-40B4-BE49-F238E27FC236}">
                <a16:creationId xmlns:a16="http://schemas.microsoft.com/office/drawing/2014/main" id="{BD76F4E5-E0C9-454A-9B9E-1329A54F6A50}"/>
              </a:ext>
            </a:extLst>
          </p:cNvPr>
          <p:cNvSpPr/>
          <p:nvPr/>
        </p:nvSpPr>
        <p:spPr>
          <a:xfrm>
            <a:off x="8369975" y="4131547"/>
            <a:ext cx="1336001" cy="405435"/>
          </a:xfrm>
          <a:prstGeom prst="flowChartDocumen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ja-JP" altLang="en-US" sz="1100" dirty="0">
                <a:solidFill>
                  <a:sysClr val="windowText" lastClr="000000"/>
                </a:solidFill>
              </a:rPr>
              <a:t>データ品質・</a:t>
            </a:r>
            <a:endParaRPr lang="en-US" altLang="ja-JP" sz="1100" dirty="0">
              <a:solidFill>
                <a:sysClr val="windowText" lastClr="000000"/>
              </a:solidFill>
            </a:endParaRPr>
          </a:p>
          <a:p>
            <a:pPr algn="ctr"/>
            <a:r>
              <a:rPr lang="ja-JP" altLang="en-US" sz="1100" dirty="0">
                <a:solidFill>
                  <a:sysClr val="windowText" lastClr="000000"/>
                </a:solidFill>
              </a:rPr>
              <a:t>ガバナンス定義</a:t>
            </a:r>
          </a:p>
        </p:txBody>
      </p:sp>
      <p:sp>
        <p:nvSpPr>
          <p:cNvPr id="99" name="矢印: 五方向 151">
            <a:extLst>
              <a:ext uri="{FF2B5EF4-FFF2-40B4-BE49-F238E27FC236}">
                <a16:creationId xmlns:a16="http://schemas.microsoft.com/office/drawing/2014/main" id="{4D392FA3-5AF8-4344-8CB2-5CD6EC7BCF40}"/>
              </a:ext>
            </a:extLst>
          </p:cNvPr>
          <p:cNvSpPr/>
          <p:nvPr/>
        </p:nvSpPr>
        <p:spPr>
          <a:xfrm>
            <a:off x="3302357" y="4156105"/>
            <a:ext cx="1325961" cy="246820"/>
          </a:xfrm>
          <a:prstGeom prst="homePlat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t>事前検討</a:t>
            </a:r>
            <a:endParaRPr lang="en-US" altLang="ja-JP" sz="1200" dirty="0"/>
          </a:p>
        </p:txBody>
      </p:sp>
      <p:cxnSp>
        <p:nvCxnSpPr>
          <p:cNvPr id="32" name="Straight Connector 31">
            <a:extLst>
              <a:ext uri="{FF2B5EF4-FFF2-40B4-BE49-F238E27FC236}">
                <a16:creationId xmlns:a16="http://schemas.microsoft.com/office/drawing/2014/main" id="{D62AB1E3-906A-4179-AD7A-9222C570F47F}"/>
              </a:ext>
            </a:extLst>
          </p:cNvPr>
          <p:cNvCxnSpPr/>
          <p:nvPr/>
        </p:nvCxnSpPr>
        <p:spPr>
          <a:xfrm flipH="1">
            <a:off x="1536025" y="4402925"/>
            <a:ext cx="1766332" cy="14586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053282BB-E76B-40AE-884F-AF1953B9458E}"/>
              </a:ext>
            </a:extLst>
          </p:cNvPr>
          <p:cNvCxnSpPr>
            <a:cxnSpLocks/>
          </p:cNvCxnSpPr>
          <p:nvPr/>
        </p:nvCxnSpPr>
        <p:spPr>
          <a:xfrm>
            <a:off x="4509856" y="4402925"/>
            <a:ext cx="81509" cy="14586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C767C78-269B-4DB9-BFCF-2633011BED80}"/>
              </a:ext>
            </a:extLst>
          </p:cNvPr>
          <p:cNvCxnSpPr>
            <a:stCxn id="94" idx="3"/>
            <a:endCxn id="95" idx="1"/>
          </p:cNvCxnSpPr>
          <p:nvPr/>
        </p:nvCxnSpPr>
        <p:spPr>
          <a:xfrm>
            <a:off x="2510615" y="4751509"/>
            <a:ext cx="646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F4A65B0-0A76-4DE7-B979-A9243D00E2C1}"/>
              </a:ext>
            </a:extLst>
          </p:cNvPr>
          <p:cNvCxnSpPr>
            <a:stCxn id="95" idx="3"/>
            <a:endCxn id="96" idx="1"/>
          </p:cNvCxnSpPr>
          <p:nvPr/>
        </p:nvCxnSpPr>
        <p:spPr>
          <a:xfrm>
            <a:off x="3549818" y="4751509"/>
            <a:ext cx="669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9" name="フローチャート: 書類 242">
            <a:extLst>
              <a:ext uri="{FF2B5EF4-FFF2-40B4-BE49-F238E27FC236}">
                <a16:creationId xmlns:a16="http://schemas.microsoft.com/office/drawing/2014/main" id="{8A238175-81BA-4280-BD44-5E87FE656170}"/>
              </a:ext>
            </a:extLst>
          </p:cNvPr>
          <p:cNvSpPr/>
          <p:nvPr/>
        </p:nvSpPr>
        <p:spPr>
          <a:xfrm>
            <a:off x="4765041" y="4131547"/>
            <a:ext cx="1334427" cy="405435"/>
          </a:xfrm>
          <a:prstGeom prst="flowChartDocumen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45720" rIns="91440" bIns="45720" rtlCol="0" anchor="t"/>
          <a:lstStyle/>
          <a:p>
            <a:pPr algn="ctr"/>
            <a:r>
              <a:rPr lang="ja-JP" altLang="en-US" sz="1100" dirty="0">
                <a:solidFill>
                  <a:sysClr val="windowText" lastClr="000000"/>
                </a:solidFill>
              </a:rPr>
              <a:t>データアーキテクチャー設計</a:t>
            </a:r>
            <a:endParaRPr lang="en-US" altLang="ja-JP" sz="1100" dirty="0">
              <a:solidFill>
                <a:sysClr val="windowText" lastClr="000000"/>
              </a:solidFill>
            </a:endParaRPr>
          </a:p>
        </p:txBody>
      </p:sp>
      <p:cxnSp>
        <p:nvCxnSpPr>
          <p:cNvPr id="40" name="Straight Arrow Connector 39">
            <a:extLst>
              <a:ext uri="{FF2B5EF4-FFF2-40B4-BE49-F238E27FC236}">
                <a16:creationId xmlns:a16="http://schemas.microsoft.com/office/drawing/2014/main" id="{DC2782DF-0216-4FCA-98CF-FBBA735FB7D5}"/>
              </a:ext>
            </a:extLst>
          </p:cNvPr>
          <p:cNvCxnSpPr>
            <a:stCxn id="109" idx="3"/>
            <a:endCxn id="97" idx="1"/>
          </p:cNvCxnSpPr>
          <p:nvPr/>
        </p:nvCxnSpPr>
        <p:spPr>
          <a:xfrm>
            <a:off x="6099468" y="4334265"/>
            <a:ext cx="4720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B0693BA3-2D58-4C62-8AED-C3C340052E9C}"/>
              </a:ext>
            </a:extLst>
          </p:cNvPr>
          <p:cNvCxnSpPr>
            <a:cxnSpLocks/>
            <a:stCxn id="97" idx="3"/>
            <a:endCxn id="98" idx="1"/>
          </p:cNvCxnSpPr>
          <p:nvPr/>
        </p:nvCxnSpPr>
        <p:spPr>
          <a:xfrm>
            <a:off x="7905897" y="4334265"/>
            <a:ext cx="4640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コネクタ: カギ線 186">
            <a:extLst>
              <a:ext uri="{FF2B5EF4-FFF2-40B4-BE49-F238E27FC236}">
                <a16:creationId xmlns:a16="http://schemas.microsoft.com/office/drawing/2014/main" id="{64D47EAC-DEEC-4B50-8FAC-946175841FB2}"/>
              </a:ext>
            </a:extLst>
          </p:cNvPr>
          <p:cNvCxnSpPr>
            <a:cxnSpLocks/>
            <a:stCxn id="98" idx="2"/>
            <a:endCxn id="109" idx="2"/>
          </p:cNvCxnSpPr>
          <p:nvPr/>
        </p:nvCxnSpPr>
        <p:spPr>
          <a:xfrm rot="5400000">
            <a:off x="7235116" y="2707318"/>
            <a:ext cx="12700" cy="3605721"/>
          </a:xfrm>
          <a:prstGeom prst="bentConnector3">
            <a:avLst>
              <a:gd name="adj1" fmla="val 822693"/>
            </a:avLst>
          </a:prstGeom>
          <a:ln>
            <a:tailEnd type="triangle"/>
          </a:ln>
        </p:spPr>
        <p:style>
          <a:lnRef idx="1">
            <a:schemeClr val="accent1"/>
          </a:lnRef>
          <a:fillRef idx="0">
            <a:schemeClr val="accent1"/>
          </a:fillRef>
          <a:effectRef idx="0">
            <a:schemeClr val="accent1"/>
          </a:effectRef>
          <a:fontRef idx="minor">
            <a:schemeClr val="tx1"/>
          </a:fontRef>
        </p:style>
      </p:cxnSp>
      <p:sp>
        <p:nvSpPr>
          <p:cNvPr id="130" name="フローチャート: 書類 242">
            <a:extLst>
              <a:ext uri="{FF2B5EF4-FFF2-40B4-BE49-F238E27FC236}">
                <a16:creationId xmlns:a16="http://schemas.microsoft.com/office/drawing/2014/main" id="{493727B4-5C31-4452-AB43-420CBF1AD6BD}"/>
              </a:ext>
            </a:extLst>
          </p:cNvPr>
          <p:cNvSpPr/>
          <p:nvPr/>
        </p:nvSpPr>
        <p:spPr>
          <a:xfrm>
            <a:off x="6571470" y="4963797"/>
            <a:ext cx="1334427" cy="405435"/>
          </a:xfrm>
          <a:prstGeom prst="flowChartDocumen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ja-JP" altLang="en-US" sz="1100" dirty="0">
                <a:solidFill>
                  <a:sysClr val="windowText" lastClr="000000"/>
                </a:solidFill>
              </a:rPr>
              <a:t>課題ポイント</a:t>
            </a:r>
          </a:p>
        </p:txBody>
      </p:sp>
      <p:sp>
        <p:nvSpPr>
          <p:cNvPr id="131" name="フローチャート: 書類 242">
            <a:extLst>
              <a:ext uri="{FF2B5EF4-FFF2-40B4-BE49-F238E27FC236}">
                <a16:creationId xmlns:a16="http://schemas.microsoft.com/office/drawing/2014/main" id="{F8E29B98-FC4A-4C42-A174-74E3B90D9F57}"/>
              </a:ext>
            </a:extLst>
          </p:cNvPr>
          <p:cNvSpPr/>
          <p:nvPr/>
        </p:nvSpPr>
        <p:spPr>
          <a:xfrm>
            <a:off x="8369975" y="4963797"/>
            <a:ext cx="1336001" cy="405435"/>
          </a:xfrm>
          <a:prstGeom prst="flowChartDocumen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ja-JP" altLang="en-US" sz="1100" dirty="0">
                <a:solidFill>
                  <a:sysClr val="windowText" lastClr="000000"/>
                </a:solidFill>
              </a:rPr>
              <a:t>改善提案</a:t>
            </a:r>
          </a:p>
        </p:txBody>
      </p:sp>
      <p:sp>
        <p:nvSpPr>
          <p:cNvPr id="132" name="フローチャート: 書類 242">
            <a:extLst>
              <a:ext uri="{FF2B5EF4-FFF2-40B4-BE49-F238E27FC236}">
                <a16:creationId xmlns:a16="http://schemas.microsoft.com/office/drawing/2014/main" id="{ACBF4718-ABB4-4529-95F9-5DCA74BCBF95}"/>
              </a:ext>
            </a:extLst>
          </p:cNvPr>
          <p:cNvSpPr/>
          <p:nvPr/>
        </p:nvSpPr>
        <p:spPr>
          <a:xfrm>
            <a:off x="4765041" y="4963797"/>
            <a:ext cx="1334427" cy="405435"/>
          </a:xfrm>
          <a:prstGeom prst="flowChartDocument">
            <a:avLst/>
          </a:prstGeom>
          <a:solidFill>
            <a:schemeClr val="accent4">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45720" rIns="91440" bIns="45720" rtlCol="0" anchor="t"/>
          <a:lstStyle/>
          <a:p>
            <a:pPr algn="ctr"/>
            <a:r>
              <a:rPr lang="ja-JP" altLang="en-US" sz="1100" dirty="0">
                <a:solidFill>
                  <a:sysClr val="windowText" lastClr="000000"/>
                </a:solidFill>
              </a:rPr>
              <a:t>情報の流れの整理</a:t>
            </a:r>
          </a:p>
        </p:txBody>
      </p:sp>
      <p:cxnSp>
        <p:nvCxnSpPr>
          <p:cNvPr id="133" name="Straight Arrow Connector 132">
            <a:extLst>
              <a:ext uri="{FF2B5EF4-FFF2-40B4-BE49-F238E27FC236}">
                <a16:creationId xmlns:a16="http://schemas.microsoft.com/office/drawing/2014/main" id="{EA3B58C0-5FCD-4D45-96AA-10C31AB65D28}"/>
              </a:ext>
            </a:extLst>
          </p:cNvPr>
          <p:cNvCxnSpPr>
            <a:stCxn id="132" idx="3"/>
            <a:endCxn id="130" idx="1"/>
          </p:cNvCxnSpPr>
          <p:nvPr/>
        </p:nvCxnSpPr>
        <p:spPr>
          <a:xfrm>
            <a:off x="6099468" y="5166515"/>
            <a:ext cx="4720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37E93779-F16C-46A3-8FF2-8B4C2A5F812B}"/>
              </a:ext>
            </a:extLst>
          </p:cNvPr>
          <p:cNvCxnSpPr>
            <a:cxnSpLocks/>
            <a:stCxn id="130" idx="3"/>
            <a:endCxn id="131" idx="1"/>
          </p:cNvCxnSpPr>
          <p:nvPr/>
        </p:nvCxnSpPr>
        <p:spPr>
          <a:xfrm>
            <a:off x="7905897" y="5166515"/>
            <a:ext cx="4640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5" name="コネクタ: カギ線 186">
            <a:extLst>
              <a:ext uri="{FF2B5EF4-FFF2-40B4-BE49-F238E27FC236}">
                <a16:creationId xmlns:a16="http://schemas.microsoft.com/office/drawing/2014/main" id="{2C154CF6-B8C3-4EE3-A632-DED349CE9F96}"/>
              </a:ext>
            </a:extLst>
          </p:cNvPr>
          <p:cNvCxnSpPr>
            <a:cxnSpLocks/>
            <a:stCxn id="131" idx="2"/>
            <a:endCxn id="132" idx="2"/>
          </p:cNvCxnSpPr>
          <p:nvPr/>
        </p:nvCxnSpPr>
        <p:spPr>
          <a:xfrm rot="5400000">
            <a:off x="7235116" y="3539568"/>
            <a:ext cx="12700" cy="3605721"/>
          </a:xfrm>
          <a:prstGeom prst="bentConnector3">
            <a:avLst>
              <a:gd name="adj1" fmla="val 822693"/>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54824EC6-7708-483C-A05E-684B8CF2C66E}"/>
              </a:ext>
            </a:extLst>
          </p:cNvPr>
          <p:cNvSpPr txBox="1"/>
          <p:nvPr/>
        </p:nvSpPr>
        <p:spPr>
          <a:xfrm>
            <a:off x="3021688" y="3676716"/>
            <a:ext cx="474810" cy="261610"/>
          </a:xfrm>
          <a:prstGeom prst="rect">
            <a:avLst/>
          </a:prstGeom>
          <a:noFill/>
        </p:spPr>
        <p:txBody>
          <a:bodyPr wrap="none" rtlCol="0">
            <a:spAutoFit/>
          </a:bodyPr>
          <a:lstStyle/>
          <a:p>
            <a:r>
              <a:rPr lang="en-US" altLang="ja-JP" sz="1100" b="1" dirty="0">
                <a:solidFill>
                  <a:srgbClr val="FF0000"/>
                </a:solidFill>
              </a:rPr>
              <a:t>New</a:t>
            </a:r>
            <a:endParaRPr lang="en-US" sz="1100" b="1" dirty="0">
              <a:solidFill>
                <a:srgbClr val="FF0000"/>
              </a:solidFill>
            </a:endParaRPr>
          </a:p>
        </p:txBody>
      </p:sp>
      <p:sp>
        <p:nvSpPr>
          <p:cNvPr id="137" name="TextBox 136">
            <a:extLst>
              <a:ext uri="{FF2B5EF4-FFF2-40B4-BE49-F238E27FC236}">
                <a16:creationId xmlns:a16="http://schemas.microsoft.com/office/drawing/2014/main" id="{579E0F4D-39F1-4839-93B6-7CAAD3FB1CE9}"/>
              </a:ext>
            </a:extLst>
          </p:cNvPr>
          <p:cNvSpPr txBox="1"/>
          <p:nvPr/>
        </p:nvSpPr>
        <p:spPr>
          <a:xfrm>
            <a:off x="3021688" y="4032793"/>
            <a:ext cx="474810" cy="261610"/>
          </a:xfrm>
          <a:prstGeom prst="rect">
            <a:avLst/>
          </a:prstGeom>
          <a:noFill/>
        </p:spPr>
        <p:txBody>
          <a:bodyPr wrap="none" rtlCol="0">
            <a:spAutoFit/>
          </a:bodyPr>
          <a:lstStyle/>
          <a:p>
            <a:r>
              <a:rPr lang="en-US" altLang="ja-JP" sz="1100" b="1" dirty="0">
                <a:solidFill>
                  <a:srgbClr val="FF0000"/>
                </a:solidFill>
              </a:rPr>
              <a:t>New</a:t>
            </a:r>
            <a:endParaRPr lang="en-US" sz="1100" b="1" dirty="0">
              <a:solidFill>
                <a:srgbClr val="FF0000"/>
              </a:solidFill>
            </a:endParaRPr>
          </a:p>
        </p:txBody>
      </p:sp>
    </p:spTree>
    <p:extLst>
      <p:ext uri="{BB962C8B-B14F-4D97-AF65-F5344CB8AC3E}">
        <p14:creationId xmlns:p14="http://schemas.microsoft.com/office/powerpoint/2010/main" val="3666139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9F98F49B-E83A-42D8-BDF3-E748F1B29D0D}"/>
              </a:ext>
            </a:extLst>
          </p:cNvPr>
          <p:cNvSpPr>
            <a:spLocks noGrp="1"/>
          </p:cNvSpPr>
          <p:nvPr>
            <p:ph type="title"/>
          </p:nvPr>
        </p:nvSpPr>
        <p:spPr/>
        <p:txBody>
          <a:bodyPr/>
          <a:lstStyle/>
          <a:p>
            <a:r>
              <a:rPr lang="ja-JP" altLang="en-US" dirty="0"/>
              <a:t>データマネジメント　支援内容</a:t>
            </a:r>
            <a:r>
              <a:rPr lang="en-US" altLang="ja-JP" dirty="0"/>
              <a:t>(</a:t>
            </a:r>
            <a:r>
              <a:rPr lang="ja-JP" altLang="en-US" dirty="0"/>
              <a:t>タスクレベル</a:t>
            </a:r>
            <a:r>
              <a:rPr lang="en-US" altLang="ja-JP" dirty="0"/>
              <a:t>)</a:t>
            </a:r>
          </a:p>
        </p:txBody>
      </p:sp>
      <p:sp>
        <p:nvSpPr>
          <p:cNvPr id="61" name="テキスト ボックス 60">
            <a:extLst>
              <a:ext uri="{FF2B5EF4-FFF2-40B4-BE49-F238E27FC236}">
                <a16:creationId xmlns:a16="http://schemas.microsoft.com/office/drawing/2014/main" id="{11E8C94C-5C15-4C2D-977F-66FB2CAE1F72}"/>
              </a:ext>
            </a:extLst>
          </p:cNvPr>
          <p:cNvSpPr txBox="1"/>
          <p:nvPr/>
        </p:nvSpPr>
        <p:spPr>
          <a:xfrm>
            <a:off x="220063" y="643686"/>
            <a:ext cx="9465869" cy="738664"/>
          </a:xfrm>
          <a:prstGeom prst="rect">
            <a:avLst/>
          </a:prstGeom>
          <a:noFill/>
        </p:spPr>
        <p:txBody>
          <a:bodyPr wrap="square" rtlCol="0">
            <a:spAutoFit/>
          </a:bodyPr>
          <a:lstStyle/>
          <a:p>
            <a:r>
              <a:rPr lang="ja-JP" altLang="en-US" sz="1400" dirty="0">
                <a:latin typeface="+mn-ea"/>
              </a:rPr>
              <a:t>検討テーマに関わる資料の読み込みから開始し、定義したデータフロー大枠を俯瞰してデータ観点での課題および解決策を提示します。抽出したデータ観点での課題</a:t>
            </a:r>
            <a:r>
              <a:rPr lang="en-US" altLang="ja-JP" sz="1400" dirty="0">
                <a:latin typeface="+mn-ea"/>
              </a:rPr>
              <a:t>/</a:t>
            </a:r>
            <a:r>
              <a:rPr lang="ja-JP" altLang="en-US" sz="1400" dirty="0">
                <a:latin typeface="+mn-ea"/>
              </a:rPr>
              <a:t>解決策も考慮したうえで作られた</a:t>
            </a:r>
            <a:r>
              <a:rPr lang="en-US" altLang="ja-JP" sz="1400" dirty="0">
                <a:latin typeface="+mn-ea"/>
              </a:rPr>
              <a:t>Sprint Backlog</a:t>
            </a:r>
            <a:r>
              <a:rPr lang="ja-JP" altLang="en-US" sz="1400" dirty="0">
                <a:latin typeface="+mn-ea"/>
              </a:rPr>
              <a:t>に対して、受け入れ条件の一つとしてデータ観点での完了条件の設定および受け入れ時の確認作業を支援します。</a:t>
            </a:r>
          </a:p>
        </p:txBody>
      </p:sp>
      <p:sp>
        <p:nvSpPr>
          <p:cNvPr id="13" name="テキスト ボックス 12">
            <a:extLst>
              <a:ext uri="{FF2B5EF4-FFF2-40B4-BE49-F238E27FC236}">
                <a16:creationId xmlns:a16="http://schemas.microsoft.com/office/drawing/2014/main" id="{D85A6C37-1D96-4F06-B15D-D35594043FC9}"/>
              </a:ext>
            </a:extLst>
          </p:cNvPr>
          <p:cNvSpPr txBox="1"/>
          <p:nvPr/>
        </p:nvSpPr>
        <p:spPr>
          <a:xfrm>
            <a:off x="2581272" y="1382350"/>
            <a:ext cx="4743449" cy="261610"/>
          </a:xfrm>
          <a:prstGeom prst="rect">
            <a:avLst/>
          </a:prstGeom>
          <a:noFill/>
        </p:spPr>
        <p:txBody>
          <a:bodyPr wrap="square">
            <a:spAutoFit/>
          </a:bodyPr>
          <a:lstStyle/>
          <a:p>
            <a:pPr algn="ctr"/>
            <a:r>
              <a:rPr lang="ja-JP" altLang="en-US" sz="1100" b="1" u="sng" dirty="0">
                <a:latin typeface="+mj-ea"/>
                <a:ea typeface="+mj-ea"/>
              </a:rPr>
              <a:t>データマネジメント</a:t>
            </a:r>
            <a:r>
              <a:rPr lang="en-US" altLang="ja-JP" sz="1100" b="1" u="sng" dirty="0">
                <a:latin typeface="+mj-ea"/>
                <a:ea typeface="+mj-ea"/>
              </a:rPr>
              <a:t>T</a:t>
            </a:r>
            <a:r>
              <a:rPr lang="ja-JP" altLang="en-US" sz="1100" b="1" u="sng" dirty="0">
                <a:latin typeface="+mj-ea"/>
                <a:ea typeface="+mj-ea"/>
              </a:rPr>
              <a:t>の主なタスク</a:t>
            </a:r>
            <a:endParaRPr lang="en-US" sz="1100" b="1" u="sng" dirty="0">
              <a:latin typeface="+mj-ea"/>
              <a:ea typeface="+mj-ea"/>
            </a:endParaRPr>
          </a:p>
        </p:txBody>
      </p:sp>
      <p:sp>
        <p:nvSpPr>
          <p:cNvPr id="18" name="正方形/長方形 17">
            <a:extLst>
              <a:ext uri="{FF2B5EF4-FFF2-40B4-BE49-F238E27FC236}">
                <a16:creationId xmlns:a16="http://schemas.microsoft.com/office/drawing/2014/main" id="{6C677C07-C622-414F-AA04-37210328CEC4}"/>
              </a:ext>
            </a:extLst>
          </p:cNvPr>
          <p:cNvSpPr/>
          <p:nvPr/>
        </p:nvSpPr>
        <p:spPr>
          <a:xfrm>
            <a:off x="7726163" y="5879839"/>
            <a:ext cx="1989639" cy="77352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r>
              <a:rPr kumimoji="1" lang="ja-JP" altLang="en-US" sz="1050" dirty="0">
                <a:solidFill>
                  <a:schemeClr val="bg1"/>
                </a:solidFill>
                <a:latin typeface="+mj-ea"/>
                <a:ea typeface="+mj-ea"/>
              </a:rPr>
              <a:t>■</a:t>
            </a:r>
            <a:r>
              <a:rPr kumimoji="1" lang="en-US" altLang="ja-JP" sz="1050" dirty="0">
                <a:solidFill>
                  <a:schemeClr val="bg1"/>
                </a:solidFill>
                <a:latin typeface="+mj-ea"/>
                <a:ea typeface="+mj-ea"/>
              </a:rPr>
              <a:t>PMO</a:t>
            </a:r>
            <a:r>
              <a:rPr kumimoji="1" lang="ja-JP" altLang="en-US" sz="1050" dirty="0">
                <a:solidFill>
                  <a:schemeClr val="bg1"/>
                </a:solidFill>
                <a:latin typeface="+mj-ea"/>
                <a:ea typeface="+mj-ea"/>
              </a:rPr>
              <a:t>ご相談事項</a:t>
            </a:r>
            <a:endParaRPr kumimoji="1" lang="en-US" altLang="ja-JP" sz="1050" dirty="0">
              <a:solidFill>
                <a:schemeClr val="bg1"/>
              </a:solidFill>
              <a:latin typeface="+mj-ea"/>
              <a:ea typeface="+mj-ea"/>
            </a:endParaRPr>
          </a:p>
          <a:p>
            <a:r>
              <a:rPr lang="ja-JP" altLang="en-US" sz="1050" dirty="0">
                <a:solidFill>
                  <a:schemeClr val="bg1"/>
                </a:solidFill>
                <a:latin typeface="+mj-ea"/>
                <a:ea typeface="+mj-ea"/>
              </a:rPr>
              <a:t>・不足するタスク</a:t>
            </a:r>
            <a:r>
              <a:rPr lang="en-US" altLang="ja-JP" sz="1050" dirty="0">
                <a:solidFill>
                  <a:schemeClr val="bg1"/>
                </a:solidFill>
                <a:latin typeface="+mj-ea"/>
                <a:ea typeface="+mj-ea"/>
              </a:rPr>
              <a:t>/</a:t>
            </a:r>
            <a:r>
              <a:rPr lang="ja-JP" altLang="en-US" sz="1050" dirty="0">
                <a:solidFill>
                  <a:schemeClr val="bg1"/>
                </a:solidFill>
                <a:latin typeface="+mj-ea"/>
                <a:ea typeface="+mj-ea"/>
              </a:rPr>
              <a:t>本チームへ期待するタスクがあればご指摘いただきたい。</a:t>
            </a:r>
            <a:endParaRPr kumimoji="1" lang="ja-JP" altLang="en-US" sz="1050" dirty="0">
              <a:solidFill>
                <a:schemeClr val="bg1"/>
              </a:solidFill>
              <a:latin typeface="+mj-ea"/>
              <a:ea typeface="+mj-ea"/>
            </a:endParaRPr>
          </a:p>
        </p:txBody>
      </p:sp>
      <p:pic>
        <p:nvPicPr>
          <p:cNvPr id="2" name="Picture 1">
            <a:extLst>
              <a:ext uri="{FF2B5EF4-FFF2-40B4-BE49-F238E27FC236}">
                <a16:creationId xmlns:a16="http://schemas.microsoft.com/office/drawing/2014/main" id="{88659486-1372-4BA7-A654-F906142BEFC8}"/>
              </a:ext>
            </a:extLst>
          </p:cNvPr>
          <p:cNvPicPr>
            <a:picLocks noChangeAspect="1"/>
          </p:cNvPicPr>
          <p:nvPr/>
        </p:nvPicPr>
        <p:blipFill rotWithShape="1">
          <a:blip r:embed="rId3"/>
          <a:srcRect t="6077"/>
          <a:stretch/>
        </p:blipFill>
        <p:spPr>
          <a:xfrm>
            <a:off x="526538" y="1599498"/>
            <a:ext cx="8852916" cy="4226326"/>
          </a:xfrm>
          <a:prstGeom prst="rect">
            <a:avLst/>
          </a:prstGeom>
        </p:spPr>
      </p:pic>
      <p:sp>
        <p:nvSpPr>
          <p:cNvPr id="15" name="四角形: 角を丸くする 14">
            <a:extLst>
              <a:ext uri="{FF2B5EF4-FFF2-40B4-BE49-F238E27FC236}">
                <a16:creationId xmlns:a16="http://schemas.microsoft.com/office/drawing/2014/main" id="{1166E911-F133-4FDE-B4A9-4D8783ADCA74}"/>
              </a:ext>
            </a:extLst>
          </p:cNvPr>
          <p:cNvSpPr/>
          <p:nvPr/>
        </p:nvSpPr>
        <p:spPr>
          <a:xfrm>
            <a:off x="526538" y="5024760"/>
            <a:ext cx="8852916" cy="783315"/>
          </a:xfrm>
          <a:prstGeom prst="roundRect">
            <a:avLst>
              <a:gd name="adj" fmla="val 5238"/>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吹き出し: 四角形 15">
            <a:extLst>
              <a:ext uri="{FF2B5EF4-FFF2-40B4-BE49-F238E27FC236}">
                <a16:creationId xmlns:a16="http://schemas.microsoft.com/office/drawing/2014/main" id="{21A6D012-BFCF-4B87-A810-2CC366E348D8}"/>
              </a:ext>
            </a:extLst>
          </p:cNvPr>
          <p:cNvSpPr/>
          <p:nvPr/>
        </p:nvSpPr>
        <p:spPr>
          <a:xfrm>
            <a:off x="2743200" y="5907208"/>
            <a:ext cx="4719001" cy="478538"/>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dirty="0">
                <a:solidFill>
                  <a:schemeClr val="tx1"/>
                </a:solidFill>
                <a:latin typeface="+mn-ea"/>
              </a:rPr>
              <a:t>・高アジリティ</a:t>
            </a:r>
            <a:r>
              <a:rPr lang="ja-JP" altLang="en-US" sz="1050" dirty="0">
                <a:solidFill>
                  <a:schemeClr val="tx1"/>
                </a:solidFill>
                <a:latin typeface="+mn-ea"/>
              </a:rPr>
              <a:t>な</a:t>
            </a:r>
            <a:r>
              <a:rPr kumimoji="1" lang="en-US" altLang="ja-JP" sz="1050" dirty="0">
                <a:solidFill>
                  <a:schemeClr val="tx1"/>
                </a:solidFill>
                <a:latin typeface="+mn-ea"/>
              </a:rPr>
              <a:t>IT</a:t>
            </a:r>
            <a:r>
              <a:rPr kumimoji="1" lang="ja-JP" altLang="en-US" sz="1050" dirty="0">
                <a:solidFill>
                  <a:schemeClr val="tx1"/>
                </a:solidFill>
                <a:latin typeface="+mn-ea"/>
              </a:rPr>
              <a:t>アーキテクチャ基盤の開発</a:t>
            </a:r>
            <a:r>
              <a:rPr kumimoji="1" lang="en-US" altLang="ja-JP" sz="1050" dirty="0">
                <a:solidFill>
                  <a:schemeClr val="tx1"/>
                </a:solidFill>
                <a:latin typeface="+mn-ea"/>
              </a:rPr>
              <a:t>/</a:t>
            </a:r>
            <a:r>
              <a:rPr kumimoji="1" lang="ja-JP" altLang="en-US" sz="1050" dirty="0">
                <a:solidFill>
                  <a:schemeClr val="tx1"/>
                </a:solidFill>
                <a:latin typeface="+mn-ea"/>
              </a:rPr>
              <a:t>運営に寄与すべく、データマネジメント</a:t>
            </a:r>
            <a:r>
              <a:rPr kumimoji="1" lang="en-US" altLang="ja-JP" sz="1050" dirty="0">
                <a:solidFill>
                  <a:schemeClr val="tx1"/>
                </a:solidFill>
                <a:latin typeface="+mn-ea"/>
              </a:rPr>
              <a:t>T</a:t>
            </a:r>
            <a:r>
              <a:rPr kumimoji="1" lang="ja-JP" altLang="en-US" sz="1050" dirty="0">
                <a:solidFill>
                  <a:schemeClr val="tx1"/>
                </a:solidFill>
                <a:latin typeface="+mn-ea"/>
              </a:rPr>
              <a:t>として全体的なデータガバナンス方針の策定を目指す。</a:t>
            </a:r>
            <a:endParaRPr kumimoji="1" lang="en-US" altLang="ja-JP" sz="1050" dirty="0">
              <a:solidFill>
                <a:schemeClr val="tx1"/>
              </a:solidFill>
              <a:latin typeface="+mn-ea"/>
            </a:endParaRPr>
          </a:p>
          <a:p>
            <a:r>
              <a:rPr lang="ja-JP" altLang="en-US" sz="1050" dirty="0">
                <a:solidFill>
                  <a:schemeClr val="tx1"/>
                </a:solidFill>
                <a:latin typeface="+mn-ea"/>
              </a:rPr>
              <a:t>・今回の</a:t>
            </a:r>
            <a:r>
              <a:rPr lang="en-US" altLang="ja-JP" sz="1050" dirty="0">
                <a:solidFill>
                  <a:schemeClr val="tx1"/>
                </a:solidFill>
                <a:latin typeface="+mn-ea"/>
              </a:rPr>
              <a:t>GTCC</a:t>
            </a:r>
            <a:r>
              <a:rPr lang="ja-JP" altLang="en-US" sz="1050" dirty="0">
                <a:solidFill>
                  <a:schemeClr val="tx1"/>
                </a:solidFill>
                <a:latin typeface="+mn-ea"/>
              </a:rPr>
              <a:t>活動の成果をベースとして、ガバナンス方針を作成していく。</a:t>
            </a:r>
            <a:endParaRPr kumimoji="1" lang="ja-JP" altLang="en-US" sz="1050" dirty="0">
              <a:solidFill>
                <a:schemeClr val="tx1"/>
              </a:solidFill>
              <a:latin typeface="+mn-ea"/>
            </a:endParaRPr>
          </a:p>
        </p:txBody>
      </p:sp>
      <p:sp>
        <p:nvSpPr>
          <p:cNvPr id="14" name="四角形: 角を丸くする 14">
            <a:extLst>
              <a:ext uri="{FF2B5EF4-FFF2-40B4-BE49-F238E27FC236}">
                <a16:creationId xmlns:a16="http://schemas.microsoft.com/office/drawing/2014/main" id="{9D656E4B-CEB9-43E8-BE20-B52437C2E267}"/>
              </a:ext>
            </a:extLst>
          </p:cNvPr>
          <p:cNvSpPr/>
          <p:nvPr/>
        </p:nvSpPr>
        <p:spPr>
          <a:xfrm>
            <a:off x="526538" y="2024289"/>
            <a:ext cx="8852916" cy="496969"/>
          </a:xfrm>
          <a:prstGeom prst="roundRect">
            <a:avLst>
              <a:gd name="adj" fmla="val 5238"/>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Straight Arrow Connector 6">
            <a:extLst>
              <a:ext uri="{FF2B5EF4-FFF2-40B4-BE49-F238E27FC236}">
                <a16:creationId xmlns:a16="http://schemas.microsoft.com/office/drawing/2014/main" id="{274D1456-1611-4E56-8DBC-2B1C805392A3}"/>
              </a:ext>
            </a:extLst>
          </p:cNvPr>
          <p:cNvCxnSpPr>
            <a:cxnSpLocks/>
            <a:stCxn id="16" idx="0"/>
          </p:cNvCxnSpPr>
          <p:nvPr/>
        </p:nvCxnSpPr>
        <p:spPr>
          <a:xfrm flipV="1">
            <a:off x="5102701" y="5816582"/>
            <a:ext cx="0" cy="906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吹き出し: 四角形 15">
            <a:extLst>
              <a:ext uri="{FF2B5EF4-FFF2-40B4-BE49-F238E27FC236}">
                <a16:creationId xmlns:a16="http://schemas.microsoft.com/office/drawing/2014/main" id="{7DC68076-222D-48CB-B2D6-8C212646713A}"/>
              </a:ext>
            </a:extLst>
          </p:cNvPr>
          <p:cNvSpPr/>
          <p:nvPr/>
        </p:nvSpPr>
        <p:spPr>
          <a:xfrm>
            <a:off x="4101483" y="3551068"/>
            <a:ext cx="3422862" cy="124287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dirty="0">
                <a:solidFill>
                  <a:schemeClr val="tx1"/>
                </a:solidFill>
                <a:latin typeface="+mn-ea"/>
              </a:rPr>
              <a:t>・モック検証のスコープやゴールイメージ、またモック検証後のデータ活用の進め方やその最終イメージを整理し、後続フェーズを見据えモック検証フェーズのあるべきデータ項目の洗い出しやそのソースデータなどを整理する。</a:t>
            </a:r>
            <a:endParaRPr kumimoji="1" lang="en-US" altLang="ja-JP" sz="1050" dirty="0">
              <a:solidFill>
                <a:schemeClr val="tx1"/>
              </a:solidFill>
              <a:latin typeface="+mn-ea"/>
            </a:endParaRPr>
          </a:p>
          <a:p>
            <a:r>
              <a:rPr lang="ja-JP" altLang="en-US" sz="1050" dirty="0">
                <a:solidFill>
                  <a:schemeClr val="tx1"/>
                </a:solidFill>
                <a:latin typeface="+mn-ea"/>
              </a:rPr>
              <a:t>・必要に応じ、アジャイル検証チームと協力しデータマートの設計を支援する。</a:t>
            </a:r>
            <a:endParaRPr kumimoji="1" lang="ja-JP" altLang="en-US" sz="1050" dirty="0">
              <a:solidFill>
                <a:schemeClr val="tx1"/>
              </a:solidFill>
              <a:latin typeface="+mn-ea"/>
            </a:endParaRPr>
          </a:p>
        </p:txBody>
      </p:sp>
      <p:cxnSp>
        <p:nvCxnSpPr>
          <p:cNvPr id="19" name="Straight Arrow Connector 18">
            <a:extLst>
              <a:ext uri="{FF2B5EF4-FFF2-40B4-BE49-F238E27FC236}">
                <a16:creationId xmlns:a16="http://schemas.microsoft.com/office/drawing/2014/main" id="{E13D6FB8-0124-47C6-BF68-41277B7C5CB5}"/>
              </a:ext>
            </a:extLst>
          </p:cNvPr>
          <p:cNvCxnSpPr>
            <a:cxnSpLocks/>
            <a:stCxn id="17" idx="0"/>
          </p:cNvCxnSpPr>
          <p:nvPr/>
        </p:nvCxnSpPr>
        <p:spPr>
          <a:xfrm flipV="1">
            <a:off x="5812914" y="2521258"/>
            <a:ext cx="0" cy="10298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0" name="Object 19">
            <a:extLst>
              <a:ext uri="{FF2B5EF4-FFF2-40B4-BE49-F238E27FC236}">
                <a16:creationId xmlns:a16="http://schemas.microsoft.com/office/drawing/2014/main" id="{6804BC48-4082-4768-9671-0025FC968FC4}"/>
              </a:ext>
            </a:extLst>
          </p:cNvPr>
          <p:cNvGraphicFramePr>
            <a:graphicFrameLocks noChangeAspect="1"/>
          </p:cNvGraphicFramePr>
          <p:nvPr>
            <p:extLst>
              <p:ext uri="{D42A27DB-BD31-4B8C-83A1-F6EECF244321}">
                <p14:modId xmlns:p14="http://schemas.microsoft.com/office/powerpoint/2010/main" val="4007548612"/>
              </p:ext>
            </p:extLst>
          </p:nvPr>
        </p:nvGraphicFramePr>
        <p:xfrm>
          <a:off x="649050" y="5864852"/>
          <a:ext cx="914400" cy="771525"/>
        </p:xfrm>
        <a:graphic>
          <a:graphicData uri="http://schemas.openxmlformats.org/presentationml/2006/ole">
            <mc:AlternateContent xmlns:mc="http://schemas.openxmlformats.org/markup-compatibility/2006">
              <mc:Choice xmlns:v="urn:schemas-microsoft-com:vml" Requires="v">
                <p:oleObj name="Worksheet" showAsIcon="1" r:id="rId4" imgW="914400" imgH="771678" progId="Excel.Sheet.12">
                  <p:embed/>
                </p:oleObj>
              </mc:Choice>
              <mc:Fallback>
                <p:oleObj name="Worksheet" showAsIcon="1" r:id="rId4" imgW="914400" imgH="771678" progId="Excel.Sheet.12">
                  <p:embed/>
                  <p:pic>
                    <p:nvPicPr>
                      <p:cNvPr id="20" name="Object 19">
                        <a:extLst>
                          <a:ext uri="{FF2B5EF4-FFF2-40B4-BE49-F238E27FC236}">
                            <a16:creationId xmlns:a16="http://schemas.microsoft.com/office/drawing/2014/main" id="{6804BC48-4082-4768-9671-0025FC968FC4}"/>
                          </a:ext>
                        </a:extLst>
                      </p:cNvPr>
                      <p:cNvPicPr/>
                      <p:nvPr/>
                    </p:nvPicPr>
                    <p:blipFill>
                      <a:blip r:embed="rId5"/>
                      <a:stretch>
                        <a:fillRect/>
                      </a:stretch>
                    </p:blipFill>
                    <p:spPr>
                      <a:xfrm>
                        <a:off x="649050" y="5864852"/>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3710738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9F98F49B-E83A-42D8-BDF3-E748F1B29D0D}"/>
              </a:ext>
            </a:extLst>
          </p:cNvPr>
          <p:cNvSpPr>
            <a:spLocks noGrp="1"/>
          </p:cNvSpPr>
          <p:nvPr>
            <p:ph type="title"/>
          </p:nvPr>
        </p:nvSpPr>
        <p:spPr/>
        <p:txBody>
          <a:bodyPr/>
          <a:lstStyle/>
          <a:p>
            <a:r>
              <a:rPr lang="ja-JP" altLang="en-US" dirty="0"/>
              <a:t>データマネジメント　支援内容</a:t>
            </a:r>
            <a:endParaRPr lang="en-US" altLang="ja-JP" dirty="0"/>
          </a:p>
        </p:txBody>
      </p:sp>
      <p:sp>
        <p:nvSpPr>
          <p:cNvPr id="61" name="テキスト ボックス 60">
            <a:extLst>
              <a:ext uri="{FF2B5EF4-FFF2-40B4-BE49-F238E27FC236}">
                <a16:creationId xmlns:a16="http://schemas.microsoft.com/office/drawing/2014/main" id="{11E8C94C-5C15-4C2D-977F-66FB2CAE1F72}"/>
              </a:ext>
            </a:extLst>
          </p:cNvPr>
          <p:cNvSpPr txBox="1"/>
          <p:nvPr/>
        </p:nvSpPr>
        <p:spPr>
          <a:xfrm>
            <a:off x="220063" y="643686"/>
            <a:ext cx="9465869" cy="523220"/>
          </a:xfrm>
          <a:prstGeom prst="rect">
            <a:avLst/>
          </a:prstGeom>
          <a:noFill/>
        </p:spPr>
        <p:txBody>
          <a:bodyPr wrap="square" rtlCol="0">
            <a:spAutoFit/>
          </a:bodyPr>
          <a:lstStyle/>
          <a:p>
            <a:r>
              <a:rPr lang="en-US" altLang="ja-JP" sz="1400" dirty="0">
                <a:latin typeface="+mn-ea"/>
              </a:rPr>
              <a:t>GTCCWG</a:t>
            </a:r>
            <a:r>
              <a:rPr lang="ja-JP" altLang="en-US" sz="1400" dirty="0">
                <a:latin typeface="+mn-ea"/>
              </a:rPr>
              <a:t>にてすでにヒアリングされた情報と、必要に応じ直接業務ユーザーへのヒアリングを実施し現状で抱えられているデータ視点での課題感や情報の流れを整理し</a:t>
            </a:r>
            <a:r>
              <a:rPr lang="en-US" altLang="ja-JP" sz="1400" dirty="0">
                <a:latin typeface="+mn-ea"/>
              </a:rPr>
              <a:t>PJ</a:t>
            </a:r>
            <a:r>
              <a:rPr lang="ja-JP" altLang="en-US" sz="1400" dirty="0">
                <a:latin typeface="+mn-ea"/>
              </a:rPr>
              <a:t>全体で共有できるようにします。</a:t>
            </a:r>
          </a:p>
        </p:txBody>
      </p:sp>
      <p:pic>
        <p:nvPicPr>
          <p:cNvPr id="2" name="図 1">
            <a:extLst>
              <a:ext uri="{FF2B5EF4-FFF2-40B4-BE49-F238E27FC236}">
                <a16:creationId xmlns:a16="http://schemas.microsoft.com/office/drawing/2014/main" id="{1C24D128-F7C5-4E93-BFE9-8933F4350ECF}"/>
              </a:ext>
            </a:extLst>
          </p:cNvPr>
          <p:cNvPicPr>
            <a:picLocks noChangeAspect="1"/>
          </p:cNvPicPr>
          <p:nvPr/>
        </p:nvPicPr>
        <p:blipFill>
          <a:blip r:embed="rId3"/>
          <a:stretch>
            <a:fillRect/>
          </a:stretch>
        </p:blipFill>
        <p:spPr>
          <a:xfrm>
            <a:off x="8756293" y="60724"/>
            <a:ext cx="1010719" cy="582962"/>
          </a:xfrm>
          <a:prstGeom prst="rect">
            <a:avLst/>
          </a:prstGeom>
        </p:spPr>
      </p:pic>
      <p:pic>
        <p:nvPicPr>
          <p:cNvPr id="69" name="図 68">
            <a:extLst>
              <a:ext uri="{FF2B5EF4-FFF2-40B4-BE49-F238E27FC236}">
                <a16:creationId xmlns:a16="http://schemas.microsoft.com/office/drawing/2014/main" id="{933A6FDC-7B4D-4CEB-A83E-B5A59E18DCF4}"/>
              </a:ext>
            </a:extLst>
          </p:cNvPr>
          <p:cNvPicPr>
            <a:picLocks noChangeAspect="1"/>
          </p:cNvPicPr>
          <p:nvPr/>
        </p:nvPicPr>
        <p:blipFill>
          <a:blip r:embed="rId4"/>
          <a:stretch>
            <a:fillRect/>
          </a:stretch>
        </p:blipFill>
        <p:spPr>
          <a:xfrm>
            <a:off x="209357" y="1828332"/>
            <a:ext cx="6901966" cy="4056132"/>
          </a:xfrm>
          <a:prstGeom prst="rect">
            <a:avLst/>
          </a:prstGeom>
        </p:spPr>
      </p:pic>
      <p:sp>
        <p:nvSpPr>
          <p:cNvPr id="70" name="テキスト ボックス 69">
            <a:extLst>
              <a:ext uri="{FF2B5EF4-FFF2-40B4-BE49-F238E27FC236}">
                <a16:creationId xmlns:a16="http://schemas.microsoft.com/office/drawing/2014/main" id="{93E452E5-6F2E-4CF1-AC2C-4CC2D0454DAF}"/>
              </a:ext>
            </a:extLst>
          </p:cNvPr>
          <p:cNvSpPr txBox="1"/>
          <p:nvPr/>
        </p:nvSpPr>
        <p:spPr>
          <a:xfrm>
            <a:off x="2584883" y="1390058"/>
            <a:ext cx="4743449" cy="261610"/>
          </a:xfrm>
          <a:prstGeom prst="rect">
            <a:avLst/>
          </a:prstGeom>
          <a:noFill/>
        </p:spPr>
        <p:txBody>
          <a:bodyPr wrap="square">
            <a:spAutoFit/>
          </a:bodyPr>
          <a:lstStyle/>
          <a:p>
            <a:pPr algn="ctr"/>
            <a:r>
              <a:rPr lang="ja-JP" altLang="en-US" sz="1100" b="1" u="sng" dirty="0">
                <a:latin typeface="+mj-ea"/>
                <a:ea typeface="+mj-ea"/>
              </a:rPr>
              <a:t>作業イメージ</a:t>
            </a:r>
            <a:endParaRPr lang="en-US" sz="1100" b="1" u="sng" dirty="0">
              <a:latin typeface="+mj-ea"/>
              <a:ea typeface="+mj-ea"/>
            </a:endParaRPr>
          </a:p>
        </p:txBody>
      </p:sp>
      <p:sp>
        <p:nvSpPr>
          <p:cNvPr id="71" name="二等辺三角形 70">
            <a:extLst>
              <a:ext uri="{FF2B5EF4-FFF2-40B4-BE49-F238E27FC236}">
                <a16:creationId xmlns:a16="http://schemas.microsoft.com/office/drawing/2014/main" id="{6DF817CA-2990-427C-901B-0274E59604D9}"/>
              </a:ext>
            </a:extLst>
          </p:cNvPr>
          <p:cNvSpPr/>
          <p:nvPr/>
        </p:nvSpPr>
        <p:spPr>
          <a:xfrm rot="5400000">
            <a:off x="6572046" y="3735526"/>
            <a:ext cx="1512571" cy="1853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aphicFrame>
        <p:nvGraphicFramePr>
          <p:cNvPr id="72" name="表 71">
            <a:extLst>
              <a:ext uri="{FF2B5EF4-FFF2-40B4-BE49-F238E27FC236}">
                <a16:creationId xmlns:a16="http://schemas.microsoft.com/office/drawing/2014/main" id="{CBEA6061-8219-45DA-B016-F69C97DDA7B4}"/>
              </a:ext>
            </a:extLst>
          </p:cNvPr>
          <p:cNvGraphicFramePr>
            <a:graphicFrameLocks noGrp="1"/>
          </p:cNvGraphicFramePr>
          <p:nvPr>
            <p:extLst>
              <p:ext uri="{D42A27DB-BD31-4B8C-83A1-F6EECF244321}">
                <p14:modId xmlns:p14="http://schemas.microsoft.com/office/powerpoint/2010/main" val="2174437984"/>
              </p:ext>
            </p:extLst>
          </p:nvPr>
        </p:nvGraphicFramePr>
        <p:xfrm>
          <a:off x="7524344" y="2088175"/>
          <a:ext cx="2172299" cy="2222675"/>
        </p:xfrm>
        <a:graphic>
          <a:graphicData uri="http://schemas.openxmlformats.org/drawingml/2006/table">
            <a:tbl>
              <a:tblPr/>
              <a:tblGrid>
                <a:gridCol w="177849">
                  <a:extLst>
                    <a:ext uri="{9D8B030D-6E8A-4147-A177-3AD203B41FA5}">
                      <a16:colId xmlns:a16="http://schemas.microsoft.com/office/drawing/2014/main" val="1975711239"/>
                    </a:ext>
                  </a:extLst>
                </a:gridCol>
                <a:gridCol w="1664159">
                  <a:extLst>
                    <a:ext uri="{9D8B030D-6E8A-4147-A177-3AD203B41FA5}">
                      <a16:colId xmlns:a16="http://schemas.microsoft.com/office/drawing/2014/main" val="1582468980"/>
                    </a:ext>
                  </a:extLst>
                </a:gridCol>
                <a:gridCol w="330291">
                  <a:extLst>
                    <a:ext uri="{9D8B030D-6E8A-4147-A177-3AD203B41FA5}">
                      <a16:colId xmlns:a16="http://schemas.microsoft.com/office/drawing/2014/main" val="3287249076"/>
                    </a:ext>
                  </a:extLst>
                </a:gridCol>
              </a:tblGrid>
              <a:tr h="422183">
                <a:tc>
                  <a:txBody>
                    <a:bodyPr/>
                    <a:lstStyle/>
                    <a:p>
                      <a:pPr algn="l" fontAlgn="b"/>
                      <a:r>
                        <a:rPr lang="en-US" sz="1100" b="1" i="0" u="none" strike="noStrike" dirty="0">
                          <a:solidFill>
                            <a:srgbClr val="FFFFFF"/>
                          </a:solidFill>
                          <a:effectLst/>
                          <a:latin typeface="Meiryo UI" panose="020B0604030504040204" pitchFamily="50" charset="-128"/>
                          <a:ea typeface="Meiryo UI" panose="020B0604030504040204" pitchFamily="50" charset="-128"/>
                        </a:rPr>
                        <a:t>No.</a:t>
                      </a:r>
                    </a:p>
                  </a:txBody>
                  <a:tcPr marL="7620" marR="7620" marT="762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1F4E78"/>
                    </a:solidFill>
                  </a:tcPr>
                </a:tc>
                <a:tc>
                  <a:txBody>
                    <a:bodyPr/>
                    <a:lstStyle/>
                    <a:p>
                      <a:pPr algn="l" fontAlgn="t"/>
                      <a:r>
                        <a:rPr lang="ja-JP" altLang="en-US" sz="1100" b="1" i="0" u="none" strike="noStrike" dirty="0">
                          <a:solidFill>
                            <a:srgbClr val="FFFFFF"/>
                          </a:solidFill>
                          <a:effectLst/>
                          <a:latin typeface="Meiryo UI" panose="020B0604030504040204" pitchFamily="50" charset="-128"/>
                          <a:ea typeface="Meiryo UI" panose="020B0604030504040204" pitchFamily="50" charset="-128"/>
                        </a:rPr>
                        <a:t>現状ヒアリング結果および業務側の関心事・懸念事項</a:t>
                      </a:r>
                    </a:p>
                  </a:txBody>
                  <a:tcPr marL="7620" marR="7620" marT="762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1F4E78"/>
                    </a:solidFill>
                  </a:tcPr>
                </a:tc>
                <a:tc>
                  <a:txBody>
                    <a:bodyPr/>
                    <a:lstStyle/>
                    <a:p>
                      <a:pPr algn="l" fontAlgn="t"/>
                      <a:r>
                        <a:rPr lang="ja-JP" altLang="en-US" sz="1100" b="1" i="0" u="none" strike="noStrike" dirty="0">
                          <a:solidFill>
                            <a:srgbClr val="FFFFFF"/>
                          </a:solidFill>
                          <a:effectLst/>
                          <a:latin typeface="Meiryo UI" panose="020B0604030504040204" pitchFamily="50" charset="-128"/>
                          <a:ea typeface="Meiryo UI" panose="020B0604030504040204" pitchFamily="50" charset="-128"/>
                        </a:rPr>
                        <a:t>対応方針</a:t>
                      </a:r>
                    </a:p>
                  </a:txBody>
                  <a:tcPr marL="7620" marR="7620" marT="762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1F4E78"/>
                    </a:solidFill>
                  </a:tcPr>
                </a:tc>
                <a:extLst>
                  <a:ext uri="{0D108BD9-81ED-4DB2-BD59-A6C34878D82A}">
                    <a16:rowId xmlns:a16="http://schemas.microsoft.com/office/drawing/2014/main" val="3632139713"/>
                  </a:ext>
                </a:extLst>
              </a:tr>
              <a:tr h="450123">
                <a:tc>
                  <a:txBody>
                    <a:bodyPr/>
                    <a:lstStyle/>
                    <a:p>
                      <a:pPr algn="l" fontAlgn="t"/>
                      <a:r>
                        <a:rPr lang="en-US" altLang="ja-JP" sz="1100" b="0" i="0" u="none" strike="noStrike">
                          <a:solidFill>
                            <a:srgbClr val="000000"/>
                          </a:solidFill>
                          <a:effectLst/>
                          <a:latin typeface="Meiryo UI" panose="020B0604030504040204" pitchFamily="50" charset="-128"/>
                          <a:ea typeface="Meiryo UI" panose="020B0604030504040204" pitchFamily="50" charset="-128"/>
                        </a:rPr>
                        <a:t>1</a:t>
                      </a:r>
                    </a:p>
                  </a:txBody>
                  <a:tcPr marL="7620" marR="7620" marT="7620" marB="0">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1100" b="0" i="0" u="none" strike="noStrike" dirty="0">
                          <a:solidFill>
                            <a:srgbClr val="000000"/>
                          </a:solidFill>
                          <a:effectLst/>
                          <a:latin typeface="Meiryo UI" panose="020B0604030504040204" pitchFamily="50" charset="-128"/>
                          <a:ea typeface="Meiryo UI" panose="020B0604030504040204" pitchFamily="50" charset="-128"/>
                        </a:rPr>
                        <a:t>　</a:t>
                      </a:r>
                    </a:p>
                  </a:txBody>
                  <a:tcPr marL="7620" marR="7620" marT="7620" marB="0">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36441284"/>
                  </a:ext>
                </a:extLst>
              </a:tr>
              <a:tr h="450123">
                <a:tc>
                  <a:txBody>
                    <a:bodyPr/>
                    <a:lstStyle/>
                    <a:p>
                      <a:pPr algn="l" fontAlgn="t"/>
                      <a:r>
                        <a:rPr lang="en-US" altLang="ja-JP" sz="1100" b="0" i="0" u="none" strike="noStrike">
                          <a:solidFill>
                            <a:srgbClr val="000000"/>
                          </a:solidFill>
                          <a:effectLst/>
                          <a:latin typeface="Meiryo UI" panose="020B0604030504040204" pitchFamily="50" charset="-128"/>
                          <a:ea typeface="Meiryo UI" panose="020B0604030504040204" pitchFamily="50" charset="-128"/>
                        </a:rPr>
                        <a:t>2</a:t>
                      </a:r>
                    </a:p>
                  </a:txBody>
                  <a:tcPr marL="7620" marR="7620" marT="7620" marB="0">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58121344"/>
                  </a:ext>
                </a:extLst>
              </a:tr>
              <a:tr h="450123">
                <a:tc>
                  <a:txBody>
                    <a:bodyPr/>
                    <a:lstStyle/>
                    <a:p>
                      <a:pPr algn="l" fontAlgn="t"/>
                      <a:r>
                        <a:rPr lang="en-US" altLang="ja-JP" sz="1100" b="0" i="0" u="none" strike="noStrike">
                          <a:solidFill>
                            <a:srgbClr val="000000"/>
                          </a:solidFill>
                          <a:effectLst/>
                          <a:latin typeface="Meiryo UI" panose="020B0604030504040204" pitchFamily="50" charset="-128"/>
                          <a:ea typeface="Meiryo UI" panose="020B0604030504040204" pitchFamily="50" charset="-128"/>
                        </a:rPr>
                        <a:t>3</a:t>
                      </a:r>
                    </a:p>
                  </a:txBody>
                  <a:tcPr marL="7620" marR="7620" marT="7620" marB="0">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1100" b="0" i="0" u="none" strike="noStrike" dirty="0">
                          <a:solidFill>
                            <a:srgbClr val="000000"/>
                          </a:solidFill>
                          <a:effectLst/>
                          <a:latin typeface="Meiryo UI" panose="020B0604030504040204" pitchFamily="50" charset="-128"/>
                          <a:ea typeface="Meiryo UI" panose="020B0604030504040204" pitchFamily="50" charset="-128"/>
                        </a:rPr>
                        <a:t>　</a:t>
                      </a:r>
                    </a:p>
                  </a:txBody>
                  <a:tcPr marL="7620" marR="7620" marT="7620" marB="0">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98739760"/>
                  </a:ext>
                </a:extLst>
              </a:tr>
              <a:tr h="450123">
                <a:tc>
                  <a:txBody>
                    <a:bodyPr/>
                    <a:lstStyle/>
                    <a:p>
                      <a:pPr algn="l" fontAlgn="t"/>
                      <a:r>
                        <a:rPr lang="en-US" altLang="ja-JP" sz="1100" b="0" i="0" u="none" strike="noStrike">
                          <a:solidFill>
                            <a:srgbClr val="000000"/>
                          </a:solidFill>
                          <a:effectLst/>
                          <a:latin typeface="Meiryo UI" panose="020B0604030504040204" pitchFamily="50" charset="-128"/>
                          <a:ea typeface="Meiryo UI" panose="020B0604030504040204" pitchFamily="50" charset="-128"/>
                        </a:rPr>
                        <a:t>4</a:t>
                      </a:r>
                    </a:p>
                  </a:txBody>
                  <a:tcPr marL="7620" marR="7620" marT="7620" marB="0">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1100" b="0" i="0" u="none" strike="noStrike" dirty="0">
                          <a:solidFill>
                            <a:srgbClr val="000000"/>
                          </a:solidFill>
                          <a:effectLst/>
                          <a:latin typeface="Meiryo UI" panose="020B0604030504040204" pitchFamily="50" charset="-128"/>
                          <a:ea typeface="Meiryo UI" panose="020B0604030504040204" pitchFamily="50" charset="-128"/>
                        </a:rPr>
                        <a:t>　</a:t>
                      </a:r>
                    </a:p>
                  </a:txBody>
                  <a:tcPr marL="7620" marR="7620" marT="7620" marB="0">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37698074"/>
                  </a:ext>
                </a:extLst>
              </a:tr>
            </a:tbl>
          </a:graphicData>
        </a:graphic>
      </p:graphicFrame>
      <p:sp>
        <p:nvSpPr>
          <p:cNvPr id="73" name="テキスト ボックス 72">
            <a:extLst>
              <a:ext uri="{FF2B5EF4-FFF2-40B4-BE49-F238E27FC236}">
                <a16:creationId xmlns:a16="http://schemas.microsoft.com/office/drawing/2014/main" id="{98905B46-9FD1-4FC1-AC60-7A4556FBCA5F}"/>
              </a:ext>
            </a:extLst>
          </p:cNvPr>
          <p:cNvSpPr txBox="1"/>
          <p:nvPr/>
        </p:nvSpPr>
        <p:spPr>
          <a:xfrm>
            <a:off x="7524345" y="1828332"/>
            <a:ext cx="2172296" cy="261610"/>
          </a:xfrm>
          <a:prstGeom prst="rect">
            <a:avLst/>
          </a:prstGeom>
          <a:noFill/>
        </p:spPr>
        <p:txBody>
          <a:bodyPr wrap="square">
            <a:spAutoFit/>
          </a:bodyPr>
          <a:lstStyle/>
          <a:p>
            <a:pPr algn="ctr"/>
            <a:r>
              <a:rPr lang="ja-JP" altLang="en-US" sz="1100" u="sng" dirty="0">
                <a:latin typeface="+mj-ea"/>
                <a:ea typeface="+mj-ea"/>
              </a:rPr>
              <a:t>情報一覧</a:t>
            </a:r>
            <a:endParaRPr lang="en-US" sz="1100" u="sng" dirty="0">
              <a:latin typeface="+mj-ea"/>
              <a:ea typeface="+mj-ea"/>
            </a:endParaRPr>
          </a:p>
        </p:txBody>
      </p:sp>
      <p:sp>
        <p:nvSpPr>
          <p:cNvPr id="75" name="テキスト ボックス 74">
            <a:extLst>
              <a:ext uri="{FF2B5EF4-FFF2-40B4-BE49-F238E27FC236}">
                <a16:creationId xmlns:a16="http://schemas.microsoft.com/office/drawing/2014/main" id="{02A7E6C0-E50A-4681-B77C-4EF7F08EB05B}"/>
              </a:ext>
            </a:extLst>
          </p:cNvPr>
          <p:cNvSpPr txBox="1"/>
          <p:nvPr/>
        </p:nvSpPr>
        <p:spPr>
          <a:xfrm>
            <a:off x="7524345" y="4604638"/>
            <a:ext cx="2172296" cy="261610"/>
          </a:xfrm>
          <a:prstGeom prst="rect">
            <a:avLst/>
          </a:prstGeom>
          <a:noFill/>
        </p:spPr>
        <p:txBody>
          <a:bodyPr wrap="square">
            <a:spAutoFit/>
          </a:bodyPr>
          <a:lstStyle/>
          <a:p>
            <a:pPr algn="ctr"/>
            <a:r>
              <a:rPr lang="ja-JP" altLang="en-US" sz="1100" u="sng" dirty="0">
                <a:latin typeface="+mj-ea"/>
                <a:ea typeface="+mj-ea"/>
              </a:rPr>
              <a:t>アウトプットイメージ</a:t>
            </a:r>
            <a:endParaRPr lang="en-US" sz="1100" u="sng" dirty="0">
              <a:latin typeface="+mj-ea"/>
              <a:ea typeface="+mj-ea"/>
            </a:endParaRPr>
          </a:p>
        </p:txBody>
      </p:sp>
      <p:pic>
        <p:nvPicPr>
          <p:cNvPr id="76" name="図 75">
            <a:extLst>
              <a:ext uri="{FF2B5EF4-FFF2-40B4-BE49-F238E27FC236}">
                <a16:creationId xmlns:a16="http://schemas.microsoft.com/office/drawing/2014/main" id="{3390CA66-6FC1-4A34-8B79-2BF9D9004877}"/>
              </a:ext>
            </a:extLst>
          </p:cNvPr>
          <p:cNvPicPr>
            <a:picLocks noChangeAspect="1"/>
          </p:cNvPicPr>
          <p:nvPr/>
        </p:nvPicPr>
        <p:blipFill>
          <a:blip r:embed="rId5"/>
          <a:stretch>
            <a:fillRect/>
          </a:stretch>
        </p:blipFill>
        <p:spPr>
          <a:xfrm>
            <a:off x="7524344" y="4895449"/>
            <a:ext cx="2191156" cy="927397"/>
          </a:xfrm>
          <a:prstGeom prst="rect">
            <a:avLst/>
          </a:prstGeom>
        </p:spPr>
      </p:pic>
    </p:spTree>
    <p:extLst>
      <p:ext uri="{BB962C8B-B14F-4D97-AF65-F5344CB8AC3E}">
        <p14:creationId xmlns:p14="http://schemas.microsoft.com/office/powerpoint/2010/main" val="2596879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9F98F49B-E83A-42D8-BDF3-E748F1B29D0D}"/>
              </a:ext>
            </a:extLst>
          </p:cNvPr>
          <p:cNvSpPr>
            <a:spLocks noGrp="1"/>
          </p:cNvSpPr>
          <p:nvPr>
            <p:ph type="title"/>
          </p:nvPr>
        </p:nvSpPr>
        <p:spPr/>
        <p:txBody>
          <a:bodyPr/>
          <a:lstStyle/>
          <a:p>
            <a:r>
              <a:rPr lang="ja-JP" altLang="en-US" dirty="0"/>
              <a:t>データマネジメント　支援内容</a:t>
            </a:r>
            <a:endParaRPr lang="en-US" altLang="ja-JP" dirty="0"/>
          </a:p>
        </p:txBody>
      </p:sp>
      <p:sp>
        <p:nvSpPr>
          <p:cNvPr id="61" name="テキスト ボックス 60">
            <a:extLst>
              <a:ext uri="{FF2B5EF4-FFF2-40B4-BE49-F238E27FC236}">
                <a16:creationId xmlns:a16="http://schemas.microsoft.com/office/drawing/2014/main" id="{11E8C94C-5C15-4C2D-977F-66FB2CAE1F72}"/>
              </a:ext>
            </a:extLst>
          </p:cNvPr>
          <p:cNvSpPr txBox="1"/>
          <p:nvPr/>
        </p:nvSpPr>
        <p:spPr>
          <a:xfrm>
            <a:off x="220063" y="643686"/>
            <a:ext cx="9465869" cy="523220"/>
          </a:xfrm>
          <a:prstGeom prst="rect">
            <a:avLst/>
          </a:prstGeom>
          <a:noFill/>
        </p:spPr>
        <p:txBody>
          <a:bodyPr wrap="square" rtlCol="0">
            <a:spAutoFit/>
          </a:bodyPr>
          <a:lstStyle/>
          <a:p>
            <a:r>
              <a:rPr lang="ja-JP" altLang="en-US" sz="1400" dirty="0">
                <a:latin typeface="+mn-ea"/>
              </a:rPr>
              <a:t>各スプリントでの対応が予定されているユーザーストーリーをレビュまたはヒアリングし、当該ストーリーの完了に際しデータの観点で考慮すべき点・気づきを提案します。</a:t>
            </a:r>
          </a:p>
        </p:txBody>
      </p:sp>
      <p:pic>
        <p:nvPicPr>
          <p:cNvPr id="4" name="図 3">
            <a:extLst>
              <a:ext uri="{FF2B5EF4-FFF2-40B4-BE49-F238E27FC236}">
                <a16:creationId xmlns:a16="http://schemas.microsoft.com/office/drawing/2014/main" id="{F9A82391-CD95-4E12-900E-10A78F1E4234}"/>
              </a:ext>
            </a:extLst>
          </p:cNvPr>
          <p:cNvPicPr>
            <a:picLocks noChangeAspect="1"/>
          </p:cNvPicPr>
          <p:nvPr/>
        </p:nvPicPr>
        <p:blipFill>
          <a:blip r:embed="rId3"/>
          <a:stretch>
            <a:fillRect/>
          </a:stretch>
        </p:blipFill>
        <p:spPr>
          <a:xfrm>
            <a:off x="8849345" y="56939"/>
            <a:ext cx="836587" cy="586747"/>
          </a:xfrm>
          <a:prstGeom prst="rect">
            <a:avLst/>
          </a:prstGeom>
        </p:spPr>
      </p:pic>
      <p:sp>
        <p:nvSpPr>
          <p:cNvPr id="15" name="テキスト ボックス 14">
            <a:extLst>
              <a:ext uri="{FF2B5EF4-FFF2-40B4-BE49-F238E27FC236}">
                <a16:creationId xmlns:a16="http://schemas.microsoft.com/office/drawing/2014/main" id="{71BAB68C-94BC-481F-8B15-01F6D86591AB}"/>
              </a:ext>
            </a:extLst>
          </p:cNvPr>
          <p:cNvSpPr txBox="1"/>
          <p:nvPr/>
        </p:nvSpPr>
        <p:spPr>
          <a:xfrm>
            <a:off x="1970406" y="1233719"/>
            <a:ext cx="5849543" cy="261610"/>
          </a:xfrm>
          <a:prstGeom prst="rect">
            <a:avLst/>
          </a:prstGeom>
          <a:noFill/>
        </p:spPr>
        <p:txBody>
          <a:bodyPr wrap="square">
            <a:spAutoFit/>
          </a:bodyPr>
          <a:lstStyle/>
          <a:p>
            <a:pPr algn="ctr"/>
            <a:r>
              <a:rPr lang="en-US" altLang="ja-JP" sz="1100" b="1" u="sng" dirty="0">
                <a:latin typeface="+mj-ea"/>
                <a:ea typeface="+mj-ea"/>
              </a:rPr>
              <a:t>GTCCWG</a:t>
            </a:r>
            <a:r>
              <a:rPr lang="ja-JP" altLang="en-US" sz="1100" b="1" u="sng" dirty="0">
                <a:latin typeface="+mj-ea"/>
                <a:ea typeface="+mj-ea"/>
              </a:rPr>
              <a:t>から提供いただくと想定するアウトプットイメージ</a:t>
            </a:r>
            <a:r>
              <a:rPr lang="en-US" altLang="ja-JP" sz="1100" b="1" u="sng" dirty="0">
                <a:latin typeface="+mj-ea"/>
                <a:ea typeface="+mj-ea"/>
              </a:rPr>
              <a:t>(Product Backlog)</a:t>
            </a:r>
            <a:endParaRPr lang="en-US" sz="1100" b="1" u="sng" dirty="0">
              <a:latin typeface="+mj-ea"/>
              <a:ea typeface="+mj-ea"/>
            </a:endParaRPr>
          </a:p>
        </p:txBody>
      </p:sp>
      <p:sp>
        <p:nvSpPr>
          <p:cNvPr id="16" name="テキスト ボックス 15">
            <a:extLst>
              <a:ext uri="{FF2B5EF4-FFF2-40B4-BE49-F238E27FC236}">
                <a16:creationId xmlns:a16="http://schemas.microsoft.com/office/drawing/2014/main" id="{0F4962C1-E8B0-4426-90C2-BEAC5669A47E}"/>
              </a:ext>
            </a:extLst>
          </p:cNvPr>
          <p:cNvSpPr txBox="1"/>
          <p:nvPr/>
        </p:nvSpPr>
        <p:spPr>
          <a:xfrm>
            <a:off x="2585836" y="2945854"/>
            <a:ext cx="4743449" cy="261610"/>
          </a:xfrm>
          <a:prstGeom prst="rect">
            <a:avLst/>
          </a:prstGeom>
          <a:noFill/>
        </p:spPr>
        <p:txBody>
          <a:bodyPr wrap="square">
            <a:spAutoFit/>
          </a:bodyPr>
          <a:lstStyle/>
          <a:p>
            <a:pPr algn="ctr"/>
            <a:r>
              <a:rPr lang="ja-JP" altLang="en-US" sz="1100" b="1" u="sng" dirty="0">
                <a:latin typeface="+mj-ea"/>
                <a:ea typeface="+mj-ea"/>
              </a:rPr>
              <a:t>ヒアリング・レビュ観点の例</a:t>
            </a:r>
            <a:endParaRPr lang="en-US" sz="1100" b="1" u="sng" dirty="0">
              <a:latin typeface="+mj-ea"/>
              <a:ea typeface="+mj-ea"/>
            </a:endParaRPr>
          </a:p>
        </p:txBody>
      </p:sp>
      <p:sp>
        <p:nvSpPr>
          <p:cNvPr id="17" name="テキスト ボックス 16">
            <a:extLst>
              <a:ext uri="{FF2B5EF4-FFF2-40B4-BE49-F238E27FC236}">
                <a16:creationId xmlns:a16="http://schemas.microsoft.com/office/drawing/2014/main" id="{6AE9F46B-FF97-4231-963B-6A5613D9912A}"/>
              </a:ext>
            </a:extLst>
          </p:cNvPr>
          <p:cNvSpPr txBox="1"/>
          <p:nvPr/>
        </p:nvSpPr>
        <p:spPr>
          <a:xfrm>
            <a:off x="218671" y="3274731"/>
            <a:ext cx="9477779" cy="2462213"/>
          </a:xfrm>
          <a:prstGeom prst="rect">
            <a:avLst/>
          </a:prstGeom>
          <a:noFill/>
        </p:spPr>
        <p:txBody>
          <a:bodyPr wrap="square">
            <a:spAutoFit/>
          </a:bodyPr>
          <a:lstStyle/>
          <a:p>
            <a:pPr marL="171450" indent="-171450">
              <a:buFont typeface="Arial" panose="020B0604020202020204" pitchFamily="34" charset="0"/>
              <a:buChar char="•"/>
            </a:pPr>
            <a:r>
              <a:rPr lang="ja-JP" altLang="en-US" sz="1400" dirty="0">
                <a:latin typeface="+mj-ea"/>
                <a:ea typeface="+mj-ea"/>
              </a:rPr>
              <a:t>個別工事の各サブデータセット（車室、ロータ等）間のデータ取得のタクトの許容誤差範囲はどうなるか。</a:t>
            </a:r>
            <a:endParaRPr lang="en-US" altLang="ja-JP" sz="1400" dirty="0">
              <a:latin typeface="+mj-ea"/>
              <a:ea typeface="+mj-ea"/>
            </a:endParaRPr>
          </a:p>
          <a:p>
            <a:pPr marL="171450" indent="-171450">
              <a:buFont typeface="Arial" panose="020B0604020202020204" pitchFamily="34" charset="0"/>
              <a:buChar char="•"/>
            </a:pPr>
            <a:endParaRPr lang="en-US" altLang="ja-JP" sz="1400" dirty="0">
              <a:latin typeface="+mj-ea"/>
              <a:ea typeface="+mj-ea"/>
            </a:endParaRPr>
          </a:p>
          <a:p>
            <a:pPr marL="171450" indent="-171450">
              <a:buFont typeface="Arial" panose="020B0604020202020204" pitchFamily="34" charset="0"/>
              <a:buChar char="•"/>
            </a:pPr>
            <a:r>
              <a:rPr lang="ja-JP" altLang="en-US" sz="1400" dirty="0">
                <a:latin typeface="+mj-ea"/>
                <a:ea typeface="+mj-ea"/>
              </a:rPr>
              <a:t>予算のデータは一過性で取得すべきか、マイルストーンごとに見直しをかけるべきか。</a:t>
            </a:r>
            <a:endParaRPr lang="en-US" altLang="ja-JP" sz="1400" dirty="0">
              <a:latin typeface="+mj-ea"/>
              <a:ea typeface="+mj-ea"/>
            </a:endParaRPr>
          </a:p>
          <a:p>
            <a:pPr marL="171450" indent="-171450">
              <a:buFont typeface="Arial" panose="020B0604020202020204" pitchFamily="34" charset="0"/>
              <a:buChar char="•"/>
            </a:pPr>
            <a:endParaRPr lang="en-US" altLang="ja-JP" sz="1400" dirty="0">
              <a:latin typeface="+mj-ea"/>
              <a:ea typeface="+mj-ea"/>
            </a:endParaRPr>
          </a:p>
          <a:p>
            <a:pPr marL="171450" indent="-171450">
              <a:buFont typeface="Arial" panose="020B0604020202020204" pitchFamily="34" charset="0"/>
              <a:buChar char="•"/>
            </a:pPr>
            <a:r>
              <a:rPr lang="ja-JP" altLang="en-US" sz="1400" dirty="0">
                <a:latin typeface="+mj-ea"/>
                <a:ea typeface="+mj-ea"/>
              </a:rPr>
              <a:t>実績値の集計のタイミングに関するマイルストーンはあるか。</a:t>
            </a:r>
            <a:endParaRPr lang="en-US" altLang="ja-JP" sz="1400" dirty="0">
              <a:latin typeface="+mj-ea"/>
              <a:ea typeface="+mj-ea"/>
            </a:endParaRPr>
          </a:p>
          <a:p>
            <a:pPr marL="171450" indent="-171450">
              <a:buFont typeface="Arial" panose="020B0604020202020204" pitchFamily="34" charset="0"/>
              <a:buChar char="•"/>
            </a:pPr>
            <a:endParaRPr lang="en-US" altLang="ja-JP" sz="1400" dirty="0">
              <a:latin typeface="+mj-ea"/>
              <a:ea typeface="+mj-ea"/>
            </a:endParaRPr>
          </a:p>
          <a:p>
            <a:pPr marL="171450" indent="-171450">
              <a:buFont typeface="Arial" panose="020B0604020202020204" pitchFamily="34" charset="0"/>
              <a:buChar char="•"/>
            </a:pPr>
            <a:r>
              <a:rPr lang="ja-JP" altLang="en-US" sz="1400" dirty="0">
                <a:latin typeface="+mj-ea"/>
                <a:ea typeface="+mj-ea"/>
              </a:rPr>
              <a:t>実績値の集計で集計日に差異が発生する場合、データをどのように表示させるべきか。</a:t>
            </a:r>
            <a:endParaRPr lang="en-US" altLang="ja-JP" sz="1400" dirty="0">
              <a:latin typeface="+mj-ea"/>
              <a:ea typeface="+mj-ea"/>
            </a:endParaRPr>
          </a:p>
          <a:p>
            <a:pPr marL="171450" indent="-171450">
              <a:buFont typeface="Arial" panose="020B0604020202020204" pitchFamily="34" charset="0"/>
              <a:buChar char="•"/>
            </a:pPr>
            <a:endParaRPr lang="en-US" altLang="ja-JP" sz="1400" dirty="0">
              <a:latin typeface="+mj-ea"/>
              <a:ea typeface="+mj-ea"/>
            </a:endParaRPr>
          </a:p>
          <a:p>
            <a:pPr marL="171450" indent="-171450">
              <a:buFont typeface="Arial" panose="020B0604020202020204" pitchFamily="34" charset="0"/>
              <a:buChar char="•"/>
            </a:pPr>
            <a:r>
              <a:rPr lang="ja-JP" altLang="en-US" sz="1400" dirty="0">
                <a:latin typeface="+mj-ea"/>
                <a:ea typeface="+mj-ea"/>
              </a:rPr>
              <a:t>未納残の定義は各サブセットごとに一致しているか。</a:t>
            </a:r>
            <a:endParaRPr lang="en-US" altLang="ja-JP" sz="1400" dirty="0">
              <a:latin typeface="+mj-ea"/>
              <a:ea typeface="+mj-ea"/>
            </a:endParaRPr>
          </a:p>
          <a:p>
            <a:pPr marL="171450" indent="-171450">
              <a:buFont typeface="Arial" panose="020B0604020202020204" pitchFamily="34" charset="0"/>
              <a:buChar char="•"/>
            </a:pPr>
            <a:endParaRPr lang="en-US" altLang="ja-JP" sz="1400" dirty="0">
              <a:latin typeface="+mj-ea"/>
              <a:ea typeface="+mj-ea"/>
            </a:endParaRPr>
          </a:p>
          <a:p>
            <a:pPr marL="171450" indent="-171450">
              <a:buFont typeface="Arial" panose="020B0604020202020204" pitchFamily="34" charset="0"/>
              <a:buChar char="•"/>
            </a:pPr>
            <a:r>
              <a:rPr lang="ja-JP" altLang="en-US" sz="1400" dirty="0">
                <a:latin typeface="+mj-ea"/>
                <a:ea typeface="+mj-ea"/>
              </a:rPr>
              <a:t>予算・実績・未納残の予実比較はどのように計算され、どの頻度で格納されるべきか。　など</a:t>
            </a:r>
            <a:endParaRPr lang="en-US" sz="1400" dirty="0">
              <a:latin typeface="+mj-ea"/>
              <a:ea typeface="+mj-ea"/>
            </a:endParaRPr>
          </a:p>
        </p:txBody>
      </p:sp>
      <p:graphicFrame>
        <p:nvGraphicFramePr>
          <p:cNvPr id="5" name="表 5">
            <a:extLst>
              <a:ext uri="{FF2B5EF4-FFF2-40B4-BE49-F238E27FC236}">
                <a16:creationId xmlns:a16="http://schemas.microsoft.com/office/drawing/2014/main" id="{46BEB2D7-3A96-4AE5-86FA-05322AB479A8}"/>
              </a:ext>
            </a:extLst>
          </p:cNvPr>
          <p:cNvGraphicFramePr>
            <a:graphicFrameLocks noGrp="1"/>
          </p:cNvGraphicFramePr>
          <p:nvPr>
            <p:extLst>
              <p:ext uri="{D42A27DB-BD31-4B8C-83A1-F6EECF244321}">
                <p14:modId xmlns:p14="http://schemas.microsoft.com/office/powerpoint/2010/main" val="1290082690"/>
              </p:ext>
            </p:extLst>
          </p:nvPr>
        </p:nvGraphicFramePr>
        <p:xfrm>
          <a:off x="1650997" y="1553416"/>
          <a:ext cx="6603999" cy="1112520"/>
        </p:xfrm>
        <a:graphic>
          <a:graphicData uri="http://schemas.openxmlformats.org/drawingml/2006/table">
            <a:tbl>
              <a:tblPr firstRow="1" bandRow="1">
                <a:tableStyleId>{5C22544A-7EE6-4342-B048-85BDC9FD1C3A}</a:tableStyleId>
              </a:tblPr>
              <a:tblGrid>
                <a:gridCol w="2201333">
                  <a:extLst>
                    <a:ext uri="{9D8B030D-6E8A-4147-A177-3AD203B41FA5}">
                      <a16:colId xmlns:a16="http://schemas.microsoft.com/office/drawing/2014/main" val="2415857511"/>
                    </a:ext>
                  </a:extLst>
                </a:gridCol>
                <a:gridCol w="2201333">
                  <a:extLst>
                    <a:ext uri="{9D8B030D-6E8A-4147-A177-3AD203B41FA5}">
                      <a16:colId xmlns:a16="http://schemas.microsoft.com/office/drawing/2014/main" val="110986238"/>
                    </a:ext>
                  </a:extLst>
                </a:gridCol>
                <a:gridCol w="2201333">
                  <a:extLst>
                    <a:ext uri="{9D8B030D-6E8A-4147-A177-3AD203B41FA5}">
                      <a16:colId xmlns:a16="http://schemas.microsoft.com/office/drawing/2014/main" val="4212741182"/>
                    </a:ext>
                  </a:extLst>
                </a:gridCol>
              </a:tblGrid>
              <a:tr h="370840">
                <a:tc>
                  <a:txBody>
                    <a:bodyPr/>
                    <a:lstStyle/>
                    <a:p>
                      <a:r>
                        <a:rPr kumimoji="1" lang="ja-JP" altLang="en-US" dirty="0"/>
                        <a:t>優先度</a:t>
                      </a:r>
                    </a:p>
                  </a:txBody>
                  <a:tcPr/>
                </a:tc>
                <a:tc>
                  <a:txBody>
                    <a:bodyPr/>
                    <a:lstStyle/>
                    <a:p>
                      <a:r>
                        <a:rPr kumimoji="1" lang="ja-JP" altLang="en-US" dirty="0"/>
                        <a:t>ユーザストーリー</a:t>
                      </a:r>
                    </a:p>
                  </a:txBody>
                  <a:tcPr/>
                </a:tc>
                <a:tc>
                  <a:txBody>
                    <a:bodyPr/>
                    <a:lstStyle/>
                    <a:p>
                      <a:r>
                        <a:rPr kumimoji="1" lang="ja-JP" altLang="en-US" dirty="0"/>
                        <a:t>完了条件</a:t>
                      </a:r>
                      <a:r>
                        <a:rPr kumimoji="1" lang="en-US" altLang="ja-JP" dirty="0"/>
                        <a:t>(</a:t>
                      </a:r>
                      <a:r>
                        <a:rPr kumimoji="1" lang="ja-JP" altLang="en-US" dirty="0"/>
                        <a:t>受け入れ条件</a:t>
                      </a:r>
                      <a:r>
                        <a:rPr kumimoji="1" lang="en-US" altLang="ja-JP" dirty="0"/>
                        <a:t>)</a:t>
                      </a:r>
                      <a:endParaRPr kumimoji="1" lang="ja-JP" altLang="en-US" dirty="0"/>
                    </a:p>
                  </a:txBody>
                  <a:tcPr/>
                </a:tc>
                <a:extLst>
                  <a:ext uri="{0D108BD9-81ED-4DB2-BD59-A6C34878D82A}">
                    <a16:rowId xmlns:a16="http://schemas.microsoft.com/office/drawing/2014/main" val="1838179316"/>
                  </a:ext>
                </a:extLst>
              </a:tr>
              <a:tr h="370840">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a:p>
                  </a:txBody>
                  <a:tcPr/>
                </a:tc>
                <a:extLst>
                  <a:ext uri="{0D108BD9-81ED-4DB2-BD59-A6C34878D82A}">
                    <a16:rowId xmlns:a16="http://schemas.microsoft.com/office/drawing/2014/main" val="2165776688"/>
                  </a:ext>
                </a:extLst>
              </a:tr>
              <a:tr h="370840">
                <a:tc>
                  <a:txBody>
                    <a:bodyPr/>
                    <a:lstStyle/>
                    <a:p>
                      <a:endParaRPr kumimoji="1" lang="ja-JP" altLang="en-US" dirty="0"/>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730912209"/>
                  </a:ext>
                </a:extLst>
              </a:tr>
            </a:tbl>
          </a:graphicData>
        </a:graphic>
      </p:graphicFrame>
    </p:spTree>
    <p:extLst>
      <p:ext uri="{BB962C8B-B14F-4D97-AF65-F5344CB8AC3E}">
        <p14:creationId xmlns:p14="http://schemas.microsoft.com/office/powerpoint/2010/main" val="3652252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9F98F49B-E83A-42D8-BDF3-E748F1B29D0D}"/>
              </a:ext>
            </a:extLst>
          </p:cNvPr>
          <p:cNvSpPr>
            <a:spLocks noGrp="1"/>
          </p:cNvSpPr>
          <p:nvPr>
            <p:ph type="title"/>
          </p:nvPr>
        </p:nvSpPr>
        <p:spPr/>
        <p:txBody>
          <a:bodyPr/>
          <a:lstStyle/>
          <a:p>
            <a:r>
              <a:rPr lang="ja-JP" altLang="en-US" dirty="0"/>
              <a:t>データマネジメント　支援内容</a:t>
            </a:r>
            <a:endParaRPr lang="en-US" altLang="ja-JP" dirty="0"/>
          </a:p>
        </p:txBody>
      </p:sp>
      <p:sp>
        <p:nvSpPr>
          <p:cNvPr id="61" name="テキスト ボックス 60">
            <a:extLst>
              <a:ext uri="{FF2B5EF4-FFF2-40B4-BE49-F238E27FC236}">
                <a16:creationId xmlns:a16="http://schemas.microsoft.com/office/drawing/2014/main" id="{11E8C94C-5C15-4C2D-977F-66FB2CAE1F72}"/>
              </a:ext>
            </a:extLst>
          </p:cNvPr>
          <p:cNvSpPr txBox="1"/>
          <p:nvPr/>
        </p:nvSpPr>
        <p:spPr>
          <a:xfrm>
            <a:off x="220063" y="643686"/>
            <a:ext cx="9465869" cy="307777"/>
          </a:xfrm>
          <a:prstGeom prst="rect">
            <a:avLst/>
          </a:prstGeom>
          <a:noFill/>
        </p:spPr>
        <p:txBody>
          <a:bodyPr wrap="square" rtlCol="0">
            <a:spAutoFit/>
          </a:bodyPr>
          <a:lstStyle/>
          <a:p>
            <a:r>
              <a:rPr lang="en-US" altLang="ja-JP" sz="1400" dirty="0">
                <a:latin typeface="+mn-ea"/>
              </a:rPr>
              <a:t>DAMA</a:t>
            </a:r>
            <a:r>
              <a:rPr lang="ja-JP" altLang="en-US" sz="1400" dirty="0">
                <a:latin typeface="+mn-ea"/>
              </a:rPr>
              <a:t>ホイルの観点を踏まえ、ストーリーの完了に際しデータの観点で考慮すべき完了基準を整理し提案いたします。</a:t>
            </a:r>
          </a:p>
        </p:txBody>
      </p:sp>
      <p:pic>
        <p:nvPicPr>
          <p:cNvPr id="4" name="図 3">
            <a:extLst>
              <a:ext uri="{FF2B5EF4-FFF2-40B4-BE49-F238E27FC236}">
                <a16:creationId xmlns:a16="http://schemas.microsoft.com/office/drawing/2014/main" id="{F9A82391-CD95-4E12-900E-10A78F1E4234}"/>
              </a:ext>
            </a:extLst>
          </p:cNvPr>
          <p:cNvPicPr>
            <a:picLocks noChangeAspect="1"/>
          </p:cNvPicPr>
          <p:nvPr/>
        </p:nvPicPr>
        <p:blipFill>
          <a:blip r:embed="rId3"/>
          <a:stretch>
            <a:fillRect/>
          </a:stretch>
        </p:blipFill>
        <p:spPr>
          <a:xfrm>
            <a:off x="8849345" y="56939"/>
            <a:ext cx="836587" cy="586747"/>
          </a:xfrm>
          <a:prstGeom prst="rect">
            <a:avLst/>
          </a:prstGeom>
        </p:spPr>
      </p:pic>
      <p:graphicFrame>
        <p:nvGraphicFramePr>
          <p:cNvPr id="9" name="表 8">
            <a:extLst>
              <a:ext uri="{FF2B5EF4-FFF2-40B4-BE49-F238E27FC236}">
                <a16:creationId xmlns:a16="http://schemas.microsoft.com/office/drawing/2014/main" id="{917A8C4B-1C32-4C83-9ED5-EDCDC597D700}"/>
              </a:ext>
            </a:extLst>
          </p:cNvPr>
          <p:cNvGraphicFramePr>
            <a:graphicFrameLocks noGrp="1"/>
          </p:cNvGraphicFramePr>
          <p:nvPr>
            <p:extLst>
              <p:ext uri="{D42A27DB-BD31-4B8C-83A1-F6EECF244321}">
                <p14:modId xmlns:p14="http://schemas.microsoft.com/office/powerpoint/2010/main" val="524199348"/>
              </p:ext>
            </p:extLst>
          </p:nvPr>
        </p:nvGraphicFramePr>
        <p:xfrm>
          <a:off x="190501" y="1429996"/>
          <a:ext cx="9505949" cy="4649103"/>
        </p:xfrm>
        <a:graphic>
          <a:graphicData uri="http://schemas.openxmlformats.org/drawingml/2006/table">
            <a:tbl>
              <a:tblPr firstRow="1" bandRow="1">
                <a:tableStyleId>{5C22544A-7EE6-4342-B048-85BDC9FD1C3A}</a:tableStyleId>
              </a:tblPr>
              <a:tblGrid>
                <a:gridCol w="375619">
                  <a:extLst>
                    <a:ext uri="{9D8B030D-6E8A-4147-A177-3AD203B41FA5}">
                      <a16:colId xmlns:a16="http://schemas.microsoft.com/office/drawing/2014/main" val="770793612"/>
                    </a:ext>
                  </a:extLst>
                </a:gridCol>
                <a:gridCol w="1854450">
                  <a:extLst>
                    <a:ext uri="{9D8B030D-6E8A-4147-A177-3AD203B41FA5}">
                      <a16:colId xmlns:a16="http://schemas.microsoft.com/office/drawing/2014/main" val="20001"/>
                    </a:ext>
                  </a:extLst>
                </a:gridCol>
                <a:gridCol w="2465587">
                  <a:extLst>
                    <a:ext uri="{9D8B030D-6E8A-4147-A177-3AD203B41FA5}">
                      <a16:colId xmlns:a16="http://schemas.microsoft.com/office/drawing/2014/main" val="20002"/>
                    </a:ext>
                  </a:extLst>
                </a:gridCol>
                <a:gridCol w="1603431">
                  <a:extLst>
                    <a:ext uri="{9D8B030D-6E8A-4147-A177-3AD203B41FA5}">
                      <a16:colId xmlns:a16="http://schemas.microsoft.com/office/drawing/2014/main" val="3800913476"/>
                    </a:ext>
                  </a:extLst>
                </a:gridCol>
                <a:gridCol w="1603431">
                  <a:extLst>
                    <a:ext uri="{9D8B030D-6E8A-4147-A177-3AD203B41FA5}">
                      <a16:colId xmlns:a16="http://schemas.microsoft.com/office/drawing/2014/main" val="1642121715"/>
                    </a:ext>
                  </a:extLst>
                </a:gridCol>
                <a:gridCol w="1603431">
                  <a:extLst>
                    <a:ext uri="{9D8B030D-6E8A-4147-A177-3AD203B41FA5}">
                      <a16:colId xmlns:a16="http://schemas.microsoft.com/office/drawing/2014/main" val="4249530390"/>
                    </a:ext>
                  </a:extLst>
                </a:gridCol>
              </a:tblGrid>
              <a:tr h="321593">
                <a:tc>
                  <a:txBody>
                    <a:bodyPr/>
                    <a:lstStyle/>
                    <a:p>
                      <a:pPr algn="ctr"/>
                      <a:r>
                        <a:rPr kumimoji="1" lang="en-US" altLang="ja-JP" sz="1000" b="1" dirty="0">
                          <a:solidFill>
                            <a:schemeClr val="tx1">
                              <a:lumMod val="75000"/>
                              <a:lumOff val="25000"/>
                            </a:schemeClr>
                          </a:solidFill>
                          <a:latin typeface="+mn-ea"/>
                          <a:ea typeface="+mn-ea"/>
                        </a:rPr>
                        <a:t>#</a:t>
                      </a:r>
                      <a:endParaRPr kumimoji="1" lang="ja-JP" altLang="en-US" sz="1000" b="1" dirty="0">
                        <a:solidFill>
                          <a:schemeClr val="tx1">
                            <a:lumMod val="75000"/>
                            <a:lumOff val="25000"/>
                          </a:schemeClr>
                        </a:solidFill>
                        <a:latin typeface="+mn-ea"/>
                        <a:ea typeface="+mn-ea"/>
                      </a:endParaRP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kumimoji="1" lang="ja-JP" altLang="en-US" sz="1000" b="1" dirty="0">
                          <a:solidFill>
                            <a:schemeClr val="tx1">
                              <a:lumMod val="75000"/>
                              <a:lumOff val="25000"/>
                            </a:schemeClr>
                          </a:solidFill>
                          <a:latin typeface="+mn-ea"/>
                          <a:ea typeface="+mn-ea"/>
                        </a:rPr>
                        <a:t>データ品質の評価軸</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dirty="0">
                          <a:solidFill>
                            <a:schemeClr val="tx1">
                              <a:lumMod val="75000"/>
                              <a:lumOff val="25000"/>
                            </a:schemeClr>
                          </a:solidFill>
                          <a:latin typeface="+mn-ea"/>
                          <a:ea typeface="+mn-ea"/>
                        </a:rPr>
                        <a:t>説明</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dirty="0">
                          <a:solidFill>
                            <a:schemeClr val="tx1">
                              <a:lumMod val="75000"/>
                              <a:lumOff val="25000"/>
                            </a:schemeClr>
                          </a:solidFill>
                          <a:latin typeface="+mn-ea"/>
                          <a:ea typeface="+mn-ea"/>
                        </a:rPr>
                        <a:t>メタデータ</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kumimoji="1" lang="ja-JP" altLang="en-US" sz="1000" b="1" dirty="0">
                          <a:solidFill>
                            <a:schemeClr val="tx1">
                              <a:lumMod val="75000"/>
                              <a:lumOff val="25000"/>
                            </a:schemeClr>
                          </a:solidFill>
                          <a:latin typeface="+mn-ea"/>
                          <a:ea typeface="+mn-ea"/>
                        </a:rPr>
                        <a:t>マスタデータ</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r>
                        <a:rPr kumimoji="1" lang="ja-JP" altLang="en-US" sz="1000" b="1" dirty="0">
                          <a:solidFill>
                            <a:schemeClr val="tx1">
                              <a:lumMod val="75000"/>
                              <a:lumOff val="25000"/>
                            </a:schemeClr>
                          </a:solidFill>
                          <a:latin typeface="+mn-ea"/>
                          <a:ea typeface="+mn-ea"/>
                        </a:rPr>
                        <a:t>トランザクションデータ</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10000"/>
                  </a:ext>
                </a:extLst>
              </a:tr>
              <a:tr h="493488">
                <a:tc>
                  <a:txBody>
                    <a:bodyPr/>
                    <a:lstStyle/>
                    <a:p>
                      <a:pPr algn="ctr"/>
                      <a:r>
                        <a:rPr kumimoji="1" lang="en-US" altLang="ja-JP" sz="1000" dirty="0">
                          <a:solidFill>
                            <a:schemeClr val="tx1">
                              <a:lumMod val="75000"/>
                              <a:lumOff val="25000"/>
                            </a:schemeClr>
                          </a:solidFill>
                          <a:latin typeface="+mn-ea"/>
                          <a:ea typeface="+mn-ea"/>
                        </a:rPr>
                        <a:t>1</a:t>
                      </a:r>
                      <a:endParaRPr kumimoji="1"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000" dirty="0">
                          <a:solidFill>
                            <a:schemeClr val="tx1">
                              <a:lumMod val="75000"/>
                              <a:lumOff val="25000"/>
                            </a:schemeClr>
                          </a:solidFill>
                          <a:latin typeface="+mn-ea"/>
                          <a:ea typeface="+mn-ea"/>
                        </a:rPr>
                        <a:t>正確性</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000" dirty="0">
                          <a:solidFill>
                            <a:schemeClr val="tx1">
                              <a:lumMod val="75000"/>
                              <a:lumOff val="25000"/>
                            </a:schemeClr>
                          </a:solidFill>
                          <a:latin typeface="+mn-ea"/>
                          <a:ea typeface="+mn-ea"/>
                        </a:rPr>
                        <a:t>データが「現実」の実体を正しく表している程度。</a:t>
                      </a:r>
                      <a:endParaRPr kumimoji="1" lang="en-US" altLang="ja-JP"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en-US" altLang="ja-JP"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93488">
                <a:tc>
                  <a:txBody>
                    <a:bodyPr/>
                    <a:lstStyle/>
                    <a:p>
                      <a:pPr algn="ctr"/>
                      <a:r>
                        <a:rPr kumimoji="1" lang="en-US" altLang="ja-JP" sz="1000" dirty="0">
                          <a:solidFill>
                            <a:schemeClr val="tx1">
                              <a:lumMod val="75000"/>
                              <a:lumOff val="25000"/>
                            </a:schemeClr>
                          </a:solidFill>
                          <a:latin typeface="+mn-ea"/>
                          <a:ea typeface="+mn-ea"/>
                        </a:rPr>
                        <a:t>2</a:t>
                      </a:r>
                      <a:endParaRPr kumimoji="1"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000" dirty="0">
                          <a:solidFill>
                            <a:schemeClr val="tx1">
                              <a:lumMod val="75000"/>
                              <a:lumOff val="25000"/>
                            </a:schemeClr>
                          </a:solidFill>
                          <a:latin typeface="+mn-ea"/>
                          <a:ea typeface="+mn-ea"/>
                        </a:rPr>
                        <a:t>完全性</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ja-JP" altLang="en-US" sz="1000" dirty="0">
                          <a:solidFill>
                            <a:schemeClr val="tx1">
                              <a:lumMod val="75000"/>
                              <a:lumOff val="25000"/>
                            </a:schemeClr>
                          </a:solidFill>
                          <a:latin typeface="+mn-ea"/>
                          <a:ea typeface="+mn-ea"/>
                        </a:rPr>
                        <a:t>必要なデータがすべて存在するかどうかを意味する</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ltLang="ja-JP"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en-US" altLang="ja-JP"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683291">
                <a:tc>
                  <a:txBody>
                    <a:bodyPr/>
                    <a:lstStyle/>
                    <a:p>
                      <a:pPr algn="ctr"/>
                      <a:r>
                        <a:rPr kumimoji="1" lang="en-US" altLang="ja-JP" sz="1000" dirty="0">
                          <a:solidFill>
                            <a:schemeClr val="tx1">
                              <a:lumMod val="75000"/>
                              <a:lumOff val="25000"/>
                            </a:schemeClr>
                          </a:solidFill>
                          <a:latin typeface="+mn-ea"/>
                          <a:ea typeface="+mn-ea"/>
                        </a:rPr>
                        <a:t>3</a:t>
                      </a:r>
                      <a:endParaRPr kumimoji="1"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000" dirty="0">
                          <a:solidFill>
                            <a:schemeClr val="tx1">
                              <a:lumMod val="75000"/>
                              <a:lumOff val="25000"/>
                            </a:schemeClr>
                          </a:solidFill>
                          <a:latin typeface="+mn-ea"/>
                          <a:ea typeface="+mn-ea"/>
                        </a:rPr>
                        <a:t>一貫性</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ja-JP" altLang="en-US" sz="1000" dirty="0">
                          <a:solidFill>
                            <a:schemeClr val="tx1">
                              <a:lumMod val="75000"/>
                              <a:lumOff val="25000"/>
                            </a:schemeClr>
                          </a:solidFill>
                          <a:latin typeface="+mn-ea"/>
                          <a:ea typeface="+mn-ea"/>
                        </a:rPr>
                        <a:t>データ値がデータセット内やデータセット間で一貫して表現されている状態。</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en-US" altLang="ja-JP"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93488">
                <a:tc>
                  <a:txBody>
                    <a:bodyPr/>
                    <a:lstStyle/>
                    <a:p>
                      <a:pPr algn="ctr"/>
                      <a:r>
                        <a:rPr kumimoji="1" lang="en-US" altLang="ja-JP" sz="1000" dirty="0">
                          <a:solidFill>
                            <a:schemeClr val="tx1">
                              <a:lumMod val="75000"/>
                              <a:lumOff val="25000"/>
                            </a:schemeClr>
                          </a:solidFill>
                          <a:latin typeface="+mn-ea"/>
                          <a:ea typeface="+mn-ea"/>
                        </a:rPr>
                        <a:t>4</a:t>
                      </a:r>
                      <a:endParaRPr kumimoji="1"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000" dirty="0">
                          <a:solidFill>
                            <a:schemeClr val="tx1">
                              <a:lumMod val="75000"/>
                              <a:lumOff val="25000"/>
                            </a:schemeClr>
                          </a:solidFill>
                          <a:latin typeface="+mn-ea"/>
                          <a:ea typeface="+mn-ea"/>
                        </a:rPr>
                        <a:t>整合性</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ja-JP" altLang="en-US" sz="1000" dirty="0">
                          <a:solidFill>
                            <a:schemeClr val="tx1">
                              <a:lumMod val="75000"/>
                              <a:lumOff val="25000"/>
                            </a:schemeClr>
                          </a:solidFill>
                          <a:latin typeface="+mn-ea"/>
                          <a:ea typeface="+mn-ea"/>
                        </a:rPr>
                        <a:t>参照整合性</a:t>
                      </a:r>
                      <a:r>
                        <a:rPr lang="en-US" altLang="ja-JP" sz="1000" dirty="0">
                          <a:solidFill>
                            <a:schemeClr val="tx1">
                              <a:lumMod val="75000"/>
                              <a:lumOff val="25000"/>
                            </a:schemeClr>
                          </a:solidFill>
                          <a:latin typeface="+mn-ea"/>
                          <a:ea typeface="+mn-ea"/>
                        </a:rPr>
                        <a:t>*2</a:t>
                      </a:r>
                      <a:r>
                        <a:rPr lang="ja-JP" altLang="en-US" sz="1000" dirty="0">
                          <a:solidFill>
                            <a:schemeClr val="tx1">
                              <a:lumMod val="75000"/>
                              <a:lumOff val="25000"/>
                            </a:schemeClr>
                          </a:solidFill>
                          <a:latin typeface="+mn-ea"/>
                          <a:ea typeface="+mn-ea"/>
                        </a:rPr>
                        <a:t>か内部的一貫性</a:t>
                      </a:r>
                      <a:r>
                        <a:rPr lang="en-US" altLang="ja-JP" sz="1000" dirty="0">
                          <a:solidFill>
                            <a:schemeClr val="tx1">
                              <a:lumMod val="75000"/>
                              <a:lumOff val="25000"/>
                            </a:schemeClr>
                          </a:solidFill>
                          <a:latin typeface="+mn-ea"/>
                          <a:ea typeface="+mn-ea"/>
                        </a:rPr>
                        <a:t>*1</a:t>
                      </a:r>
                      <a:r>
                        <a:rPr lang="ja-JP" altLang="en-US" sz="1000" dirty="0">
                          <a:solidFill>
                            <a:schemeClr val="tx1">
                              <a:lumMod val="75000"/>
                              <a:lumOff val="25000"/>
                            </a:schemeClr>
                          </a:solidFill>
                          <a:latin typeface="+mn-ea"/>
                          <a:ea typeface="+mn-ea"/>
                        </a:rPr>
                        <a:t>のいずれかを意味する。</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en-US" altLang="ja-JP"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09730407"/>
                  </a:ext>
                </a:extLst>
              </a:tr>
              <a:tr h="493488">
                <a:tc>
                  <a:txBody>
                    <a:bodyPr/>
                    <a:lstStyle/>
                    <a:p>
                      <a:pPr algn="ctr"/>
                      <a:r>
                        <a:rPr kumimoji="1" lang="en-US" altLang="ja-JP" sz="1000" dirty="0">
                          <a:solidFill>
                            <a:schemeClr val="tx1">
                              <a:lumMod val="75000"/>
                              <a:lumOff val="25000"/>
                            </a:schemeClr>
                          </a:solidFill>
                          <a:latin typeface="+mn-ea"/>
                          <a:ea typeface="+mn-ea"/>
                        </a:rPr>
                        <a:t>5</a:t>
                      </a:r>
                      <a:endParaRPr kumimoji="1"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000" dirty="0">
                          <a:solidFill>
                            <a:schemeClr val="tx1">
                              <a:lumMod val="75000"/>
                              <a:lumOff val="25000"/>
                            </a:schemeClr>
                          </a:solidFill>
                          <a:latin typeface="+mn-ea"/>
                          <a:ea typeface="+mn-ea"/>
                        </a:rPr>
                        <a:t>妥当性</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ja-JP" altLang="en-US" sz="1000" dirty="0">
                          <a:solidFill>
                            <a:schemeClr val="tx1">
                              <a:lumMod val="75000"/>
                              <a:lumOff val="25000"/>
                            </a:schemeClr>
                          </a:solidFill>
                          <a:latin typeface="+mn-ea"/>
                          <a:ea typeface="+mn-ea"/>
                        </a:rPr>
                        <a:t>データパターンが期待を満たすかどうかを問うものである。</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en-US" altLang="ja-JP"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72229645"/>
                  </a:ext>
                </a:extLst>
              </a:tr>
              <a:tr h="683291">
                <a:tc>
                  <a:txBody>
                    <a:bodyPr/>
                    <a:lstStyle/>
                    <a:p>
                      <a:pPr algn="ctr"/>
                      <a:r>
                        <a:rPr kumimoji="1" lang="en-US" altLang="ja-JP" sz="1000" dirty="0">
                          <a:solidFill>
                            <a:schemeClr val="tx1">
                              <a:lumMod val="75000"/>
                              <a:lumOff val="25000"/>
                            </a:schemeClr>
                          </a:solidFill>
                          <a:latin typeface="+mn-ea"/>
                          <a:ea typeface="+mn-ea"/>
                        </a:rPr>
                        <a:t>6</a:t>
                      </a:r>
                      <a:endParaRPr kumimoji="1"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000" dirty="0">
                          <a:solidFill>
                            <a:schemeClr val="tx1">
                              <a:lumMod val="75000"/>
                              <a:lumOff val="25000"/>
                            </a:schemeClr>
                          </a:solidFill>
                          <a:latin typeface="+mn-ea"/>
                          <a:ea typeface="+mn-ea"/>
                        </a:rPr>
                        <a:t>適宜性</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ja-JP" altLang="en-US" sz="1000" dirty="0">
                          <a:solidFill>
                            <a:schemeClr val="tx1">
                              <a:lumMod val="75000"/>
                              <a:lumOff val="25000"/>
                            </a:schemeClr>
                          </a:solidFill>
                          <a:latin typeface="+mn-ea"/>
                          <a:ea typeface="+mn-ea"/>
                        </a:rPr>
                        <a:t>想定されるボラティリティ（データが変化する頻度とその原因）というの観点で評価される。</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en-US" altLang="ja-JP"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6628903"/>
                  </a:ext>
                </a:extLst>
              </a:tr>
              <a:tr h="493488">
                <a:tc>
                  <a:txBody>
                    <a:bodyPr/>
                    <a:lstStyle/>
                    <a:p>
                      <a:pPr algn="ctr"/>
                      <a:r>
                        <a:rPr kumimoji="1" lang="en-US" altLang="ja-JP" sz="1000" dirty="0">
                          <a:solidFill>
                            <a:schemeClr val="tx1">
                              <a:lumMod val="75000"/>
                              <a:lumOff val="25000"/>
                            </a:schemeClr>
                          </a:solidFill>
                          <a:latin typeface="+mn-ea"/>
                          <a:ea typeface="+mn-ea"/>
                        </a:rPr>
                        <a:t>7</a:t>
                      </a:r>
                      <a:endParaRPr kumimoji="1"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000" dirty="0">
                          <a:solidFill>
                            <a:schemeClr val="tx1">
                              <a:lumMod val="75000"/>
                              <a:lumOff val="25000"/>
                            </a:schemeClr>
                          </a:solidFill>
                          <a:latin typeface="+mn-ea"/>
                          <a:ea typeface="+mn-ea"/>
                        </a:rPr>
                        <a:t>一意性</a:t>
                      </a:r>
                      <a:endParaRPr kumimoji="1" lang="en-US" altLang="ja-JP" sz="1000" dirty="0">
                        <a:solidFill>
                          <a:schemeClr val="tx1">
                            <a:lumMod val="75000"/>
                            <a:lumOff val="25000"/>
                          </a:schemeClr>
                        </a:solidFill>
                        <a:latin typeface="+mn-ea"/>
                        <a:ea typeface="+mn-ea"/>
                      </a:endParaRPr>
                    </a:p>
                    <a:p>
                      <a:pPr algn="ctr"/>
                      <a:r>
                        <a:rPr kumimoji="1" lang="ja-JP" altLang="en-US" sz="1000" dirty="0">
                          <a:solidFill>
                            <a:schemeClr val="tx1">
                              <a:lumMod val="75000"/>
                              <a:lumOff val="25000"/>
                            </a:schemeClr>
                          </a:solidFill>
                          <a:latin typeface="+mn-ea"/>
                          <a:ea typeface="+mn-ea"/>
                        </a:rPr>
                        <a:t>重複削除</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ja-JP" altLang="en-US" sz="1000" dirty="0">
                          <a:solidFill>
                            <a:schemeClr val="tx1">
                              <a:lumMod val="75000"/>
                              <a:lumOff val="25000"/>
                            </a:schemeClr>
                          </a:solidFill>
                          <a:latin typeface="+mn-ea"/>
                          <a:ea typeface="+mn-ea"/>
                        </a:rPr>
                        <a:t>エンティティがデータセット内に複数存在しないこと。</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en-US" altLang="ja-JP"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7347651"/>
                  </a:ext>
                </a:extLst>
              </a:tr>
              <a:tr h="493488">
                <a:tc>
                  <a:txBody>
                    <a:bodyPr/>
                    <a:lstStyle/>
                    <a:p>
                      <a:pPr algn="ctr"/>
                      <a:r>
                        <a:rPr kumimoji="1" lang="en-US" altLang="ja-JP" sz="1000" dirty="0">
                          <a:solidFill>
                            <a:schemeClr val="tx1">
                              <a:lumMod val="75000"/>
                              <a:lumOff val="25000"/>
                            </a:schemeClr>
                          </a:solidFill>
                          <a:latin typeface="+mn-ea"/>
                          <a:ea typeface="+mn-ea"/>
                        </a:rPr>
                        <a:t>8</a:t>
                      </a:r>
                      <a:endParaRPr kumimoji="1"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sz="1000" dirty="0">
                          <a:solidFill>
                            <a:schemeClr val="tx1">
                              <a:lumMod val="75000"/>
                              <a:lumOff val="25000"/>
                            </a:schemeClr>
                          </a:solidFill>
                          <a:latin typeface="+mn-ea"/>
                          <a:ea typeface="+mn-ea"/>
                        </a:rPr>
                        <a:t>有効性</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ja-JP" altLang="en-US" sz="1000" dirty="0">
                          <a:solidFill>
                            <a:schemeClr val="tx1">
                              <a:lumMod val="75000"/>
                              <a:lumOff val="25000"/>
                            </a:schemeClr>
                          </a:solidFill>
                          <a:latin typeface="+mn-ea"/>
                          <a:ea typeface="+mn-ea"/>
                        </a:rPr>
                        <a:t>データ値が定義された値ドメインと一致するかどうかを意味する。</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ja-JP" altLang="en-US"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en-US" altLang="ja-JP" sz="1000" dirty="0">
                        <a:solidFill>
                          <a:schemeClr val="tx1">
                            <a:lumMod val="75000"/>
                            <a:lumOff val="25000"/>
                          </a:schemeClr>
                        </a:solidFill>
                        <a:latin typeface="+mn-ea"/>
                        <a:ea typeface="+mn-ea"/>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32323789"/>
                  </a:ext>
                </a:extLst>
              </a:tr>
            </a:tbl>
          </a:graphicData>
        </a:graphic>
      </p:graphicFrame>
      <p:sp>
        <p:nvSpPr>
          <p:cNvPr id="10" name="テキスト ボックス 9">
            <a:extLst>
              <a:ext uri="{FF2B5EF4-FFF2-40B4-BE49-F238E27FC236}">
                <a16:creationId xmlns:a16="http://schemas.microsoft.com/office/drawing/2014/main" id="{7B6994AA-D752-4624-9626-62F37ECA10BE}"/>
              </a:ext>
            </a:extLst>
          </p:cNvPr>
          <p:cNvSpPr txBox="1"/>
          <p:nvPr/>
        </p:nvSpPr>
        <p:spPr>
          <a:xfrm>
            <a:off x="2581275" y="1116390"/>
            <a:ext cx="4743449" cy="261610"/>
          </a:xfrm>
          <a:prstGeom prst="rect">
            <a:avLst/>
          </a:prstGeom>
          <a:noFill/>
        </p:spPr>
        <p:txBody>
          <a:bodyPr wrap="square">
            <a:spAutoFit/>
          </a:bodyPr>
          <a:lstStyle/>
          <a:p>
            <a:pPr algn="ctr"/>
            <a:r>
              <a:rPr lang="ja-JP" altLang="en-US" sz="1100" b="1" u="sng" dirty="0">
                <a:latin typeface="+mj-ea"/>
                <a:ea typeface="+mj-ea"/>
              </a:rPr>
              <a:t>データ観点での</a:t>
            </a:r>
            <a:r>
              <a:rPr lang="en-US" altLang="ja-JP" sz="1100" b="1" u="sng" dirty="0">
                <a:latin typeface="+mj-ea"/>
                <a:ea typeface="+mj-ea"/>
              </a:rPr>
              <a:t>UAT</a:t>
            </a:r>
            <a:r>
              <a:rPr lang="ja-JP" altLang="en-US" sz="1100" b="1" u="sng" dirty="0">
                <a:latin typeface="+mj-ea"/>
                <a:ea typeface="+mj-ea"/>
              </a:rPr>
              <a:t>完了基準の例：データ品質</a:t>
            </a:r>
            <a:endParaRPr lang="en-US" sz="1100" b="1" u="sng" dirty="0">
              <a:latin typeface="+mj-ea"/>
              <a:ea typeface="+mj-ea"/>
            </a:endParaRPr>
          </a:p>
        </p:txBody>
      </p:sp>
    </p:spTree>
    <p:extLst>
      <p:ext uri="{BB962C8B-B14F-4D97-AF65-F5344CB8AC3E}">
        <p14:creationId xmlns:p14="http://schemas.microsoft.com/office/powerpoint/2010/main" val="3532319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9F98F49B-E83A-42D8-BDF3-E748F1B29D0D}"/>
              </a:ext>
            </a:extLst>
          </p:cNvPr>
          <p:cNvSpPr>
            <a:spLocks noGrp="1"/>
          </p:cNvSpPr>
          <p:nvPr>
            <p:ph type="title"/>
          </p:nvPr>
        </p:nvSpPr>
        <p:spPr/>
        <p:txBody>
          <a:bodyPr/>
          <a:lstStyle/>
          <a:p>
            <a:r>
              <a:rPr lang="ja-JP" altLang="en-US" dirty="0"/>
              <a:t>データモデル　支援内容</a:t>
            </a:r>
            <a:endParaRPr lang="en-US" altLang="ja-JP" dirty="0"/>
          </a:p>
        </p:txBody>
      </p:sp>
      <p:pic>
        <p:nvPicPr>
          <p:cNvPr id="2" name="図 1">
            <a:extLst>
              <a:ext uri="{FF2B5EF4-FFF2-40B4-BE49-F238E27FC236}">
                <a16:creationId xmlns:a16="http://schemas.microsoft.com/office/drawing/2014/main" id="{C8B4AE7F-3E81-4E30-8401-63352757D900}"/>
              </a:ext>
            </a:extLst>
          </p:cNvPr>
          <p:cNvPicPr>
            <a:picLocks noChangeAspect="1"/>
          </p:cNvPicPr>
          <p:nvPr/>
        </p:nvPicPr>
        <p:blipFill>
          <a:blip r:embed="rId3"/>
          <a:stretch>
            <a:fillRect/>
          </a:stretch>
        </p:blipFill>
        <p:spPr>
          <a:xfrm>
            <a:off x="8858699" y="128798"/>
            <a:ext cx="762014" cy="508009"/>
          </a:xfrm>
          <a:prstGeom prst="rect">
            <a:avLst/>
          </a:prstGeom>
        </p:spPr>
      </p:pic>
      <p:sp>
        <p:nvSpPr>
          <p:cNvPr id="12" name="正方形/長方形 11">
            <a:extLst>
              <a:ext uri="{FF2B5EF4-FFF2-40B4-BE49-F238E27FC236}">
                <a16:creationId xmlns:a16="http://schemas.microsoft.com/office/drawing/2014/main" id="{33E9D297-59F0-4279-80DE-B774A7A6BEB0}"/>
              </a:ext>
            </a:extLst>
          </p:cNvPr>
          <p:cNvSpPr/>
          <p:nvPr/>
        </p:nvSpPr>
        <p:spPr>
          <a:xfrm>
            <a:off x="329465" y="3970354"/>
            <a:ext cx="4389407" cy="2695723"/>
          </a:xfrm>
          <a:prstGeom prst="rect">
            <a:avLst/>
          </a:prstGeom>
          <a:solidFill>
            <a:srgbClr val="FFFFFF"/>
          </a:solidFill>
          <a:ln w="6350">
            <a:solidFill>
              <a:srgbClr val="000000"/>
            </a:solidFill>
          </a:ln>
          <a:effectLst>
            <a:outerShdw dist="38100" dir="2700000" algn="tl"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endParaRPr kumimoji="1" lang="ja-JP" altLang="en-US" sz="1200">
              <a:solidFill>
                <a:srgbClr val="FF0000"/>
              </a:solidFill>
            </a:endParaRPr>
          </a:p>
        </p:txBody>
      </p:sp>
      <p:sp>
        <p:nvSpPr>
          <p:cNvPr id="13" name="正方形/長方形 12">
            <a:extLst>
              <a:ext uri="{FF2B5EF4-FFF2-40B4-BE49-F238E27FC236}">
                <a16:creationId xmlns:a16="http://schemas.microsoft.com/office/drawing/2014/main" id="{AF9722C3-0E17-48CA-BDBB-BC4A88EE1E06}"/>
              </a:ext>
            </a:extLst>
          </p:cNvPr>
          <p:cNvSpPr/>
          <p:nvPr/>
        </p:nvSpPr>
        <p:spPr>
          <a:xfrm>
            <a:off x="2085059" y="5308187"/>
            <a:ext cx="590531" cy="386430"/>
          </a:xfrm>
          <a:prstGeom prst="rect">
            <a:avLst/>
          </a:prstGeom>
          <a:solidFill>
            <a:srgbClr val="CCFF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800">
                <a:solidFill>
                  <a:srgbClr val="000000"/>
                </a:solidFill>
              </a:rPr>
              <a:t>発注</a:t>
            </a:r>
          </a:p>
        </p:txBody>
      </p:sp>
      <p:sp>
        <p:nvSpPr>
          <p:cNvPr id="14" name="正方形/長方形 13">
            <a:extLst>
              <a:ext uri="{FF2B5EF4-FFF2-40B4-BE49-F238E27FC236}">
                <a16:creationId xmlns:a16="http://schemas.microsoft.com/office/drawing/2014/main" id="{DB353EC0-D41D-40A4-B667-A5C65FDC2DD6}"/>
              </a:ext>
            </a:extLst>
          </p:cNvPr>
          <p:cNvSpPr/>
          <p:nvPr/>
        </p:nvSpPr>
        <p:spPr>
          <a:xfrm>
            <a:off x="317934" y="748573"/>
            <a:ext cx="4389407" cy="3113332"/>
          </a:xfrm>
          <a:prstGeom prst="rect">
            <a:avLst/>
          </a:prstGeom>
          <a:solidFill>
            <a:srgbClr val="FFFFFF"/>
          </a:solidFill>
          <a:ln w="6350">
            <a:solidFill>
              <a:srgbClr val="000000"/>
            </a:solidFill>
          </a:ln>
          <a:effectLst>
            <a:outerShdw dist="38100" dir="2700000" algn="tl"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endParaRPr kumimoji="1" lang="ja-JP" altLang="en-US" sz="1200">
              <a:solidFill>
                <a:srgbClr val="FF0000"/>
              </a:solidFill>
            </a:endParaRPr>
          </a:p>
        </p:txBody>
      </p:sp>
      <p:pic>
        <p:nvPicPr>
          <p:cNvPr id="15" name="図 14">
            <a:extLst>
              <a:ext uri="{FF2B5EF4-FFF2-40B4-BE49-F238E27FC236}">
                <a16:creationId xmlns:a16="http://schemas.microsoft.com/office/drawing/2014/main" id="{8D86A744-7100-4F8C-BF26-B7682D836BFA}"/>
              </a:ext>
            </a:extLst>
          </p:cNvPr>
          <p:cNvPicPr>
            <a:picLocks noChangeAspect="1"/>
          </p:cNvPicPr>
          <p:nvPr/>
        </p:nvPicPr>
        <p:blipFill>
          <a:blip r:embed="rId4"/>
          <a:stretch>
            <a:fillRect/>
          </a:stretch>
        </p:blipFill>
        <p:spPr>
          <a:xfrm>
            <a:off x="427551" y="949761"/>
            <a:ext cx="4193233" cy="2721436"/>
          </a:xfrm>
          <a:prstGeom prst="rect">
            <a:avLst/>
          </a:prstGeom>
        </p:spPr>
      </p:pic>
      <p:sp>
        <p:nvSpPr>
          <p:cNvPr id="16" name="正方形/長方形 15">
            <a:extLst>
              <a:ext uri="{FF2B5EF4-FFF2-40B4-BE49-F238E27FC236}">
                <a16:creationId xmlns:a16="http://schemas.microsoft.com/office/drawing/2014/main" id="{331A0466-59E2-4506-A0E4-65A404D99F34}"/>
              </a:ext>
            </a:extLst>
          </p:cNvPr>
          <p:cNvSpPr/>
          <p:nvPr/>
        </p:nvSpPr>
        <p:spPr>
          <a:xfrm>
            <a:off x="5212050" y="740184"/>
            <a:ext cx="4389407" cy="3113332"/>
          </a:xfrm>
          <a:prstGeom prst="rect">
            <a:avLst/>
          </a:prstGeom>
          <a:solidFill>
            <a:srgbClr val="FFFFFF"/>
          </a:solidFill>
          <a:ln w="6350">
            <a:solidFill>
              <a:srgbClr val="000000"/>
            </a:solidFill>
          </a:ln>
          <a:effectLst>
            <a:outerShdw dist="38100" dir="2700000" algn="tl"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endParaRPr kumimoji="1" lang="ja-JP" altLang="en-US" sz="1200">
              <a:solidFill>
                <a:srgbClr val="FF0000"/>
              </a:solidFill>
            </a:endParaRPr>
          </a:p>
        </p:txBody>
      </p:sp>
      <p:pic>
        <p:nvPicPr>
          <p:cNvPr id="17" name="図 16">
            <a:extLst>
              <a:ext uri="{FF2B5EF4-FFF2-40B4-BE49-F238E27FC236}">
                <a16:creationId xmlns:a16="http://schemas.microsoft.com/office/drawing/2014/main" id="{D5A1887F-A47E-4AEF-9E38-C0CE80802666}"/>
              </a:ext>
            </a:extLst>
          </p:cNvPr>
          <p:cNvPicPr>
            <a:picLocks noChangeAspect="1"/>
          </p:cNvPicPr>
          <p:nvPr/>
        </p:nvPicPr>
        <p:blipFill>
          <a:blip r:embed="rId5"/>
          <a:stretch>
            <a:fillRect/>
          </a:stretch>
        </p:blipFill>
        <p:spPr>
          <a:xfrm>
            <a:off x="5462559" y="770452"/>
            <a:ext cx="2795815" cy="2986982"/>
          </a:xfrm>
          <a:prstGeom prst="rect">
            <a:avLst/>
          </a:prstGeom>
        </p:spPr>
      </p:pic>
      <p:sp>
        <p:nvSpPr>
          <p:cNvPr id="18" name="正方形/長方形 17">
            <a:extLst>
              <a:ext uri="{FF2B5EF4-FFF2-40B4-BE49-F238E27FC236}">
                <a16:creationId xmlns:a16="http://schemas.microsoft.com/office/drawing/2014/main" id="{EF3BCBC8-30B8-4A7F-BCC5-6D0AAA752F43}"/>
              </a:ext>
            </a:extLst>
          </p:cNvPr>
          <p:cNvSpPr/>
          <p:nvPr/>
        </p:nvSpPr>
        <p:spPr>
          <a:xfrm>
            <a:off x="573057" y="786383"/>
            <a:ext cx="147854" cy="1113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endParaRPr>
          </a:p>
        </p:txBody>
      </p:sp>
      <p:sp>
        <p:nvSpPr>
          <p:cNvPr id="19" name="正方形/長方形 18">
            <a:extLst>
              <a:ext uri="{FF2B5EF4-FFF2-40B4-BE49-F238E27FC236}">
                <a16:creationId xmlns:a16="http://schemas.microsoft.com/office/drawing/2014/main" id="{1E1FBDD7-1845-4571-8150-D20A4B0A3727}"/>
              </a:ext>
            </a:extLst>
          </p:cNvPr>
          <p:cNvSpPr/>
          <p:nvPr/>
        </p:nvSpPr>
        <p:spPr>
          <a:xfrm>
            <a:off x="847806" y="782930"/>
            <a:ext cx="147854" cy="1113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endParaRPr>
          </a:p>
        </p:txBody>
      </p:sp>
      <p:sp>
        <p:nvSpPr>
          <p:cNvPr id="20" name="正方形/長方形 19">
            <a:extLst>
              <a:ext uri="{FF2B5EF4-FFF2-40B4-BE49-F238E27FC236}">
                <a16:creationId xmlns:a16="http://schemas.microsoft.com/office/drawing/2014/main" id="{5E8F7649-D44A-478E-950F-092C8AB2A8C6}"/>
              </a:ext>
            </a:extLst>
          </p:cNvPr>
          <p:cNvSpPr/>
          <p:nvPr/>
        </p:nvSpPr>
        <p:spPr>
          <a:xfrm>
            <a:off x="1194515" y="782930"/>
            <a:ext cx="147854" cy="1113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endParaRPr>
          </a:p>
        </p:txBody>
      </p:sp>
      <p:sp>
        <p:nvSpPr>
          <p:cNvPr id="21" name="正方形/長方形 20">
            <a:extLst>
              <a:ext uri="{FF2B5EF4-FFF2-40B4-BE49-F238E27FC236}">
                <a16:creationId xmlns:a16="http://schemas.microsoft.com/office/drawing/2014/main" id="{10F203B2-A604-408F-9992-5A368DC12AF9}"/>
              </a:ext>
            </a:extLst>
          </p:cNvPr>
          <p:cNvSpPr/>
          <p:nvPr/>
        </p:nvSpPr>
        <p:spPr>
          <a:xfrm>
            <a:off x="1442122" y="782930"/>
            <a:ext cx="147854" cy="1113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endParaRPr>
          </a:p>
        </p:txBody>
      </p:sp>
      <p:sp>
        <p:nvSpPr>
          <p:cNvPr id="22" name="正方形/長方形 21">
            <a:extLst>
              <a:ext uri="{FF2B5EF4-FFF2-40B4-BE49-F238E27FC236}">
                <a16:creationId xmlns:a16="http://schemas.microsoft.com/office/drawing/2014/main" id="{9B0878DA-6132-4BE3-8909-84B567B1736B}"/>
              </a:ext>
            </a:extLst>
          </p:cNvPr>
          <p:cNvSpPr/>
          <p:nvPr/>
        </p:nvSpPr>
        <p:spPr>
          <a:xfrm>
            <a:off x="5218299" y="3965984"/>
            <a:ext cx="4389407" cy="2695723"/>
          </a:xfrm>
          <a:prstGeom prst="rect">
            <a:avLst/>
          </a:prstGeom>
          <a:solidFill>
            <a:srgbClr val="FFFFFF"/>
          </a:solidFill>
          <a:ln w="6350">
            <a:solidFill>
              <a:srgbClr val="000000"/>
            </a:solidFill>
          </a:ln>
          <a:effectLst>
            <a:outerShdw dist="38100" dir="2700000" algn="tl"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endParaRPr kumimoji="1" lang="ja-JP" altLang="en-US" sz="1200">
              <a:solidFill>
                <a:srgbClr val="FF0000"/>
              </a:solidFill>
            </a:endParaRPr>
          </a:p>
        </p:txBody>
      </p:sp>
      <p:sp>
        <p:nvSpPr>
          <p:cNvPr id="23" name="テキスト ボックス 22">
            <a:extLst>
              <a:ext uri="{FF2B5EF4-FFF2-40B4-BE49-F238E27FC236}">
                <a16:creationId xmlns:a16="http://schemas.microsoft.com/office/drawing/2014/main" id="{8928CD4A-0220-4171-B642-9BD9C10B9F17}"/>
              </a:ext>
            </a:extLst>
          </p:cNvPr>
          <p:cNvSpPr txBox="1"/>
          <p:nvPr/>
        </p:nvSpPr>
        <p:spPr>
          <a:xfrm>
            <a:off x="351197" y="4011956"/>
            <a:ext cx="2052419" cy="276999"/>
          </a:xfrm>
          <a:prstGeom prst="rect">
            <a:avLst/>
          </a:prstGeom>
          <a:noFill/>
        </p:spPr>
        <p:txBody>
          <a:bodyPr wrap="square" rtlCol="0">
            <a:spAutoFit/>
          </a:bodyPr>
          <a:lstStyle/>
          <a:p>
            <a:r>
              <a:rPr lang="en-US" altLang="ja-JP" sz="1200" b="1" err="1">
                <a:solidFill>
                  <a:schemeClr val="accent5">
                    <a:lumMod val="75000"/>
                  </a:schemeClr>
                </a:solidFill>
                <a:latin typeface="Meiryo UI" panose="020B0604030504040204" pitchFamily="50" charset="-128"/>
                <a:ea typeface="Meiryo UI" panose="020B0604030504040204" pitchFamily="50" charset="-128"/>
              </a:rPr>
              <a:t>AsIs</a:t>
            </a:r>
            <a:r>
              <a:rPr lang="ja-JP" altLang="en-US" sz="1200" b="1">
                <a:solidFill>
                  <a:schemeClr val="accent5">
                    <a:lumMod val="75000"/>
                  </a:schemeClr>
                </a:solidFill>
                <a:latin typeface="Meiryo UI" panose="020B0604030504040204" pitchFamily="50" charset="-128"/>
                <a:ea typeface="Meiryo UI" panose="020B0604030504040204" pitchFamily="50" charset="-128"/>
              </a:rPr>
              <a:t>論理データモデル</a:t>
            </a:r>
          </a:p>
        </p:txBody>
      </p:sp>
      <p:sp>
        <p:nvSpPr>
          <p:cNvPr id="24" name="正方形/長方形 23">
            <a:extLst>
              <a:ext uri="{FF2B5EF4-FFF2-40B4-BE49-F238E27FC236}">
                <a16:creationId xmlns:a16="http://schemas.microsoft.com/office/drawing/2014/main" id="{14DB5898-01E6-4E04-BBB5-30A306BFD942}"/>
              </a:ext>
            </a:extLst>
          </p:cNvPr>
          <p:cNvSpPr/>
          <p:nvPr/>
        </p:nvSpPr>
        <p:spPr>
          <a:xfrm>
            <a:off x="1318589" y="6044026"/>
            <a:ext cx="590531" cy="386430"/>
          </a:xfrm>
          <a:prstGeom prst="rect">
            <a:avLst/>
          </a:prstGeom>
          <a:solidFill>
            <a:srgbClr val="CCFF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a:solidFill>
                  <a:srgbClr val="000000"/>
                </a:solidFill>
              </a:rPr>
              <a:t>設計</a:t>
            </a:r>
            <a:endParaRPr lang="en-US" altLang="ja-JP" sz="800">
              <a:solidFill>
                <a:srgbClr val="000000"/>
              </a:solidFill>
            </a:endParaRPr>
          </a:p>
          <a:p>
            <a:pPr algn="ctr"/>
            <a:r>
              <a:rPr kumimoji="1" lang="ja-JP" altLang="en-US" sz="800">
                <a:solidFill>
                  <a:srgbClr val="000000"/>
                </a:solidFill>
              </a:rPr>
              <a:t>コスト</a:t>
            </a:r>
          </a:p>
        </p:txBody>
      </p:sp>
      <p:sp>
        <p:nvSpPr>
          <p:cNvPr id="25" name="正方形/長方形 24">
            <a:extLst>
              <a:ext uri="{FF2B5EF4-FFF2-40B4-BE49-F238E27FC236}">
                <a16:creationId xmlns:a16="http://schemas.microsoft.com/office/drawing/2014/main" id="{9974EE5A-EBB4-46AF-B7BD-559F04772437}"/>
              </a:ext>
            </a:extLst>
          </p:cNvPr>
          <p:cNvSpPr/>
          <p:nvPr/>
        </p:nvSpPr>
        <p:spPr>
          <a:xfrm>
            <a:off x="2087789" y="6041521"/>
            <a:ext cx="590531" cy="386430"/>
          </a:xfrm>
          <a:prstGeom prst="rect">
            <a:avLst/>
          </a:prstGeom>
          <a:solidFill>
            <a:srgbClr val="CCFF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a:solidFill>
                  <a:srgbClr val="000000"/>
                </a:solidFill>
              </a:rPr>
              <a:t>外注費</a:t>
            </a:r>
            <a:endParaRPr lang="en-US" altLang="ja-JP" sz="800">
              <a:solidFill>
                <a:srgbClr val="000000"/>
              </a:solidFill>
            </a:endParaRPr>
          </a:p>
          <a:p>
            <a:pPr algn="ctr"/>
            <a:r>
              <a:rPr lang="ja-JP" altLang="en-US" sz="800">
                <a:solidFill>
                  <a:srgbClr val="000000"/>
                </a:solidFill>
              </a:rPr>
              <a:t>購入費</a:t>
            </a:r>
            <a:endParaRPr kumimoji="1" lang="ja-JP" altLang="en-US" sz="800">
              <a:solidFill>
                <a:srgbClr val="000000"/>
              </a:solidFill>
            </a:endParaRPr>
          </a:p>
        </p:txBody>
      </p:sp>
      <p:sp>
        <p:nvSpPr>
          <p:cNvPr id="26" name="正方形/長方形 25">
            <a:extLst>
              <a:ext uri="{FF2B5EF4-FFF2-40B4-BE49-F238E27FC236}">
                <a16:creationId xmlns:a16="http://schemas.microsoft.com/office/drawing/2014/main" id="{8EAE4971-8833-429F-B420-8026126AC72B}"/>
              </a:ext>
            </a:extLst>
          </p:cNvPr>
          <p:cNvSpPr/>
          <p:nvPr/>
        </p:nvSpPr>
        <p:spPr>
          <a:xfrm>
            <a:off x="3002908" y="6054313"/>
            <a:ext cx="590531" cy="386430"/>
          </a:xfrm>
          <a:prstGeom prst="rect">
            <a:avLst/>
          </a:prstGeom>
          <a:solidFill>
            <a:srgbClr val="CCFF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a:solidFill>
                  <a:srgbClr val="000000"/>
                </a:solidFill>
              </a:rPr>
              <a:t>製造</a:t>
            </a:r>
            <a:endParaRPr lang="en-US" altLang="ja-JP" sz="800">
              <a:solidFill>
                <a:srgbClr val="000000"/>
              </a:solidFill>
            </a:endParaRPr>
          </a:p>
          <a:p>
            <a:pPr algn="ctr"/>
            <a:r>
              <a:rPr lang="ja-JP" altLang="en-US" sz="800">
                <a:solidFill>
                  <a:srgbClr val="000000"/>
                </a:solidFill>
              </a:rPr>
              <a:t>コスト</a:t>
            </a:r>
            <a:endParaRPr kumimoji="1" lang="ja-JP" altLang="en-US" sz="800">
              <a:solidFill>
                <a:srgbClr val="000000"/>
              </a:solidFill>
            </a:endParaRPr>
          </a:p>
        </p:txBody>
      </p:sp>
      <p:pic>
        <p:nvPicPr>
          <p:cNvPr id="27" name="グラフィックス 26" descr="オフィス ワーカー">
            <a:extLst>
              <a:ext uri="{FF2B5EF4-FFF2-40B4-BE49-F238E27FC236}">
                <a16:creationId xmlns:a16="http://schemas.microsoft.com/office/drawing/2014/main" id="{0939AAC5-CF4A-47BC-8B07-7DF61D35D456}"/>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89494" y="5063849"/>
            <a:ext cx="325633" cy="360000"/>
          </a:xfrm>
          <a:prstGeom prst="rect">
            <a:avLst/>
          </a:prstGeom>
        </p:spPr>
      </p:pic>
      <p:cxnSp>
        <p:nvCxnSpPr>
          <p:cNvPr id="28" name="直線矢印コネクタ 27">
            <a:extLst>
              <a:ext uri="{FF2B5EF4-FFF2-40B4-BE49-F238E27FC236}">
                <a16:creationId xmlns:a16="http://schemas.microsoft.com/office/drawing/2014/main" id="{E92C0FA8-7921-48CE-90EE-37019986968A}"/>
              </a:ext>
            </a:extLst>
          </p:cNvPr>
          <p:cNvCxnSpPr>
            <a:cxnSpLocks/>
            <a:stCxn id="45" idx="1"/>
          </p:cNvCxnSpPr>
          <p:nvPr/>
        </p:nvCxnSpPr>
        <p:spPr>
          <a:xfrm flipH="1">
            <a:off x="3468843" y="4882980"/>
            <a:ext cx="195826" cy="293621"/>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AB02F882-0EE8-4D9C-840F-5C088AB4032E}"/>
              </a:ext>
            </a:extLst>
          </p:cNvPr>
          <p:cNvSpPr/>
          <p:nvPr/>
        </p:nvSpPr>
        <p:spPr>
          <a:xfrm>
            <a:off x="3736622" y="6044025"/>
            <a:ext cx="579387" cy="381423"/>
          </a:xfrm>
          <a:prstGeom prst="rect">
            <a:avLst/>
          </a:prstGeom>
          <a:solidFill>
            <a:srgbClr val="CCFF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a:solidFill>
                  <a:srgbClr val="000000"/>
                </a:solidFill>
              </a:rPr>
              <a:t>売上</a:t>
            </a:r>
            <a:endParaRPr kumimoji="1" lang="ja-JP" altLang="en-US" sz="800">
              <a:solidFill>
                <a:srgbClr val="000000"/>
              </a:solidFill>
            </a:endParaRPr>
          </a:p>
        </p:txBody>
      </p:sp>
      <p:sp>
        <p:nvSpPr>
          <p:cNvPr id="30" name="正方形/長方形 29">
            <a:extLst>
              <a:ext uri="{FF2B5EF4-FFF2-40B4-BE49-F238E27FC236}">
                <a16:creationId xmlns:a16="http://schemas.microsoft.com/office/drawing/2014/main" id="{11DAC21A-AE17-4A7F-8133-4A99C8BA7E66}"/>
              </a:ext>
            </a:extLst>
          </p:cNvPr>
          <p:cNvSpPr/>
          <p:nvPr/>
        </p:nvSpPr>
        <p:spPr>
          <a:xfrm>
            <a:off x="466653" y="5306278"/>
            <a:ext cx="590531" cy="386430"/>
          </a:xfrm>
          <a:prstGeom prst="rect">
            <a:avLst/>
          </a:prstGeom>
          <a:solidFill>
            <a:srgbClr val="CCFF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800">
                <a:solidFill>
                  <a:srgbClr val="000000"/>
                </a:solidFill>
              </a:rPr>
              <a:t>オーダー</a:t>
            </a:r>
          </a:p>
        </p:txBody>
      </p:sp>
      <p:sp>
        <p:nvSpPr>
          <p:cNvPr id="31" name="正方形/長方形 30">
            <a:extLst>
              <a:ext uri="{FF2B5EF4-FFF2-40B4-BE49-F238E27FC236}">
                <a16:creationId xmlns:a16="http://schemas.microsoft.com/office/drawing/2014/main" id="{CB4DE2CA-FD5A-4187-AD49-0583227A2B05}"/>
              </a:ext>
            </a:extLst>
          </p:cNvPr>
          <p:cNvSpPr/>
          <p:nvPr/>
        </p:nvSpPr>
        <p:spPr>
          <a:xfrm>
            <a:off x="506744" y="4663570"/>
            <a:ext cx="590531" cy="386430"/>
          </a:xfrm>
          <a:prstGeom prst="rect">
            <a:avLst/>
          </a:prstGeom>
          <a:solidFill>
            <a:srgbClr val="CCFF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800">
                <a:solidFill>
                  <a:srgbClr val="000000"/>
                </a:solidFill>
              </a:rPr>
              <a:t>得意先</a:t>
            </a:r>
          </a:p>
        </p:txBody>
      </p:sp>
      <p:sp>
        <p:nvSpPr>
          <p:cNvPr id="32" name="正方形/長方形 31">
            <a:extLst>
              <a:ext uri="{FF2B5EF4-FFF2-40B4-BE49-F238E27FC236}">
                <a16:creationId xmlns:a16="http://schemas.microsoft.com/office/drawing/2014/main" id="{A7843B90-99D4-466A-AC82-33534F16F1C5}"/>
              </a:ext>
            </a:extLst>
          </p:cNvPr>
          <p:cNvSpPr/>
          <p:nvPr/>
        </p:nvSpPr>
        <p:spPr>
          <a:xfrm>
            <a:off x="1244272" y="4663892"/>
            <a:ext cx="590531" cy="386430"/>
          </a:xfrm>
          <a:prstGeom prst="rect">
            <a:avLst/>
          </a:prstGeom>
          <a:solidFill>
            <a:srgbClr val="CCFF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sz="800">
                <a:solidFill>
                  <a:srgbClr val="000000"/>
                </a:solidFill>
              </a:rPr>
              <a:t>部門</a:t>
            </a:r>
            <a:endParaRPr kumimoji="1" lang="en-US" altLang="ja-JP" sz="800">
              <a:solidFill>
                <a:srgbClr val="000000"/>
              </a:solidFill>
            </a:endParaRPr>
          </a:p>
          <a:p>
            <a:r>
              <a:rPr kumimoji="1" lang="ja-JP" altLang="en-US" sz="800">
                <a:solidFill>
                  <a:srgbClr val="000000"/>
                </a:solidFill>
              </a:rPr>
              <a:t>番号</a:t>
            </a:r>
          </a:p>
        </p:txBody>
      </p:sp>
      <p:sp>
        <p:nvSpPr>
          <p:cNvPr id="33" name="正方形/長方形 32">
            <a:extLst>
              <a:ext uri="{FF2B5EF4-FFF2-40B4-BE49-F238E27FC236}">
                <a16:creationId xmlns:a16="http://schemas.microsoft.com/office/drawing/2014/main" id="{B56B0665-25C2-4747-8A1D-73A19CAAF698}"/>
              </a:ext>
            </a:extLst>
          </p:cNvPr>
          <p:cNvSpPr/>
          <p:nvPr/>
        </p:nvSpPr>
        <p:spPr>
          <a:xfrm>
            <a:off x="2999840" y="5306278"/>
            <a:ext cx="590531" cy="386430"/>
          </a:xfrm>
          <a:prstGeom prst="rect">
            <a:avLst/>
          </a:prstGeom>
          <a:solidFill>
            <a:srgbClr val="CCFF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800">
                <a:solidFill>
                  <a:srgbClr val="000000"/>
                </a:solidFill>
              </a:rPr>
              <a:t>生産</a:t>
            </a:r>
          </a:p>
        </p:txBody>
      </p:sp>
      <p:cxnSp>
        <p:nvCxnSpPr>
          <p:cNvPr id="34" name="コネクタ: カギ線 33">
            <a:extLst>
              <a:ext uri="{FF2B5EF4-FFF2-40B4-BE49-F238E27FC236}">
                <a16:creationId xmlns:a16="http://schemas.microsoft.com/office/drawing/2014/main" id="{B9846F3A-3C64-4445-8EE8-EE753A65474D}"/>
              </a:ext>
            </a:extLst>
          </p:cNvPr>
          <p:cNvCxnSpPr>
            <a:cxnSpLocks/>
          </p:cNvCxnSpPr>
          <p:nvPr/>
        </p:nvCxnSpPr>
        <p:spPr>
          <a:xfrm rot="5400000">
            <a:off x="989650" y="4900126"/>
            <a:ext cx="298767" cy="606375"/>
          </a:xfrm>
          <a:prstGeom prst="bentConnector3">
            <a:avLst>
              <a:gd name="adj1" fmla="val 50000"/>
            </a:avLst>
          </a:prstGeom>
          <a:ln w="12700">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35" name="コネクタ: カギ線 34">
            <a:extLst>
              <a:ext uri="{FF2B5EF4-FFF2-40B4-BE49-F238E27FC236}">
                <a16:creationId xmlns:a16="http://schemas.microsoft.com/office/drawing/2014/main" id="{E784917B-FC6F-4C07-9433-4D699F62B76A}"/>
              </a:ext>
            </a:extLst>
          </p:cNvPr>
          <p:cNvCxnSpPr>
            <a:cxnSpLocks/>
          </p:cNvCxnSpPr>
          <p:nvPr/>
        </p:nvCxnSpPr>
        <p:spPr>
          <a:xfrm rot="16200000" flipH="1">
            <a:off x="1771812" y="4927076"/>
            <a:ext cx="319039" cy="572746"/>
          </a:xfrm>
          <a:prstGeom prst="bentConnector3">
            <a:avLst>
              <a:gd name="adj1" fmla="val 50000"/>
            </a:avLst>
          </a:prstGeom>
          <a:ln w="12700">
            <a:solidFill>
              <a:srgbClr val="003243"/>
            </a:solidFill>
            <a:tailEnd type="arrow"/>
          </a:ln>
        </p:spPr>
        <p:style>
          <a:lnRef idx="1">
            <a:schemeClr val="accent1"/>
          </a:lnRef>
          <a:fillRef idx="0">
            <a:schemeClr val="accent1"/>
          </a:fillRef>
          <a:effectRef idx="0">
            <a:schemeClr val="accent1"/>
          </a:effectRef>
          <a:fontRef idx="minor">
            <a:schemeClr val="tx1"/>
          </a:fontRef>
        </p:style>
      </p:cxnSp>
      <p:sp>
        <p:nvSpPr>
          <p:cNvPr id="36" name="正方形/長方形 35">
            <a:extLst>
              <a:ext uri="{FF2B5EF4-FFF2-40B4-BE49-F238E27FC236}">
                <a16:creationId xmlns:a16="http://schemas.microsoft.com/office/drawing/2014/main" id="{2C16332B-2A8D-4F63-8B9A-32FC342C684C}"/>
              </a:ext>
            </a:extLst>
          </p:cNvPr>
          <p:cNvSpPr/>
          <p:nvPr/>
        </p:nvSpPr>
        <p:spPr>
          <a:xfrm>
            <a:off x="634428" y="5439008"/>
            <a:ext cx="590531" cy="386430"/>
          </a:xfrm>
          <a:prstGeom prst="rect">
            <a:avLst/>
          </a:prstGeom>
          <a:solidFill>
            <a:srgbClr val="FF0066">
              <a:alpha val="19000"/>
            </a:srgbClr>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rgbClr val="000000"/>
                </a:solidFill>
              </a:rPr>
              <a:t>作番</a:t>
            </a:r>
          </a:p>
        </p:txBody>
      </p:sp>
      <p:sp>
        <p:nvSpPr>
          <p:cNvPr id="37" name="正方形/長方形 36">
            <a:extLst>
              <a:ext uri="{FF2B5EF4-FFF2-40B4-BE49-F238E27FC236}">
                <a16:creationId xmlns:a16="http://schemas.microsoft.com/office/drawing/2014/main" id="{26224ED0-25EA-4FF9-A7CB-308438D50D73}"/>
              </a:ext>
            </a:extLst>
          </p:cNvPr>
          <p:cNvSpPr/>
          <p:nvPr/>
        </p:nvSpPr>
        <p:spPr>
          <a:xfrm>
            <a:off x="598766" y="4771931"/>
            <a:ext cx="590531" cy="386430"/>
          </a:xfrm>
          <a:prstGeom prst="rect">
            <a:avLst/>
          </a:prstGeom>
          <a:solidFill>
            <a:srgbClr val="FF0066">
              <a:alpha val="19000"/>
            </a:srgbClr>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rgbClr val="000000"/>
                </a:solidFill>
              </a:rPr>
              <a:t>客先</a:t>
            </a:r>
          </a:p>
        </p:txBody>
      </p:sp>
      <p:sp>
        <p:nvSpPr>
          <p:cNvPr id="38" name="正方形/長方形 37">
            <a:extLst>
              <a:ext uri="{FF2B5EF4-FFF2-40B4-BE49-F238E27FC236}">
                <a16:creationId xmlns:a16="http://schemas.microsoft.com/office/drawing/2014/main" id="{B4359314-BBE8-4F08-A6AA-D6AC84A60DD2}"/>
              </a:ext>
            </a:extLst>
          </p:cNvPr>
          <p:cNvSpPr/>
          <p:nvPr/>
        </p:nvSpPr>
        <p:spPr>
          <a:xfrm>
            <a:off x="1538167" y="4727579"/>
            <a:ext cx="590531" cy="386430"/>
          </a:xfrm>
          <a:prstGeom prst="rect">
            <a:avLst/>
          </a:prstGeom>
          <a:solidFill>
            <a:srgbClr val="FF0066">
              <a:alpha val="19000"/>
            </a:srgbClr>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rgbClr val="000000"/>
                </a:solidFill>
              </a:rPr>
              <a:t>部門</a:t>
            </a:r>
            <a:endParaRPr kumimoji="1" lang="en-US" altLang="ja-JP" sz="800">
              <a:solidFill>
                <a:srgbClr val="000000"/>
              </a:solidFill>
            </a:endParaRPr>
          </a:p>
          <a:p>
            <a:pPr algn="ctr"/>
            <a:r>
              <a:rPr kumimoji="1" lang="ja-JP" altLang="en-US" sz="800">
                <a:solidFill>
                  <a:srgbClr val="000000"/>
                </a:solidFill>
              </a:rPr>
              <a:t>コード</a:t>
            </a:r>
          </a:p>
        </p:txBody>
      </p:sp>
      <p:sp>
        <p:nvSpPr>
          <p:cNvPr id="39" name="正方形/長方形 38">
            <a:extLst>
              <a:ext uri="{FF2B5EF4-FFF2-40B4-BE49-F238E27FC236}">
                <a16:creationId xmlns:a16="http://schemas.microsoft.com/office/drawing/2014/main" id="{8C43D55F-36E6-42C4-A92E-85DC8D1F9DA3}"/>
              </a:ext>
            </a:extLst>
          </p:cNvPr>
          <p:cNvSpPr/>
          <p:nvPr/>
        </p:nvSpPr>
        <p:spPr>
          <a:xfrm>
            <a:off x="2278845" y="5554632"/>
            <a:ext cx="590531" cy="386430"/>
          </a:xfrm>
          <a:prstGeom prst="rect">
            <a:avLst/>
          </a:prstGeom>
          <a:solidFill>
            <a:srgbClr val="FF0066">
              <a:alpha val="19000"/>
            </a:srgbClr>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rgbClr val="000000"/>
                </a:solidFill>
              </a:rPr>
              <a:t>発注</a:t>
            </a:r>
          </a:p>
        </p:txBody>
      </p:sp>
      <p:sp>
        <p:nvSpPr>
          <p:cNvPr id="40" name="正方形/長方形 39">
            <a:extLst>
              <a:ext uri="{FF2B5EF4-FFF2-40B4-BE49-F238E27FC236}">
                <a16:creationId xmlns:a16="http://schemas.microsoft.com/office/drawing/2014/main" id="{5A8C65F7-A883-4638-94CE-EE14CB3FE75B}"/>
              </a:ext>
            </a:extLst>
          </p:cNvPr>
          <p:cNvSpPr/>
          <p:nvPr/>
        </p:nvSpPr>
        <p:spPr>
          <a:xfrm>
            <a:off x="1319878" y="5304308"/>
            <a:ext cx="590531" cy="386430"/>
          </a:xfrm>
          <a:prstGeom prst="rect">
            <a:avLst/>
          </a:prstGeom>
          <a:solidFill>
            <a:srgbClr val="CCFF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800">
                <a:solidFill>
                  <a:srgbClr val="000000"/>
                </a:solidFill>
              </a:rPr>
              <a:t>設計</a:t>
            </a:r>
          </a:p>
        </p:txBody>
      </p:sp>
      <p:sp>
        <p:nvSpPr>
          <p:cNvPr id="41" name="楕円 40">
            <a:extLst>
              <a:ext uri="{FF2B5EF4-FFF2-40B4-BE49-F238E27FC236}">
                <a16:creationId xmlns:a16="http://schemas.microsoft.com/office/drawing/2014/main" id="{9268EDFA-95F3-4B1A-8016-D6002FE66CB0}"/>
              </a:ext>
            </a:extLst>
          </p:cNvPr>
          <p:cNvSpPr/>
          <p:nvPr/>
        </p:nvSpPr>
        <p:spPr>
          <a:xfrm>
            <a:off x="454679" y="4553080"/>
            <a:ext cx="778949" cy="658618"/>
          </a:xfrm>
          <a:prstGeom prst="ellipse">
            <a:avLst/>
          </a:prstGeom>
          <a:no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endParaRPr>
          </a:p>
        </p:txBody>
      </p:sp>
      <p:sp>
        <p:nvSpPr>
          <p:cNvPr id="42" name="楕円 41">
            <a:extLst>
              <a:ext uri="{FF2B5EF4-FFF2-40B4-BE49-F238E27FC236}">
                <a16:creationId xmlns:a16="http://schemas.microsoft.com/office/drawing/2014/main" id="{994819CC-1046-4DC0-B973-947170D037C3}"/>
              </a:ext>
            </a:extLst>
          </p:cNvPr>
          <p:cNvSpPr/>
          <p:nvPr/>
        </p:nvSpPr>
        <p:spPr>
          <a:xfrm>
            <a:off x="1346454" y="4548031"/>
            <a:ext cx="778949" cy="658618"/>
          </a:xfrm>
          <a:prstGeom prst="ellipse">
            <a:avLst/>
          </a:prstGeom>
          <a:no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endParaRPr>
          </a:p>
        </p:txBody>
      </p:sp>
      <p:sp>
        <p:nvSpPr>
          <p:cNvPr id="43" name="楕円 42">
            <a:extLst>
              <a:ext uri="{FF2B5EF4-FFF2-40B4-BE49-F238E27FC236}">
                <a16:creationId xmlns:a16="http://schemas.microsoft.com/office/drawing/2014/main" id="{4AD1837C-24CF-4ACF-AACF-85DE869408E4}"/>
              </a:ext>
            </a:extLst>
          </p:cNvPr>
          <p:cNvSpPr/>
          <p:nvPr/>
        </p:nvSpPr>
        <p:spPr>
          <a:xfrm>
            <a:off x="406346" y="5244823"/>
            <a:ext cx="778949" cy="658618"/>
          </a:xfrm>
          <a:prstGeom prst="ellipse">
            <a:avLst/>
          </a:prstGeom>
          <a:no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endParaRPr>
          </a:p>
        </p:txBody>
      </p:sp>
      <p:sp>
        <p:nvSpPr>
          <p:cNvPr id="44" name="楕円 43">
            <a:extLst>
              <a:ext uri="{FF2B5EF4-FFF2-40B4-BE49-F238E27FC236}">
                <a16:creationId xmlns:a16="http://schemas.microsoft.com/office/drawing/2014/main" id="{D38B6C58-DD5F-4A68-8B60-D645787D48DC}"/>
              </a:ext>
            </a:extLst>
          </p:cNvPr>
          <p:cNvSpPr/>
          <p:nvPr/>
        </p:nvSpPr>
        <p:spPr>
          <a:xfrm>
            <a:off x="2056388" y="5240359"/>
            <a:ext cx="778949" cy="658618"/>
          </a:xfrm>
          <a:prstGeom prst="ellipse">
            <a:avLst/>
          </a:prstGeom>
          <a:no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endParaRPr>
          </a:p>
        </p:txBody>
      </p:sp>
      <p:pic>
        <p:nvPicPr>
          <p:cNvPr id="45" name="グラフィックス 44" descr="オフィス ワーカー">
            <a:extLst>
              <a:ext uri="{FF2B5EF4-FFF2-40B4-BE49-F238E27FC236}">
                <a16:creationId xmlns:a16="http://schemas.microsoft.com/office/drawing/2014/main" id="{76B56E86-6C44-443F-B2A8-65227A783AE2}"/>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64669" y="4702980"/>
            <a:ext cx="325633" cy="360000"/>
          </a:xfrm>
          <a:prstGeom prst="rect">
            <a:avLst/>
          </a:prstGeom>
        </p:spPr>
      </p:pic>
      <p:grpSp>
        <p:nvGrpSpPr>
          <p:cNvPr id="46" name="グループ化 45">
            <a:extLst>
              <a:ext uri="{FF2B5EF4-FFF2-40B4-BE49-F238E27FC236}">
                <a16:creationId xmlns:a16="http://schemas.microsoft.com/office/drawing/2014/main" id="{7840A9D4-B90F-4FB9-BC09-391BE609D9BC}"/>
              </a:ext>
            </a:extLst>
          </p:cNvPr>
          <p:cNvGrpSpPr/>
          <p:nvPr/>
        </p:nvGrpSpPr>
        <p:grpSpPr>
          <a:xfrm>
            <a:off x="6271632" y="3607529"/>
            <a:ext cx="2081230" cy="575640"/>
            <a:chOff x="5438039" y="3606994"/>
            <a:chExt cx="2081230" cy="575640"/>
          </a:xfrm>
        </p:grpSpPr>
        <p:sp>
          <p:nvSpPr>
            <p:cNvPr id="47" name="矢印: 下 46">
              <a:extLst>
                <a:ext uri="{FF2B5EF4-FFF2-40B4-BE49-F238E27FC236}">
                  <a16:creationId xmlns:a16="http://schemas.microsoft.com/office/drawing/2014/main" id="{F5329C61-343D-427D-81C3-B125C549E070}"/>
                </a:ext>
              </a:extLst>
            </p:cNvPr>
            <p:cNvSpPr/>
            <p:nvPr/>
          </p:nvSpPr>
          <p:spPr>
            <a:xfrm rot="10800000">
              <a:off x="5438039" y="3606994"/>
              <a:ext cx="2081230" cy="494303"/>
            </a:xfrm>
            <a:prstGeom prst="downArrow">
              <a:avLst>
                <a:gd name="adj1" fmla="val 61594"/>
                <a:gd name="adj2" fmla="val 35776"/>
              </a:avLst>
            </a:prstGeom>
            <a:solidFill>
              <a:schemeClr val="accent5">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a:solidFill>
                  <a:schemeClr val="bg1"/>
                </a:solidFill>
              </a:endParaRPr>
            </a:p>
          </p:txBody>
        </p:sp>
        <p:sp>
          <p:nvSpPr>
            <p:cNvPr id="48" name="矢印: 下 47">
              <a:extLst>
                <a:ext uri="{FF2B5EF4-FFF2-40B4-BE49-F238E27FC236}">
                  <a16:creationId xmlns:a16="http://schemas.microsoft.com/office/drawing/2014/main" id="{B63D217F-B0AD-4658-9C55-1A9100DF0612}"/>
                </a:ext>
              </a:extLst>
            </p:cNvPr>
            <p:cNvSpPr/>
            <p:nvPr/>
          </p:nvSpPr>
          <p:spPr>
            <a:xfrm>
              <a:off x="5469430" y="3696006"/>
              <a:ext cx="1998807" cy="486628"/>
            </a:xfrm>
            <a:prstGeom prst="downArrow">
              <a:avLst>
                <a:gd name="adj1" fmla="val 61594"/>
                <a:gd name="adj2" fmla="val 39691"/>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b="1">
                  <a:solidFill>
                    <a:schemeClr val="bg1"/>
                  </a:solidFill>
                </a:rPr>
                <a:t>実装設計</a:t>
              </a:r>
            </a:p>
          </p:txBody>
        </p:sp>
      </p:grpSp>
      <p:sp>
        <p:nvSpPr>
          <p:cNvPr id="49" name="正方形/長方形 48">
            <a:extLst>
              <a:ext uri="{FF2B5EF4-FFF2-40B4-BE49-F238E27FC236}">
                <a16:creationId xmlns:a16="http://schemas.microsoft.com/office/drawing/2014/main" id="{BD4FD81C-93E4-417A-96B4-073B1BE9F9CA}"/>
              </a:ext>
            </a:extLst>
          </p:cNvPr>
          <p:cNvSpPr/>
          <p:nvPr/>
        </p:nvSpPr>
        <p:spPr>
          <a:xfrm>
            <a:off x="7674368" y="4497994"/>
            <a:ext cx="521858" cy="384709"/>
          </a:xfrm>
          <a:prstGeom prst="rect">
            <a:avLst/>
          </a:prstGeom>
          <a:solidFill>
            <a:srgbClr val="CCCCFF"/>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rgbClr val="000000"/>
                </a:solidFill>
              </a:rPr>
              <a:t>品目</a:t>
            </a:r>
          </a:p>
        </p:txBody>
      </p:sp>
      <p:sp>
        <p:nvSpPr>
          <p:cNvPr id="50" name="正方形/長方形 49">
            <a:extLst>
              <a:ext uri="{FF2B5EF4-FFF2-40B4-BE49-F238E27FC236}">
                <a16:creationId xmlns:a16="http://schemas.microsoft.com/office/drawing/2014/main" id="{8BEA09B6-62D6-43E9-8139-EEB3E2B3D277}"/>
              </a:ext>
            </a:extLst>
          </p:cNvPr>
          <p:cNvSpPr/>
          <p:nvPr/>
        </p:nvSpPr>
        <p:spPr>
          <a:xfrm>
            <a:off x="7743317" y="6210346"/>
            <a:ext cx="928677" cy="386430"/>
          </a:xfrm>
          <a:prstGeom prst="rect">
            <a:avLst/>
          </a:prstGeom>
          <a:solidFill>
            <a:srgbClr val="CCCC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rgbClr val="000000"/>
                </a:solidFill>
              </a:rPr>
              <a:t>コスト</a:t>
            </a:r>
          </a:p>
        </p:txBody>
      </p:sp>
      <p:sp>
        <p:nvSpPr>
          <p:cNvPr id="51" name="正方形/長方形 50">
            <a:extLst>
              <a:ext uri="{FF2B5EF4-FFF2-40B4-BE49-F238E27FC236}">
                <a16:creationId xmlns:a16="http://schemas.microsoft.com/office/drawing/2014/main" id="{149319C0-91A6-47E6-B886-F23DD30E20DF}"/>
              </a:ext>
            </a:extLst>
          </p:cNvPr>
          <p:cNvSpPr/>
          <p:nvPr/>
        </p:nvSpPr>
        <p:spPr>
          <a:xfrm>
            <a:off x="8884212" y="6060808"/>
            <a:ext cx="577139" cy="395145"/>
          </a:xfrm>
          <a:prstGeom prst="rect">
            <a:avLst/>
          </a:prstGeom>
          <a:solidFill>
            <a:srgbClr val="CCCC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a:solidFill>
                  <a:srgbClr val="000000"/>
                </a:solidFill>
              </a:rPr>
              <a:t>売上</a:t>
            </a:r>
            <a:endParaRPr kumimoji="1" lang="ja-JP" altLang="en-US" sz="800">
              <a:solidFill>
                <a:srgbClr val="000000"/>
              </a:solidFill>
            </a:endParaRPr>
          </a:p>
        </p:txBody>
      </p:sp>
      <p:sp>
        <p:nvSpPr>
          <p:cNvPr id="52" name="正方形/長方形 51">
            <a:extLst>
              <a:ext uri="{FF2B5EF4-FFF2-40B4-BE49-F238E27FC236}">
                <a16:creationId xmlns:a16="http://schemas.microsoft.com/office/drawing/2014/main" id="{BF9829D2-BFA2-4885-9005-5169B75F0048}"/>
              </a:ext>
            </a:extLst>
          </p:cNvPr>
          <p:cNvSpPr/>
          <p:nvPr/>
        </p:nvSpPr>
        <p:spPr>
          <a:xfrm>
            <a:off x="3758308" y="5554632"/>
            <a:ext cx="477206" cy="386430"/>
          </a:xfrm>
          <a:prstGeom prst="rect">
            <a:avLst/>
          </a:prstGeom>
          <a:solidFill>
            <a:srgbClr val="FF0066">
              <a:alpha val="19000"/>
            </a:srgbClr>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rgbClr val="000000"/>
                </a:solidFill>
              </a:rPr>
              <a:t>案件評価</a:t>
            </a:r>
          </a:p>
        </p:txBody>
      </p:sp>
      <p:sp>
        <p:nvSpPr>
          <p:cNvPr id="53" name="正方形/長方形 52">
            <a:extLst>
              <a:ext uri="{FF2B5EF4-FFF2-40B4-BE49-F238E27FC236}">
                <a16:creationId xmlns:a16="http://schemas.microsoft.com/office/drawing/2014/main" id="{AA2337D1-4174-4846-BDBA-FD15693FA1EF}"/>
              </a:ext>
            </a:extLst>
          </p:cNvPr>
          <p:cNvSpPr/>
          <p:nvPr/>
        </p:nvSpPr>
        <p:spPr>
          <a:xfrm>
            <a:off x="5795928" y="5544920"/>
            <a:ext cx="590531" cy="386430"/>
          </a:xfrm>
          <a:prstGeom prst="rect">
            <a:avLst/>
          </a:prstGeom>
          <a:solidFill>
            <a:srgbClr val="CCCC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800">
                <a:solidFill>
                  <a:srgbClr val="000000"/>
                </a:solidFill>
              </a:rPr>
              <a:t>オーダ・作番</a:t>
            </a:r>
          </a:p>
        </p:txBody>
      </p:sp>
      <p:sp>
        <p:nvSpPr>
          <p:cNvPr id="54" name="正方形/長方形 53">
            <a:extLst>
              <a:ext uri="{FF2B5EF4-FFF2-40B4-BE49-F238E27FC236}">
                <a16:creationId xmlns:a16="http://schemas.microsoft.com/office/drawing/2014/main" id="{1C559B5B-90C1-40C2-8B89-440501FC6BA3}"/>
              </a:ext>
            </a:extLst>
          </p:cNvPr>
          <p:cNvSpPr/>
          <p:nvPr/>
        </p:nvSpPr>
        <p:spPr>
          <a:xfrm>
            <a:off x="5607532" y="4777176"/>
            <a:ext cx="590531" cy="386430"/>
          </a:xfrm>
          <a:prstGeom prst="rect">
            <a:avLst/>
          </a:prstGeom>
          <a:solidFill>
            <a:srgbClr val="CCCC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800">
                <a:solidFill>
                  <a:srgbClr val="000000"/>
                </a:solidFill>
              </a:rPr>
              <a:t>得意先</a:t>
            </a:r>
          </a:p>
        </p:txBody>
      </p:sp>
      <p:sp>
        <p:nvSpPr>
          <p:cNvPr id="55" name="正方形/長方形 54">
            <a:extLst>
              <a:ext uri="{FF2B5EF4-FFF2-40B4-BE49-F238E27FC236}">
                <a16:creationId xmlns:a16="http://schemas.microsoft.com/office/drawing/2014/main" id="{75ED94BA-E5E6-438B-91A4-EEF5197CCA9D}"/>
              </a:ext>
            </a:extLst>
          </p:cNvPr>
          <p:cNvSpPr/>
          <p:nvPr/>
        </p:nvSpPr>
        <p:spPr>
          <a:xfrm>
            <a:off x="5836840" y="4129677"/>
            <a:ext cx="601911" cy="386430"/>
          </a:xfrm>
          <a:prstGeom prst="rect">
            <a:avLst/>
          </a:prstGeom>
          <a:solidFill>
            <a:srgbClr val="CCCC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800">
                <a:solidFill>
                  <a:srgbClr val="000000"/>
                </a:solidFill>
              </a:rPr>
              <a:t>部門番号</a:t>
            </a:r>
          </a:p>
        </p:txBody>
      </p:sp>
      <p:sp>
        <p:nvSpPr>
          <p:cNvPr id="56" name="正方形/長方形 55">
            <a:extLst>
              <a:ext uri="{FF2B5EF4-FFF2-40B4-BE49-F238E27FC236}">
                <a16:creationId xmlns:a16="http://schemas.microsoft.com/office/drawing/2014/main" id="{B3EC9CE4-BCAE-4C45-B90D-B229AB7BEC74}"/>
              </a:ext>
            </a:extLst>
          </p:cNvPr>
          <p:cNvSpPr/>
          <p:nvPr/>
        </p:nvSpPr>
        <p:spPr>
          <a:xfrm>
            <a:off x="8077982" y="5545062"/>
            <a:ext cx="590531" cy="386430"/>
          </a:xfrm>
          <a:prstGeom prst="rect">
            <a:avLst/>
          </a:prstGeom>
          <a:solidFill>
            <a:srgbClr val="CCCC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800">
                <a:solidFill>
                  <a:srgbClr val="000000"/>
                </a:solidFill>
              </a:rPr>
              <a:t>生産</a:t>
            </a:r>
          </a:p>
        </p:txBody>
      </p:sp>
      <p:sp>
        <p:nvSpPr>
          <p:cNvPr id="57" name="正方形/長方形 56">
            <a:extLst>
              <a:ext uri="{FF2B5EF4-FFF2-40B4-BE49-F238E27FC236}">
                <a16:creationId xmlns:a16="http://schemas.microsoft.com/office/drawing/2014/main" id="{41428716-36B5-4B66-A986-C438B59AB334}"/>
              </a:ext>
            </a:extLst>
          </p:cNvPr>
          <p:cNvSpPr/>
          <p:nvPr/>
        </p:nvSpPr>
        <p:spPr>
          <a:xfrm>
            <a:off x="7319514" y="5545491"/>
            <a:ext cx="590531" cy="386430"/>
          </a:xfrm>
          <a:prstGeom prst="rect">
            <a:avLst/>
          </a:prstGeom>
          <a:solidFill>
            <a:srgbClr val="CCCC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800">
                <a:solidFill>
                  <a:srgbClr val="000000"/>
                </a:solidFill>
              </a:rPr>
              <a:t>発注</a:t>
            </a:r>
          </a:p>
        </p:txBody>
      </p:sp>
      <p:cxnSp>
        <p:nvCxnSpPr>
          <p:cNvPr id="58" name="コネクタ: カギ線 57">
            <a:extLst>
              <a:ext uri="{FF2B5EF4-FFF2-40B4-BE49-F238E27FC236}">
                <a16:creationId xmlns:a16="http://schemas.microsoft.com/office/drawing/2014/main" id="{387D07CE-70D2-4453-AFB4-9BCE4A41868D}"/>
              </a:ext>
            </a:extLst>
          </p:cNvPr>
          <p:cNvCxnSpPr>
            <a:cxnSpLocks/>
            <a:stCxn id="54" idx="2"/>
            <a:endCxn id="53" idx="0"/>
          </p:cNvCxnSpPr>
          <p:nvPr/>
        </p:nvCxnSpPr>
        <p:spPr>
          <a:xfrm rot="16200000" flipH="1">
            <a:off x="5806339" y="5260065"/>
            <a:ext cx="381314" cy="188396"/>
          </a:xfrm>
          <a:prstGeom prst="bentConnector3">
            <a:avLst/>
          </a:prstGeom>
          <a:ln w="12700">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59" name="コネクタ: カギ線 58">
            <a:extLst>
              <a:ext uri="{FF2B5EF4-FFF2-40B4-BE49-F238E27FC236}">
                <a16:creationId xmlns:a16="http://schemas.microsoft.com/office/drawing/2014/main" id="{4CE26673-3E2D-45D7-A924-C3C9076A0E91}"/>
              </a:ext>
            </a:extLst>
          </p:cNvPr>
          <p:cNvCxnSpPr>
            <a:cxnSpLocks/>
            <a:stCxn id="55" idx="2"/>
            <a:endCxn id="64" idx="0"/>
          </p:cNvCxnSpPr>
          <p:nvPr/>
        </p:nvCxnSpPr>
        <p:spPr>
          <a:xfrm rot="16200000" flipH="1">
            <a:off x="6244611" y="4409292"/>
            <a:ext cx="269862" cy="483492"/>
          </a:xfrm>
          <a:prstGeom prst="bentConnector3">
            <a:avLst>
              <a:gd name="adj1" fmla="val 50000"/>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0" name="コネクタ: カギ線 59">
            <a:extLst>
              <a:ext uri="{FF2B5EF4-FFF2-40B4-BE49-F238E27FC236}">
                <a16:creationId xmlns:a16="http://schemas.microsoft.com/office/drawing/2014/main" id="{9400BB04-627C-456C-8C50-079CE8F358DC}"/>
              </a:ext>
            </a:extLst>
          </p:cNvPr>
          <p:cNvCxnSpPr>
            <a:cxnSpLocks/>
            <a:stCxn id="67" idx="2"/>
            <a:endCxn id="57" idx="0"/>
          </p:cNvCxnSpPr>
          <p:nvPr/>
        </p:nvCxnSpPr>
        <p:spPr>
          <a:xfrm rot="5400000">
            <a:off x="7833385" y="4667150"/>
            <a:ext cx="659736" cy="1096946"/>
          </a:xfrm>
          <a:prstGeom prst="bentConnector3">
            <a:avLst>
              <a:gd name="adj1" fmla="val 50000"/>
            </a:avLst>
          </a:prstGeom>
          <a:ln w="12700">
            <a:solidFill>
              <a:srgbClr val="003243"/>
            </a:solidFill>
            <a:tailEnd type="arrow"/>
          </a:ln>
        </p:spPr>
        <p:style>
          <a:lnRef idx="1">
            <a:schemeClr val="accent1"/>
          </a:lnRef>
          <a:fillRef idx="0">
            <a:schemeClr val="accent1"/>
          </a:fillRef>
          <a:effectRef idx="0">
            <a:schemeClr val="accent1"/>
          </a:effectRef>
          <a:fontRef idx="minor">
            <a:schemeClr val="tx1"/>
          </a:fontRef>
        </p:style>
      </p:cxnSp>
      <p:sp>
        <p:nvSpPr>
          <p:cNvPr id="62" name="正方形/長方形 61">
            <a:extLst>
              <a:ext uri="{FF2B5EF4-FFF2-40B4-BE49-F238E27FC236}">
                <a16:creationId xmlns:a16="http://schemas.microsoft.com/office/drawing/2014/main" id="{EE724BF5-0833-4648-99DF-2D4FBA020FA1}"/>
              </a:ext>
            </a:extLst>
          </p:cNvPr>
          <p:cNvSpPr/>
          <p:nvPr/>
        </p:nvSpPr>
        <p:spPr>
          <a:xfrm>
            <a:off x="6571110" y="5544918"/>
            <a:ext cx="590531" cy="386430"/>
          </a:xfrm>
          <a:prstGeom prst="rect">
            <a:avLst/>
          </a:prstGeom>
          <a:solidFill>
            <a:srgbClr val="CCCC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800">
                <a:solidFill>
                  <a:srgbClr val="000000"/>
                </a:solidFill>
              </a:rPr>
              <a:t>設計</a:t>
            </a:r>
          </a:p>
        </p:txBody>
      </p:sp>
      <p:sp>
        <p:nvSpPr>
          <p:cNvPr id="63" name="正方形/長方形 62">
            <a:extLst>
              <a:ext uri="{FF2B5EF4-FFF2-40B4-BE49-F238E27FC236}">
                <a16:creationId xmlns:a16="http://schemas.microsoft.com/office/drawing/2014/main" id="{32D21C2C-1CFD-48FA-BA84-D3561AEBFFD0}"/>
              </a:ext>
            </a:extLst>
          </p:cNvPr>
          <p:cNvSpPr/>
          <p:nvPr/>
        </p:nvSpPr>
        <p:spPr>
          <a:xfrm>
            <a:off x="8881730" y="5554692"/>
            <a:ext cx="477206" cy="368070"/>
          </a:xfrm>
          <a:prstGeom prst="rect">
            <a:avLst/>
          </a:prstGeom>
          <a:solidFill>
            <a:srgbClr val="CCCC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rgbClr val="000000"/>
                </a:solidFill>
              </a:rPr>
              <a:t>案件評価</a:t>
            </a:r>
          </a:p>
        </p:txBody>
      </p:sp>
      <p:sp>
        <p:nvSpPr>
          <p:cNvPr id="64" name="正方形/長方形 63">
            <a:extLst>
              <a:ext uri="{FF2B5EF4-FFF2-40B4-BE49-F238E27FC236}">
                <a16:creationId xmlns:a16="http://schemas.microsoft.com/office/drawing/2014/main" id="{3113ED4C-4C5B-4FBD-8144-4876BC03EB6F}"/>
              </a:ext>
            </a:extLst>
          </p:cNvPr>
          <p:cNvSpPr/>
          <p:nvPr/>
        </p:nvSpPr>
        <p:spPr>
          <a:xfrm>
            <a:off x="6360359" y="4785969"/>
            <a:ext cx="521858" cy="384709"/>
          </a:xfrm>
          <a:prstGeom prst="rect">
            <a:avLst/>
          </a:prstGeom>
          <a:solidFill>
            <a:srgbClr val="CCCCFF"/>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rgbClr val="000000"/>
                </a:solidFill>
              </a:rPr>
              <a:t>費目</a:t>
            </a:r>
            <a:r>
              <a:rPr kumimoji="1" lang="en-US" altLang="ja-JP" sz="800">
                <a:solidFill>
                  <a:srgbClr val="000000"/>
                </a:solidFill>
              </a:rPr>
              <a:t>,</a:t>
            </a:r>
            <a:r>
              <a:rPr kumimoji="1" lang="ja-JP" altLang="en-US" sz="800">
                <a:solidFill>
                  <a:srgbClr val="000000"/>
                </a:solidFill>
              </a:rPr>
              <a:t>区分</a:t>
            </a:r>
          </a:p>
        </p:txBody>
      </p:sp>
      <p:sp>
        <p:nvSpPr>
          <p:cNvPr id="65" name="正方形/長方形 64">
            <a:extLst>
              <a:ext uri="{FF2B5EF4-FFF2-40B4-BE49-F238E27FC236}">
                <a16:creationId xmlns:a16="http://schemas.microsoft.com/office/drawing/2014/main" id="{4DCBDA12-1343-4A1F-A572-E181E3B4697D}"/>
              </a:ext>
            </a:extLst>
          </p:cNvPr>
          <p:cNvSpPr/>
          <p:nvPr/>
        </p:nvSpPr>
        <p:spPr>
          <a:xfrm>
            <a:off x="7007716" y="4790654"/>
            <a:ext cx="480802" cy="374474"/>
          </a:xfrm>
          <a:prstGeom prst="rect">
            <a:avLst/>
          </a:prstGeom>
          <a:solidFill>
            <a:srgbClr val="CCCCFF"/>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rgbClr val="000000"/>
                </a:solidFill>
              </a:rPr>
              <a:t>レート</a:t>
            </a:r>
          </a:p>
        </p:txBody>
      </p:sp>
      <p:sp>
        <p:nvSpPr>
          <p:cNvPr id="66" name="正方形/長方形 65">
            <a:extLst>
              <a:ext uri="{FF2B5EF4-FFF2-40B4-BE49-F238E27FC236}">
                <a16:creationId xmlns:a16="http://schemas.microsoft.com/office/drawing/2014/main" id="{EA0FD9C2-3B5D-41FD-866C-383CFD414154}"/>
              </a:ext>
            </a:extLst>
          </p:cNvPr>
          <p:cNvSpPr/>
          <p:nvPr/>
        </p:nvSpPr>
        <p:spPr>
          <a:xfrm>
            <a:off x="6074485" y="6084301"/>
            <a:ext cx="521858" cy="384709"/>
          </a:xfrm>
          <a:prstGeom prst="rect">
            <a:avLst/>
          </a:prstGeom>
          <a:solidFill>
            <a:srgbClr val="CCCCFF"/>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rgbClr val="000000"/>
                </a:solidFill>
              </a:rPr>
              <a:t>予算</a:t>
            </a:r>
          </a:p>
        </p:txBody>
      </p:sp>
      <p:sp>
        <p:nvSpPr>
          <p:cNvPr id="67" name="正方形/長方形 66">
            <a:extLst>
              <a:ext uri="{FF2B5EF4-FFF2-40B4-BE49-F238E27FC236}">
                <a16:creationId xmlns:a16="http://schemas.microsoft.com/office/drawing/2014/main" id="{80E040E3-C865-4BB1-93C5-9E0D7BF09B06}"/>
              </a:ext>
            </a:extLst>
          </p:cNvPr>
          <p:cNvSpPr/>
          <p:nvPr/>
        </p:nvSpPr>
        <p:spPr>
          <a:xfrm>
            <a:off x="8450797" y="4501046"/>
            <a:ext cx="521858" cy="384709"/>
          </a:xfrm>
          <a:prstGeom prst="rect">
            <a:avLst/>
          </a:prstGeom>
          <a:solidFill>
            <a:srgbClr val="CCCCFF"/>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rgbClr val="000000"/>
                </a:solidFill>
              </a:rPr>
              <a:t>単契</a:t>
            </a:r>
          </a:p>
        </p:txBody>
      </p:sp>
      <p:sp>
        <p:nvSpPr>
          <p:cNvPr id="68" name="正方形/長方形 67">
            <a:extLst>
              <a:ext uri="{FF2B5EF4-FFF2-40B4-BE49-F238E27FC236}">
                <a16:creationId xmlns:a16="http://schemas.microsoft.com/office/drawing/2014/main" id="{1B0E6131-1D87-44F1-AA88-79B5C46CA318}"/>
              </a:ext>
            </a:extLst>
          </p:cNvPr>
          <p:cNvSpPr/>
          <p:nvPr/>
        </p:nvSpPr>
        <p:spPr>
          <a:xfrm>
            <a:off x="6920039" y="6112340"/>
            <a:ext cx="521858" cy="384709"/>
          </a:xfrm>
          <a:prstGeom prst="rect">
            <a:avLst/>
          </a:prstGeom>
          <a:solidFill>
            <a:srgbClr val="CCCCFF"/>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rgbClr val="000000"/>
                </a:solidFill>
              </a:rPr>
              <a:t>工数</a:t>
            </a:r>
          </a:p>
        </p:txBody>
      </p:sp>
      <p:cxnSp>
        <p:nvCxnSpPr>
          <p:cNvPr id="69" name="コネクタ: カギ線 68">
            <a:extLst>
              <a:ext uri="{FF2B5EF4-FFF2-40B4-BE49-F238E27FC236}">
                <a16:creationId xmlns:a16="http://schemas.microsoft.com/office/drawing/2014/main" id="{3C97A007-0684-4095-8123-58BCEB62E004}"/>
              </a:ext>
            </a:extLst>
          </p:cNvPr>
          <p:cNvCxnSpPr>
            <a:cxnSpLocks/>
            <a:stCxn id="64" idx="2"/>
            <a:endCxn id="57" idx="0"/>
          </p:cNvCxnSpPr>
          <p:nvPr/>
        </p:nvCxnSpPr>
        <p:spPr>
          <a:xfrm rot="16200000" flipH="1">
            <a:off x="6930628" y="4861338"/>
            <a:ext cx="374813" cy="993492"/>
          </a:xfrm>
          <a:prstGeom prst="bentConnector3">
            <a:avLst>
              <a:gd name="adj1" fmla="val 50000"/>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960C6EA0-15F6-455D-A033-B380A5BD898C}"/>
              </a:ext>
            </a:extLst>
          </p:cNvPr>
          <p:cNvCxnSpPr>
            <a:cxnSpLocks/>
            <a:stCxn id="62" idx="3"/>
            <a:endCxn id="57" idx="1"/>
          </p:cNvCxnSpPr>
          <p:nvPr/>
        </p:nvCxnSpPr>
        <p:spPr>
          <a:xfrm>
            <a:off x="7161641" y="5738133"/>
            <a:ext cx="157873" cy="573"/>
          </a:xfrm>
          <a:prstGeom prst="straightConnector1">
            <a:avLst/>
          </a:prstGeom>
          <a:ln w="9525">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71" name="コネクタ: カギ線 70">
            <a:extLst>
              <a:ext uri="{FF2B5EF4-FFF2-40B4-BE49-F238E27FC236}">
                <a16:creationId xmlns:a16="http://schemas.microsoft.com/office/drawing/2014/main" id="{75981A9F-FD51-4A14-9821-A06A1CD230C0}"/>
              </a:ext>
            </a:extLst>
          </p:cNvPr>
          <p:cNvCxnSpPr>
            <a:cxnSpLocks/>
            <a:stCxn id="64" idx="2"/>
            <a:endCxn id="56" idx="0"/>
          </p:cNvCxnSpPr>
          <p:nvPr/>
        </p:nvCxnSpPr>
        <p:spPr>
          <a:xfrm rot="16200000" flipH="1">
            <a:off x="7310076" y="4481890"/>
            <a:ext cx="374384" cy="1751960"/>
          </a:xfrm>
          <a:prstGeom prst="bentConnector3">
            <a:avLst>
              <a:gd name="adj1" fmla="val 50000"/>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コネクタ: カギ線 71">
            <a:extLst>
              <a:ext uri="{FF2B5EF4-FFF2-40B4-BE49-F238E27FC236}">
                <a16:creationId xmlns:a16="http://schemas.microsoft.com/office/drawing/2014/main" id="{FA72396B-67D5-4FF1-9FFF-472BD3BBBEBE}"/>
              </a:ext>
            </a:extLst>
          </p:cNvPr>
          <p:cNvCxnSpPr>
            <a:cxnSpLocks/>
            <a:stCxn id="64" idx="2"/>
            <a:endCxn id="62" idx="0"/>
          </p:cNvCxnSpPr>
          <p:nvPr/>
        </p:nvCxnSpPr>
        <p:spPr>
          <a:xfrm rot="16200000" flipH="1">
            <a:off x="6556712" y="5235254"/>
            <a:ext cx="374240" cy="245088"/>
          </a:xfrm>
          <a:prstGeom prst="bentConnector3">
            <a:avLst>
              <a:gd name="adj1" fmla="val 50000"/>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コネクタ: カギ線 72">
            <a:extLst>
              <a:ext uri="{FF2B5EF4-FFF2-40B4-BE49-F238E27FC236}">
                <a16:creationId xmlns:a16="http://schemas.microsoft.com/office/drawing/2014/main" id="{DA5285C8-B6B2-4755-8BC8-D942BC17B793}"/>
              </a:ext>
            </a:extLst>
          </p:cNvPr>
          <p:cNvCxnSpPr>
            <a:cxnSpLocks/>
            <a:stCxn id="49" idx="2"/>
            <a:endCxn id="57" idx="0"/>
          </p:cNvCxnSpPr>
          <p:nvPr/>
        </p:nvCxnSpPr>
        <p:spPr>
          <a:xfrm rot="5400000">
            <a:off x="7443645" y="5053839"/>
            <a:ext cx="662788" cy="320517"/>
          </a:xfrm>
          <a:prstGeom prst="bentConnector3">
            <a:avLst>
              <a:gd name="adj1" fmla="val 50000"/>
            </a:avLst>
          </a:prstGeom>
          <a:ln w="12700">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74" name="コネクタ: カギ線 73">
            <a:extLst>
              <a:ext uri="{FF2B5EF4-FFF2-40B4-BE49-F238E27FC236}">
                <a16:creationId xmlns:a16="http://schemas.microsoft.com/office/drawing/2014/main" id="{02859E5C-3075-437D-84D9-CE0897AECBCA}"/>
              </a:ext>
            </a:extLst>
          </p:cNvPr>
          <p:cNvCxnSpPr>
            <a:cxnSpLocks/>
            <a:stCxn id="49" idx="2"/>
            <a:endCxn id="56" idx="0"/>
          </p:cNvCxnSpPr>
          <p:nvPr/>
        </p:nvCxnSpPr>
        <p:spPr>
          <a:xfrm rot="16200000" flipH="1">
            <a:off x="7823093" y="4994906"/>
            <a:ext cx="662359" cy="437951"/>
          </a:xfrm>
          <a:prstGeom prst="bentConnector3">
            <a:avLst>
              <a:gd name="adj1" fmla="val 50000"/>
            </a:avLst>
          </a:prstGeom>
          <a:ln w="12700">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75" name="コネクタ: カギ線 74">
            <a:extLst>
              <a:ext uri="{FF2B5EF4-FFF2-40B4-BE49-F238E27FC236}">
                <a16:creationId xmlns:a16="http://schemas.microsoft.com/office/drawing/2014/main" id="{C59E20CD-000D-4CED-8D23-3BB1AEBFD768}"/>
              </a:ext>
            </a:extLst>
          </p:cNvPr>
          <p:cNvCxnSpPr>
            <a:cxnSpLocks/>
            <a:stCxn id="55" idx="2"/>
            <a:endCxn id="65" idx="0"/>
          </p:cNvCxnSpPr>
          <p:nvPr/>
        </p:nvCxnSpPr>
        <p:spPr>
          <a:xfrm rot="16200000" flipH="1">
            <a:off x="6555683" y="4098219"/>
            <a:ext cx="274547" cy="1110321"/>
          </a:xfrm>
          <a:prstGeom prst="bentConnector3">
            <a:avLst>
              <a:gd name="adj1" fmla="val 50000"/>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6" name="コネクタ: カギ線 75">
            <a:extLst>
              <a:ext uri="{FF2B5EF4-FFF2-40B4-BE49-F238E27FC236}">
                <a16:creationId xmlns:a16="http://schemas.microsoft.com/office/drawing/2014/main" id="{3A9203E8-2636-4FDB-BBE4-9CBC06956020}"/>
              </a:ext>
            </a:extLst>
          </p:cNvPr>
          <p:cNvCxnSpPr>
            <a:cxnSpLocks/>
            <a:stCxn id="65" idx="2"/>
            <a:endCxn id="62" idx="0"/>
          </p:cNvCxnSpPr>
          <p:nvPr/>
        </p:nvCxnSpPr>
        <p:spPr>
          <a:xfrm rot="5400000">
            <a:off x="6867352" y="5164153"/>
            <a:ext cx="379790" cy="381741"/>
          </a:xfrm>
          <a:prstGeom prst="bentConnector3">
            <a:avLst>
              <a:gd name="adj1" fmla="val 50000"/>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7" name="コネクタ: カギ線 76">
            <a:extLst>
              <a:ext uri="{FF2B5EF4-FFF2-40B4-BE49-F238E27FC236}">
                <a16:creationId xmlns:a16="http://schemas.microsoft.com/office/drawing/2014/main" id="{AEBA0CEF-A1E4-4ECB-B806-1BB262877B04}"/>
              </a:ext>
            </a:extLst>
          </p:cNvPr>
          <p:cNvCxnSpPr>
            <a:cxnSpLocks/>
            <a:stCxn id="65" idx="2"/>
            <a:endCxn id="56" idx="0"/>
          </p:cNvCxnSpPr>
          <p:nvPr/>
        </p:nvCxnSpPr>
        <p:spPr>
          <a:xfrm rot="16200000" flipH="1">
            <a:off x="7620715" y="4792529"/>
            <a:ext cx="379934" cy="1125131"/>
          </a:xfrm>
          <a:prstGeom prst="bentConnector3">
            <a:avLst>
              <a:gd name="adj1" fmla="val 50000"/>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8" name="テキスト ボックス 77">
            <a:extLst>
              <a:ext uri="{FF2B5EF4-FFF2-40B4-BE49-F238E27FC236}">
                <a16:creationId xmlns:a16="http://schemas.microsoft.com/office/drawing/2014/main" id="{D3C39CFF-5683-4805-8AC0-508AFE1FA1BF}"/>
              </a:ext>
            </a:extLst>
          </p:cNvPr>
          <p:cNvSpPr txBox="1"/>
          <p:nvPr/>
        </p:nvSpPr>
        <p:spPr>
          <a:xfrm>
            <a:off x="406346" y="639027"/>
            <a:ext cx="4213427" cy="277911"/>
          </a:xfrm>
          <a:prstGeom prst="rect">
            <a:avLst/>
          </a:prstGeom>
          <a:solidFill>
            <a:schemeClr val="tx2">
              <a:lumMod val="20000"/>
              <a:lumOff val="80000"/>
            </a:schemeClr>
          </a:solidFill>
        </p:spPr>
        <p:txBody>
          <a:bodyPr wrap="square" rtlCol="0" anchor="ctr">
            <a:noAutofit/>
          </a:bodyPr>
          <a:lstStyle/>
          <a:p>
            <a:pPr algn="ctr" defTabSz="685800">
              <a:defRPr/>
            </a:pPr>
            <a:r>
              <a:rPr lang="en-US" altLang="ja-JP" sz="1400" b="1">
                <a:solidFill>
                  <a:srgbClr val="000000"/>
                </a:solidFill>
                <a:latin typeface="Meiryo UI" panose="020B0604030504040204" pitchFamily="50" charset="-128"/>
                <a:ea typeface="Meiryo UI" panose="020B0604030504040204" pitchFamily="50" charset="-128"/>
              </a:rPr>
              <a:t>As-Is</a:t>
            </a:r>
            <a:endParaRPr lang="ja-JP" altLang="en-US" sz="1400" b="1">
              <a:solidFill>
                <a:srgbClr val="000000"/>
              </a:solidFill>
              <a:latin typeface="Meiryo UI" panose="020B0604030504040204" pitchFamily="50" charset="-128"/>
              <a:ea typeface="Meiryo UI" panose="020B0604030504040204" pitchFamily="50" charset="-128"/>
            </a:endParaRPr>
          </a:p>
        </p:txBody>
      </p:sp>
      <p:cxnSp>
        <p:nvCxnSpPr>
          <p:cNvPr id="79" name="コネクタ: カギ線 78">
            <a:extLst>
              <a:ext uri="{FF2B5EF4-FFF2-40B4-BE49-F238E27FC236}">
                <a16:creationId xmlns:a16="http://schemas.microsoft.com/office/drawing/2014/main" id="{28459AC2-41F3-4F80-8283-062EF4CF7FFF}"/>
              </a:ext>
            </a:extLst>
          </p:cNvPr>
          <p:cNvCxnSpPr>
            <a:cxnSpLocks/>
            <a:stCxn id="62" idx="2"/>
            <a:endCxn id="68" idx="0"/>
          </p:cNvCxnSpPr>
          <p:nvPr/>
        </p:nvCxnSpPr>
        <p:spPr>
          <a:xfrm rot="16200000" flipH="1">
            <a:off x="6933176" y="5864548"/>
            <a:ext cx="180992" cy="314592"/>
          </a:xfrm>
          <a:prstGeom prst="bentConnector3">
            <a:avLst>
              <a:gd name="adj1" fmla="val 50000"/>
            </a:avLst>
          </a:prstGeom>
          <a:ln w="12700">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80" name="コネクタ: カギ線 79">
            <a:extLst>
              <a:ext uri="{FF2B5EF4-FFF2-40B4-BE49-F238E27FC236}">
                <a16:creationId xmlns:a16="http://schemas.microsoft.com/office/drawing/2014/main" id="{E7DA015F-6C9C-4EF4-9E8F-AB5FFF739A61}"/>
              </a:ext>
            </a:extLst>
          </p:cNvPr>
          <p:cNvCxnSpPr>
            <a:cxnSpLocks/>
            <a:stCxn id="56" idx="2"/>
            <a:endCxn id="68" idx="0"/>
          </p:cNvCxnSpPr>
          <p:nvPr/>
        </p:nvCxnSpPr>
        <p:spPr>
          <a:xfrm rot="5400000">
            <a:off x="7686684" y="5425776"/>
            <a:ext cx="180848" cy="1192280"/>
          </a:xfrm>
          <a:prstGeom prst="bentConnector3">
            <a:avLst>
              <a:gd name="adj1" fmla="val 50000"/>
            </a:avLst>
          </a:prstGeom>
          <a:ln w="12700">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81" name="コネクタ: カギ線 80">
            <a:extLst>
              <a:ext uri="{FF2B5EF4-FFF2-40B4-BE49-F238E27FC236}">
                <a16:creationId xmlns:a16="http://schemas.microsoft.com/office/drawing/2014/main" id="{15461235-5DBC-4B8E-86DF-429A6EC4279A}"/>
              </a:ext>
            </a:extLst>
          </p:cNvPr>
          <p:cNvCxnSpPr>
            <a:cxnSpLocks/>
            <a:stCxn id="57" idx="2"/>
            <a:endCxn id="50" idx="0"/>
          </p:cNvCxnSpPr>
          <p:nvPr/>
        </p:nvCxnSpPr>
        <p:spPr>
          <a:xfrm rot="16200000" flipH="1">
            <a:off x="7772006" y="5774695"/>
            <a:ext cx="278425" cy="592876"/>
          </a:xfrm>
          <a:prstGeom prst="bentConnector3">
            <a:avLst>
              <a:gd name="adj1" fmla="val 50000"/>
            </a:avLst>
          </a:prstGeom>
          <a:ln w="12700">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82" name="コネクタ: カギ線 81">
            <a:extLst>
              <a:ext uri="{FF2B5EF4-FFF2-40B4-BE49-F238E27FC236}">
                <a16:creationId xmlns:a16="http://schemas.microsoft.com/office/drawing/2014/main" id="{B1CC42D4-15CC-4CFE-9F92-B285E11BDDD9}"/>
              </a:ext>
            </a:extLst>
          </p:cNvPr>
          <p:cNvCxnSpPr>
            <a:cxnSpLocks/>
            <a:stCxn id="68" idx="3"/>
            <a:endCxn id="50" idx="1"/>
          </p:cNvCxnSpPr>
          <p:nvPr/>
        </p:nvCxnSpPr>
        <p:spPr>
          <a:xfrm>
            <a:off x="7441897" y="6304695"/>
            <a:ext cx="301420" cy="98866"/>
          </a:xfrm>
          <a:prstGeom prst="bentConnector3">
            <a:avLst>
              <a:gd name="adj1" fmla="val 50000"/>
            </a:avLst>
          </a:prstGeom>
          <a:ln w="12700">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E885F904-03CF-42F1-9980-2AD6DCAAFB93}"/>
              </a:ext>
            </a:extLst>
          </p:cNvPr>
          <p:cNvCxnSpPr>
            <a:cxnSpLocks/>
            <a:stCxn id="49" idx="3"/>
            <a:endCxn id="67" idx="1"/>
          </p:cNvCxnSpPr>
          <p:nvPr/>
        </p:nvCxnSpPr>
        <p:spPr>
          <a:xfrm>
            <a:off x="8196226" y="4690349"/>
            <a:ext cx="254571" cy="3052"/>
          </a:xfrm>
          <a:prstGeom prst="bentConnector3">
            <a:avLst>
              <a:gd name="adj1" fmla="val 50000"/>
            </a:avLst>
          </a:prstGeom>
          <a:ln w="12700">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84" name="直線矢印コネクタ 83">
            <a:extLst>
              <a:ext uri="{FF2B5EF4-FFF2-40B4-BE49-F238E27FC236}">
                <a16:creationId xmlns:a16="http://schemas.microsoft.com/office/drawing/2014/main" id="{04B5709F-1C49-47AA-9B65-CF9C0233876F}"/>
              </a:ext>
            </a:extLst>
          </p:cNvPr>
          <p:cNvCxnSpPr>
            <a:cxnSpLocks/>
            <a:stCxn id="53" idx="3"/>
            <a:endCxn id="62" idx="1"/>
          </p:cNvCxnSpPr>
          <p:nvPr/>
        </p:nvCxnSpPr>
        <p:spPr>
          <a:xfrm flipV="1">
            <a:off x="6386459" y="5738133"/>
            <a:ext cx="184651" cy="2"/>
          </a:xfrm>
          <a:prstGeom prst="straightConnector1">
            <a:avLst/>
          </a:prstGeom>
          <a:ln w="9525">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85" name="コネクタ: カギ線 84">
            <a:extLst>
              <a:ext uri="{FF2B5EF4-FFF2-40B4-BE49-F238E27FC236}">
                <a16:creationId xmlns:a16="http://schemas.microsoft.com/office/drawing/2014/main" id="{604FA504-BD7D-4215-8DD5-866E205DF1FA}"/>
              </a:ext>
            </a:extLst>
          </p:cNvPr>
          <p:cNvCxnSpPr>
            <a:cxnSpLocks/>
            <a:stCxn id="53" idx="2"/>
            <a:endCxn id="66" idx="0"/>
          </p:cNvCxnSpPr>
          <p:nvPr/>
        </p:nvCxnSpPr>
        <p:spPr>
          <a:xfrm rot="16200000" flipH="1">
            <a:off x="6136829" y="5885715"/>
            <a:ext cx="152951" cy="244220"/>
          </a:xfrm>
          <a:prstGeom prst="bentConnector3">
            <a:avLst/>
          </a:prstGeom>
          <a:ln w="12700">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1B24D9DD-DC93-488A-9D1A-8315673E18CE}"/>
              </a:ext>
            </a:extLst>
          </p:cNvPr>
          <p:cNvCxnSpPr>
            <a:cxnSpLocks/>
            <a:stCxn id="57" idx="3"/>
            <a:endCxn id="56" idx="1"/>
          </p:cNvCxnSpPr>
          <p:nvPr/>
        </p:nvCxnSpPr>
        <p:spPr>
          <a:xfrm flipV="1">
            <a:off x="7910045" y="5738277"/>
            <a:ext cx="167937" cy="429"/>
          </a:xfrm>
          <a:prstGeom prst="straightConnector1">
            <a:avLst/>
          </a:prstGeom>
          <a:ln w="9525">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87" name="直線矢印コネクタ 86">
            <a:extLst>
              <a:ext uri="{FF2B5EF4-FFF2-40B4-BE49-F238E27FC236}">
                <a16:creationId xmlns:a16="http://schemas.microsoft.com/office/drawing/2014/main" id="{AACA0107-0193-4A7E-853F-843F59C0657B}"/>
              </a:ext>
            </a:extLst>
          </p:cNvPr>
          <p:cNvCxnSpPr>
            <a:cxnSpLocks/>
            <a:stCxn id="56" idx="3"/>
            <a:endCxn id="63" idx="1"/>
          </p:cNvCxnSpPr>
          <p:nvPr/>
        </p:nvCxnSpPr>
        <p:spPr>
          <a:xfrm>
            <a:off x="8668513" y="5738277"/>
            <a:ext cx="213217" cy="450"/>
          </a:xfrm>
          <a:prstGeom prst="straightConnector1">
            <a:avLst/>
          </a:prstGeom>
          <a:ln w="9525">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88" name="コネクタ: カギ線 87">
            <a:extLst>
              <a:ext uri="{FF2B5EF4-FFF2-40B4-BE49-F238E27FC236}">
                <a16:creationId xmlns:a16="http://schemas.microsoft.com/office/drawing/2014/main" id="{B33E2B60-D3C0-4C48-8E3E-BB2515F327ED}"/>
              </a:ext>
            </a:extLst>
          </p:cNvPr>
          <p:cNvCxnSpPr>
            <a:cxnSpLocks/>
          </p:cNvCxnSpPr>
          <p:nvPr/>
        </p:nvCxnSpPr>
        <p:spPr>
          <a:xfrm rot="16200000" flipH="1">
            <a:off x="1405184" y="5115164"/>
            <a:ext cx="418193" cy="264946"/>
          </a:xfrm>
          <a:prstGeom prst="bentConnector3">
            <a:avLst>
              <a:gd name="adj1" fmla="val 50000"/>
            </a:avLst>
          </a:prstGeom>
          <a:ln w="12700">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89" name="コネクタ: カギ線 88">
            <a:extLst>
              <a:ext uri="{FF2B5EF4-FFF2-40B4-BE49-F238E27FC236}">
                <a16:creationId xmlns:a16="http://schemas.microsoft.com/office/drawing/2014/main" id="{F2165BEE-0EFA-4C66-B6F1-5607BA9F2909}"/>
              </a:ext>
            </a:extLst>
          </p:cNvPr>
          <p:cNvCxnSpPr>
            <a:cxnSpLocks/>
            <a:endCxn id="43" idx="1"/>
          </p:cNvCxnSpPr>
          <p:nvPr/>
        </p:nvCxnSpPr>
        <p:spPr>
          <a:xfrm rot="5400000">
            <a:off x="450504" y="5090771"/>
            <a:ext cx="320420" cy="180588"/>
          </a:xfrm>
          <a:prstGeom prst="bentConnector3">
            <a:avLst>
              <a:gd name="adj1" fmla="val 50000"/>
            </a:avLst>
          </a:prstGeom>
          <a:ln w="12700">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90" name="直線矢印コネクタ 89">
            <a:extLst>
              <a:ext uri="{FF2B5EF4-FFF2-40B4-BE49-F238E27FC236}">
                <a16:creationId xmlns:a16="http://schemas.microsoft.com/office/drawing/2014/main" id="{571CE42D-BB6C-4426-BF96-DEE39DEF4AFD}"/>
              </a:ext>
            </a:extLst>
          </p:cNvPr>
          <p:cNvCxnSpPr>
            <a:cxnSpLocks/>
            <a:stCxn id="30" idx="3"/>
            <a:endCxn id="40" idx="1"/>
          </p:cNvCxnSpPr>
          <p:nvPr/>
        </p:nvCxnSpPr>
        <p:spPr>
          <a:xfrm flipV="1">
            <a:off x="1057184" y="5497523"/>
            <a:ext cx="262694" cy="1970"/>
          </a:xfrm>
          <a:prstGeom prst="straightConnector1">
            <a:avLst/>
          </a:prstGeom>
          <a:ln w="9525">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91" name="直線矢印コネクタ 90">
            <a:extLst>
              <a:ext uri="{FF2B5EF4-FFF2-40B4-BE49-F238E27FC236}">
                <a16:creationId xmlns:a16="http://schemas.microsoft.com/office/drawing/2014/main" id="{1B3B4FB8-AA95-48E5-A320-5E0A2D17EAD1}"/>
              </a:ext>
            </a:extLst>
          </p:cNvPr>
          <p:cNvCxnSpPr>
            <a:cxnSpLocks/>
            <a:stCxn id="40" idx="3"/>
            <a:endCxn id="13" idx="1"/>
          </p:cNvCxnSpPr>
          <p:nvPr/>
        </p:nvCxnSpPr>
        <p:spPr>
          <a:xfrm>
            <a:off x="1910409" y="5497523"/>
            <a:ext cx="174650" cy="3879"/>
          </a:xfrm>
          <a:prstGeom prst="straightConnector1">
            <a:avLst/>
          </a:prstGeom>
          <a:ln w="9525">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92" name="直線矢印コネクタ 91">
            <a:extLst>
              <a:ext uri="{FF2B5EF4-FFF2-40B4-BE49-F238E27FC236}">
                <a16:creationId xmlns:a16="http://schemas.microsoft.com/office/drawing/2014/main" id="{A33543B4-A9C2-4C50-9316-B4E6CA719BE7}"/>
              </a:ext>
            </a:extLst>
          </p:cNvPr>
          <p:cNvCxnSpPr>
            <a:cxnSpLocks/>
            <a:stCxn id="13" idx="3"/>
            <a:endCxn id="33" idx="1"/>
          </p:cNvCxnSpPr>
          <p:nvPr/>
        </p:nvCxnSpPr>
        <p:spPr>
          <a:xfrm flipV="1">
            <a:off x="2675590" y="5499493"/>
            <a:ext cx="324250" cy="1909"/>
          </a:xfrm>
          <a:prstGeom prst="straightConnector1">
            <a:avLst/>
          </a:prstGeom>
          <a:ln w="9525">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93" name="直線矢印コネクタ 92">
            <a:extLst>
              <a:ext uri="{FF2B5EF4-FFF2-40B4-BE49-F238E27FC236}">
                <a16:creationId xmlns:a16="http://schemas.microsoft.com/office/drawing/2014/main" id="{420F2F9F-8C8C-4AA9-B31B-180CD7D9320A}"/>
              </a:ext>
            </a:extLst>
          </p:cNvPr>
          <p:cNvCxnSpPr>
            <a:cxnSpLocks/>
            <a:endCxn id="52" idx="1"/>
          </p:cNvCxnSpPr>
          <p:nvPr/>
        </p:nvCxnSpPr>
        <p:spPr>
          <a:xfrm>
            <a:off x="2869376" y="5747847"/>
            <a:ext cx="888932" cy="0"/>
          </a:xfrm>
          <a:prstGeom prst="straightConnector1">
            <a:avLst/>
          </a:prstGeom>
          <a:ln w="9525">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94" name="直線矢印コネクタ 93">
            <a:extLst>
              <a:ext uri="{FF2B5EF4-FFF2-40B4-BE49-F238E27FC236}">
                <a16:creationId xmlns:a16="http://schemas.microsoft.com/office/drawing/2014/main" id="{AFEB9F30-774B-4666-9328-41D60FF42A68}"/>
              </a:ext>
            </a:extLst>
          </p:cNvPr>
          <p:cNvCxnSpPr>
            <a:cxnSpLocks/>
            <a:stCxn id="33" idx="2"/>
            <a:endCxn id="26" idx="0"/>
          </p:cNvCxnSpPr>
          <p:nvPr/>
        </p:nvCxnSpPr>
        <p:spPr>
          <a:xfrm>
            <a:off x="3295106" y="5692708"/>
            <a:ext cx="3068" cy="361605"/>
          </a:xfrm>
          <a:prstGeom prst="straightConnector1">
            <a:avLst/>
          </a:prstGeom>
          <a:ln w="9525">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95" name="直線矢印コネクタ 94">
            <a:extLst>
              <a:ext uri="{FF2B5EF4-FFF2-40B4-BE49-F238E27FC236}">
                <a16:creationId xmlns:a16="http://schemas.microsoft.com/office/drawing/2014/main" id="{61089036-70BF-4B90-A8C5-C12C56B2D2AF}"/>
              </a:ext>
            </a:extLst>
          </p:cNvPr>
          <p:cNvCxnSpPr>
            <a:cxnSpLocks/>
          </p:cNvCxnSpPr>
          <p:nvPr/>
        </p:nvCxnSpPr>
        <p:spPr>
          <a:xfrm>
            <a:off x="2200722" y="5694617"/>
            <a:ext cx="2730" cy="346904"/>
          </a:xfrm>
          <a:prstGeom prst="straightConnector1">
            <a:avLst/>
          </a:prstGeom>
          <a:ln w="9525">
            <a:solidFill>
              <a:srgbClr val="003243"/>
            </a:solidFill>
            <a:tailEnd type="arrow"/>
          </a:ln>
        </p:spPr>
        <p:style>
          <a:lnRef idx="1">
            <a:schemeClr val="accent1"/>
          </a:lnRef>
          <a:fillRef idx="0">
            <a:schemeClr val="accent1"/>
          </a:fillRef>
          <a:effectRef idx="0">
            <a:schemeClr val="accent1"/>
          </a:effectRef>
          <a:fontRef idx="minor">
            <a:schemeClr val="tx1"/>
          </a:fontRef>
        </p:style>
      </p:cxnSp>
      <p:cxnSp>
        <p:nvCxnSpPr>
          <p:cNvPr id="96" name="直線矢印コネクタ 95">
            <a:extLst>
              <a:ext uri="{FF2B5EF4-FFF2-40B4-BE49-F238E27FC236}">
                <a16:creationId xmlns:a16="http://schemas.microsoft.com/office/drawing/2014/main" id="{8E3F474F-2295-4E81-8A6F-9AA606FE6F3C}"/>
              </a:ext>
            </a:extLst>
          </p:cNvPr>
          <p:cNvCxnSpPr>
            <a:cxnSpLocks/>
            <a:stCxn id="40" idx="2"/>
            <a:endCxn id="24" idx="0"/>
          </p:cNvCxnSpPr>
          <p:nvPr/>
        </p:nvCxnSpPr>
        <p:spPr>
          <a:xfrm flipH="1">
            <a:off x="1613855" y="5690738"/>
            <a:ext cx="1289" cy="353288"/>
          </a:xfrm>
          <a:prstGeom prst="straightConnector1">
            <a:avLst/>
          </a:prstGeom>
          <a:ln w="9525">
            <a:solidFill>
              <a:srgbClr val="003243"/>
            </a:solidFill>
            <a:tailEnd type="arrow"/>
          </a:ln>
        </p:spPr>
        <p:style>
          <a:lnRef idx="1">
            <a:schemeClr val="accent1"/>
          </a:lnRef>
          <a:fillRef idx="0">
            <a:schemeClr val="accent1"/>
          </a:fillRef>
          <a:effectRef idx="0">
            <a:schemeClr val="accent1"/>
          </a:effectRef>
          <a:fontRef idx="minor">
            <a:schemeClr val="tx1"/>
          </a:fontRef>
        </p:style>
      </p:cxnSp>
      <p:sp>
        <p:nvSpPr>
          <p:cNvPr id="97" name="テキスト ボックス 96">
            <a:extLst>
              <a:ext uri="{FF2B5EF4-FFF2-40B4-BE49-F238E27FC236}">
                <a16:creationId xmlns:a16="http://schemas.microsoft.com/office/drawing/2014/main" id="{A0FF268D-6216-405D-902A-35AB66551B34}"/>
              </a:ext>
            </a:extLst>
          </p:cNvPr>
          <p:cNvSpPr txBox="1"/>
          <p:nvPr/>
        </p:nvSpPr>
        <p:spPr>
          <a:xfrm>
            <a:off x="5282726" y="629970"/>
            <a:ext cx="4213427" cy="277911"/>
          </a:xfrm>
          <a:prstGeom prst="rect">
            <a:avLst/>
          </a:prstGeom>
          <a:solidFill>
            <a:schemeClr val="tx2">
              <a:lumMod val="20000"/>
              <a:lumOff val="80000"/>
            </a:schemeClr>
          </a:solidFill>
        </p:spPr>
        <p:txBody>
          <a:bodyPr wrap="square" rtlCol="0" anchor="ctr">
            <a:noAutofit/>
          </a:bodyPr>
          <a:lstStyle/>
          <a:p>
            <a:pPr algn="ctr" defTabSz="685800">
              <a:defRPr/>
            </a:pPr>
            <a:r>
              <a:rPr lang="en-US" altLang="ja-JP" sz="1400" b="1">
                <a:solidFill>
                  <a:srgbClr val="000000"/>
                </a:solidFill>
                <a:latin typeface="Meiryo UI" panose="020B0604030504040204" pitchFamily="50" charset="-128"/>
                <a:ea typeface="Meiryo UI" panose="020B0604030504040204" pitchFamily="50" charset="-128"/>
              </a:rPr>
              <a:t>To-Be</a:t>
            </a:r>
            <a:endParaRPr lang="ja-JP" altLang="en-US" sz="1400" b="1">
              <a:solidFill>
                <a:srgbClr val="000000"/>
              </a:solidFill>
              <a:latin typeface="Meiryo UI" panose="020B0604030504040204" pitchFamily="50" charset="-128"/>
              <a:ea typeface="Meiryo UI" panose="020B0604030504040204" pitchFamily="50" charset="-128"/>
            </a:endParaRPr>
          </a:p>
        </p:txBody>
      </p:sp>
      <p:cxnSp>
        <p:nvCxnSpPr>
          <p:cNvPr id="98" name="直線矢印コネクタ 97">
            <a:extLst>
              <a:ext uri="{FF2B5EF4-FFF2-40B4-BE49-F238E27FC236}">
                <a16:creationId xmlns:a16="http://schemas.microsoft.com/office/drawing/2014/main" id="{8EB84606-8B48-4CD8-866A-2964147FE3B7}"/>
              </a:ext>
            </a:extLst>
          </p:cNvPr>
          <p:cNvCxnSpPr>
            <a:cxnSpLocks/>
          </p:cNvCxnSpPr>
          <p:nvPr/>
        </p:nvCxnSpPr>
        <p:spPr>
          <a:xfrm flipH="1">
            <a:off x="3664242" y="5199033"/>
            <a:ext cx="284796" cy="166775"/>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99" name="四角形: 角を丸くする 98">
            <a:extLst>
              <a:ext uri="{FF2B5EF4-FFF2-40B4-BE49-F238E27FC236}">
                <a16:creationId xmlns:a16="http://schemas.microsoft.com/office/drawing/2014/main" id="{B1F987EC-9685-45D2-9E28-2DDFA67F1F00}"/>
              </a:ext>
            </a:extLst>
          </p:cNvPr>
          <p:cNvSpPr/>
          <p:nvPr/>
        </p:nvSpPr>
        <p:spPr>
          <a:xfrm>
            <a:off x="2251665" y="4046453"/>
            <a:ext cx="1107017" cy="1021699"/>
          </a:xfrm>
          <a:prstGeom prst="round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t" anchorCtr="0" forceAA="0" compatLnSpc="1">
            <a:prstTxWarp prst="textNoShape">
              <a:avLst/>
            </a:prstTxWarp>
            <a:noAutofit/>
          </a:bodyPr>
          <a:lstStyle/>
          <a:p>
            <a:r>
              <a:rPr lang="ja-JP" altLang="en-US" sz="900" dirty="0">
                <a:solidFill>
                  <a:schemeClr val="tx1"/>
                </a:solidFill>
              </a:rPr>
              <a:t>①現状の実装テーブルをもとにシステム横串で意味を整理し</a:t>
            </a:r>
            <a:r>
              <a:rPr lang="ja-JP" altLang="en-US" sz="900" u="sng" dirty="0">
                <a:solidFill>
                  <a:schemeClr val="tx1"/>
                </a:solidFill>
              </a:rPr>
              <a:t>現状の論理データモデル</a:t>
            </a:r>
            <a:r>
              <a:rPr lang="ja-JP" altLang="en-US" sz="900" dirty="0">
                <a:solidFill>
                  <a:schemeClr val="tx1"/>
                </a:solidFill>
              </a:rPr>
              <a:t>を作成。</a:t>
            </a:r>
            <a:endParaRPr kumimoji="1" lang="ja-JP" altLang="en-US" sz="900" dirty="0">
              <a:solidFill>
                <a:schemeClr val="tx1"/>
              </a:solidFill>
            </a:endParaRPr>
          </a:p>
        </p:txBody>
      </p:sp>
      <p:sp>
        <p:nvSpPr>
          <p:cNvPr id="100" name="四角形: 角を丸くする 99">
            <a:extLst>
              <a:ext uri="{FF2B5EF4-FFF2-40B4-BE49-F238E27FC236}">
                <a16:creationId xmlns:a16="http://schemas.microsoft.com/office/drawing/2014/main" id="{153D7BDA-5EBE-4E23-BC7E-002AE6A64633}"/>
              </a:ext>
            </a:extLst>
          </p:cNvPr>
          <p:cNvSpPr/>
          <p:nvPr/>
        </p:nvSpPr>
        <p:spPr>
          <a:xfrm>
            <a:off x="4354565" y="5750972"/>
            <a:ext cx="1579333" cy="983933"/>
          </a:xfrm>
          <a:prstGeom prst="round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t" anchorCtr="0" forceAA="0" compatLnSpc="1">
            <a:prstTxWarp prst="textNoShape">
              <a:avLst/>
            </a:prstTxWarp>
            <a:noAutofit/>
          </a:bodyPr>
          <a:lstStyle/>
          <a:p>
            <a:r>
              <a:rPr lang="ja-JP" altLang="en-US" sz="900" u="sng">
                <a:solidFill>
                  <a:schemeClr val="tx1"/>
                </a:solidFill>
              </a:rPr>
              <a:t>②現状の論理データモデル</a:t>
            </a:r>
            <a:r>
              <a:rPr lang="ja-JP" altLang="en-US" sz="900">
                <a:solidFill>
                  <a:schemeClr val="tx1"/>
                </a:solidFill>
              </a:rPr>
              <a:t>から課題抽出。課題に対する解決策を検討。</a:t>
            </a:r>
            <a:endParaRPr lang="en-US" altLang="ja-JP" sz="900">
              <a:solidFill>
                <a:schemeClr val="tx1"/>
              </a:solidFill>
            </a:endParaRPr>
          </a:p>
          <a:p>
            <a:r>
              <a:rPr lang="ja-JP" altLang="en-US" sz="900">
                <a:solidFill>
                  <a:schemeClr val="tx1"/>
                </a:solidFill>
                <a:latin typeface="+mn-ea"/>
              </a:rPr>
              <a:t>③解決策に基づき、</a:t>
            </a:r>
            <a:endParaRPr lang="en-US" altLang="ja-JP" sz="900">
              <a:solidFill>
                <a:schemeClr val="tx1"/>
              </a:solidFill>
              <a:latin typeface="+mn-ea"/>
            </a:endParaRPr>
          </a:p>
          <a:p>
            <a:r>
              <a:rPr lang="ja-JP" altLang="en-US" sz="900" u="sng">
                <a:solidFill>
                  <a:schemeClr val="tx1"/>
                </a:solidFill>
                <a:latin typeface="+mn-ea"/>
              </a:rPr>
              <a:t>新たな論理データモデル</a:t>
            </a:r>
            <a:r>
              <a:rPr lang="ja-JP" altLang="en-US" sz="900">
                <a:solidFill>
                  <a:schemeClr val="tx1"/>
                </a:solidFill>
                <a:latin typeface="+mn-ea"/>
              </a:rPr>
              <a:t>を設計。</a:t>
            </a:r>
          </a:p>
          <a:p>
            <a:endParaRPr kumimoji="1" lang="ja-JP" altLang="en-US" sz="900">
              <a:solidFill>
                <a:schemeClr val="tx1"/>
              </a:solidFill>
            </a:endParaRPr>
          </a:p>
        </p:txBody>
      </p:sp>
      <p:sp>
        <p:nvSpPr>
          <p:cNvPr id="101" name="四角形: 角を丸くする 100">
            <a:extLst>
              <a:ext uri="{FF2B5EF4-FFF2-40B4-BE49-F238E27FC236}">
                <a16:creationId xmlns:a16="http://schemas.microsoft.com/office/drawing/2014/main" id="{0A8865FB-E1D6-40C1-83C5-0AA21CB893EE}"/>
              </a:ext>
            </a:extLst>
          </p:cNvPr>
          <p:cNvSpPr/>
          <p:nvPr/>
        </p:nvSpPr>
        <p:spPr>
          <a:xfrm>
            <a:off x="8633383" y="3720916"/>
            <a:ext cx="1178953" cy="652546"/>
          </a:xfrm>
          <a:prstGeom prst="round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t" anchorCtr="0" forceAA="0" compatLnSpc="1">
            <a:prstTxWarp prst="textNoShape">
              <a:avLst/>
            </a:prstTxWarp>
            <a:noAutofit/>
          </a:bodyPr>
          <a:lstStyle/>
          <a:p>
            <a:r>
              <a:rPr lang="ja-JP" altLang="en-US" sz="900" u="sng">
                <a:solidFill>
                  <a:schemeClr val="tx1"/>
                </a:solidFill>
              </a:rPr>
              <a:t>④新たな論理データモデル</a:t>
            </a:r>
            <a:r>
              <a:rPr lang="ja-JP" altLang="en-US" sz="900">
                <a:solidFill>
                  <a:schemeClr val="tx1"/>
                </a:solidFill>
              </a:rPr>
              <a:t>をもとに実装テーブルを設計。</a:t>
            </a:r>
            <a:endParaRPr kumimoji="1" lang="ja-JP" altLang="en-US" sz="900">
              <a:solidFill>
                <a:schemeClr val="tx1"/>
              </a:solidFill>
            </a:endParaRPr>
          </a:p>
        </p:txBody>
      </p:sp>
      <p:sp>
        <p:nvSpPr>
          <p:cNvPr id="102" name="テキスト ボックス 101">
            <a:extLst>
              <a:ext uri="{FF2B5EF4-FFF2-40B4-BE49-F238E27FC236}">
                <a16:creationId xmlns:a16="http://schemas.microsoft.com/office/drawing/2014/main" id="{300F2418-7BAB-4E98-BA5B-D74BCF54BE3B}"/>
              </a:ext>
            </a:extLst>
          </p:cNvPr>
          <p:cNvSpPr txBox="1"/>
          <p:nvPr/>
        </p:nvSpPr>
        <p:spPr>
          <a:xfrm>
            <a:off x="5274132" y="3993337"/>
            <a:ext cx="2052419" cy="276999"/>
          </a:xfrm>
          <a:prstGeom prst="rect">
            <a:avLst/>
          </a:prstGeom>
          <a:noFill/>
        </p:spPr>
        <p:txBody>
          <a:bodyPr wrap="square" rtlCol="0">
            <a:spAutoFit/>
          </a:bodyPr>
          <a:lstStyle/>
          <a:p>
            <a:r>
              <a:rPr lang="en-US" altLang="ja-JP" sz="1200" b="1" err="1">
                <a:solidFill>
                  <a:schemeClr val="accent5">
                    <a:lumMod val="75000"/>
                  </a:schemeClr>
                </a:solidFill>
                <a:latin typeface="Meiryo UI" panose="020B0604030504040204" pitchFamily="50" charset="-128"/>
                <a:ea typeface="Meiryo UI" panose="020B0604030504040204" pitchFamily="50" charset="-128"/>
              </a:rPr>
              <a:t>ToBe</a:t>
            </a:r>
            <a:r>
              <a:rPr lang="ja-JP" altLang="en-US" sz="1200" b="1">
                <a:solidFill>
                  <a:schemeClr val="accent5">
                    <a:lumMod val="75000"/>
                  </a:schemeClr>
                </a:solidFill>
                <a:latin typeface="Meiryo UI" panose="020B0604030504040204" pitchFamily="50" charset="-128"/>
                <a:ea typeface="Meiryo UI" panose="020B0604030504040204" pitchFamily="50" charset="-128"/>
              </a:rPr>
              <a:t>論理データモデル</a:t>
            </a:r>
          </a:p>
        </p:txBody>
      </p:sp>
      <p:sp>
        <p:nvSpPr>
          <p:cNvPr id="103" name="矢印: 下 102">
            <a:extLst>
              <a:ext uri="{FF2B5EF4-FFF2-40B4-BE49-F238E27FC236}">
                <a16:creationId xmlns:a16="http://schemas.microsoft.com/office/drawing/2014/main" id="{1D9F1263-D858-4669-AE29-29DE12FB09AE}"/>
              </a:ext>
            </a:extLst>
          </p:cNvPr>
          <p:cNvSpPr/>
          <p:nvPr/>
        </p:nvSpPr>
        <p:spPr>
          <a:xfrm>
            <a:off x="1587199" y="3620395"/>
            <a:ext cx="1998807" cy="486628"/>
          </a:xfrm>
          <a:prstGeom prst="downArrow">
            <a:avLst>
              <a:gd name="adj1" fmla="val 61594"/>
              <a:gd name="adj2" fmla="val 39691"/>
            </a:avLst>
          </a:prstGeom>
          <a:solidFill>
            <a:schemeClr val="accent5">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000" b="1" err="1">
                <a:solidFill>
                  <a:schemeClr val="bg1"/>
                </a:solidFill>
              </a:rPr>
              <a:t>AsIs</a:t>
            </a:r>
            <a:r>
              <a:rPr lang="ja-JP" altLang="en-US" sz="1000" b="1">
                <a:solidFill>
                  <a:schemeClr val="bg1"/>
                </a:solidFill>
              </a:rPr>
              <a:t>分析・統合</a:t>
            </a:r>
            <a:endParaRPr kumimoji="1" lang="ja-JP" altLang="en-US" sz="1000" b="1">
              <a:solidFill>
                <a:schemeClr val="bg1"/>
              </a:solidFill>
            </a:endParaRPr>
          </a:p>
        </p:txBody>
      </p:sp>
      <p:sp>
        <p:nvSpPr>
          <p:cNvPr id="104" name="思考の吹き出し: 雲形 103">
            <a:extLst>
              <a:ext uri="{FF2B5EF4-FFF2-40B4-BE49-F238E27FC236}">
                <a16:creationId xmlns:a16="http://schemas.microsoft.com/office/drawing/2014/main" id="{B27D8AD9-546D-4E93-AD78-DDF5EC5E05E7}"/>
              </a:ext>
            </a:extLst>
          </p:cNvPr>
          <p:cNvSpPr/>
          <p:nvPr/>
        </p:nvSpPr>
        <p:spPr>
          <a:xfrm rot="20925104">
            <a:off x="3273929" y="4092299"/>
            <a:ext cx="907246" cy="459788"/>
          </a:xfrm>
          <a:prstGeom prst="cloudCallout">
            <a:avLst>
              <a:gd name="adj1" fmla="val 9473"/>
              <a:gd name="adj2" fmla="val 92700"/>
            </a:avLst>
          </a:prstGeom>
          <a:solidFill>
            <a:srgbClr val="FFFF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b="1">
                <a:solidFill>
                  <a:schemeClr val="tx1"/>
                </a:solidFill>
              </a:rPr>
              <a:t>予算と比較したい</a:t>
            </a:r>
            <a:endParaRPr kumimoji="1" lang="ja-JP" altLang="en-US" sz="800" b="1">
              <a:solidFill>
                <a:schemeClr val="tx1"/>
              </a:solidFill>
            </a:endParaRPr>
          </a:p>
        </p:txBody>
      </p:sp>
      <p:sp>
        <p:nvSpPr>
          <p:cNvPr id="105" name="矢印: 折線 104">
            <a:extLst>
              <a:ext uri="{FF2B5EF4-FFF2-40B4-BE49-F238E27FC236}">
                <a16:creationId xmlns:a16="http://schemas.microsoft.com/office/drawing/2014/main" id="{0D595876-3C5A-49CF-A860-73B987196851}"/>
              </a:ext>
            </a:extLst>
          </p:cNvPr>
          <p:cNvSpPr/>
          <p:nvPr/>
        </p:nvSpPr>
        <p:spPr>
          <a:xfrm rot="10800000">
            <a:off x="8097453" y="3602192"/>
            <a:ext cx="459787" cy="460354"/>
          </a:xfrm>
          <a:prstGeom prst="bentArrow">
            <a:avLst>
              <a:gd name="adj1" fmla="val 28862"/>
              <a:gd name="adj2" fmla="val 32723"/>
              <a:gd name="adj3" fmla="val 25000"/>
              <a:gd name="adj4" fmla="val 43750"/>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ctr" anchorCtr="0" forceAA="0" compatLnSpc="1">
            <a:prstTxWarp prst="textNoShape">
              <a:avLst/>
            </a:prstTxWarp>
            <a:noAutofit/>
          </a:bodyPr>
          <a:lstStyle/>
          <a:p>
            <a:pPr algn="ctr"/>
            <a:endParaRPr kumimoji="1" lang="ja-JP" altLang="en-US" sz="1000">
              <a:solidFill>
                <a:schemeClr val="tx1"/>
              </a:solidFill>
            </a:endParaRPr>
          </a:p>
        </p:txBody>
      </p:sp>
      <p:sp>
        <p:nvSpPr>
          <p:cNvPr id="106" name="正方形/長方形 105">
            <a:extLst>
              <a:ext uri="{FF2B5EF4-FFF2-40B4-BE49-F238E27FC236}">
                <a16:creationId xmlns:a16="http://schemas.microsoft.com/office/drawing/2014/main" id="{610ADDFF-A027-41F8-9597-79428DE374F6}"/>
              </a:ext>
            </a:extLst>
          </p:cNvPr>
          <p:cNvSpPr/>
          <p:nvPr/>
        </p:nvSpPr>
        <p:spPr>
          <a:xfrm>
            <a:off x="8413302" y="3142486"/>
            <a:ext cx="748631" cy="48903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ctr" anchorCtr="0" forceAA="0" compatLnSpc="1">
            <a:prstTxWarp prst="textNoShape">
              <a:avLst/>
            </a:prstTxWarp>
            <a:noAutofit/>
          </a:bodyPr>
          <a:lstStyle/>
          <a:p>
            <a:r>
              <a:rPr kumimoji="1" lang="ja-JP" altLang="en-US" sz="1100" b="1">
                <a:solidFill>
                  <a:schemeClr val="tx1"/>
                </a:solidFill>
              </a:rPr>
              <a:t> 実装</a:t>
            </a:r>
            <a:endParaRPr kumimoji="1" lang="en-US" altLang="ja-JP" sz="1100" b="1">
              <a:solidFill>
                <a:schemeClr val="tx1"/>
              </a:solidFill>
            </a:endParaRPr>
          </a:p>
          <a:p>
            <a:r>
              <a:rPr kumimoji="1" lang="ja-JP" altLang="en-US" sz="1100" b="1">
                <a:solidFill>
                  <a:schemeClr val="tx1"/>
                </a:solidFill>
              </a:rPr>
              <a:t> 要件</a:t>
            </a:r>
            <a:r>
              <a:rPr kumimoji="1" lang="en-US" altLang="ja-JP" sz="1100" b="1">
                <a:solidFill>
                  <a:schemeClr val="tx1"/>
                </a:solidFill>
              </a:rPr>
              <a:t>(</a:t>
            </a:r>
            <a:r>
              <a:rPr lang="ja-JP" altLang="en-US" sz="1100" b="1">
                <a:solidFill>
                  <a:schemeClr val="tx1"/>
                </a:solidFill>
              </a:rPr>
              <a:t>＊</a:t>
            </a:r>
            <a:r>
              <a:rPr kumimoji="1" lang="ja-JP" altLang="en-US" sz="1100" b="1">
                <a:solidFill>
                  <a:schemeClr val="tx1"/>
                </a:solidFill>
              </a:rPr>
              <a:t>）</a:t>
            </a:r>
          </a:p>
        </p:txBody>
      </p:sp>
      <p:sp>
        <p:nvSpPr>
          <p:cNvPr id="107" name="矢印: 下 106">
            <a:extLst>
              <a:ext uri="{FF2B5EF4-FFF2-40B4-BE49-F238E27FC236}">
                <a16:creationId xmlns:a16="http://schemas.microsoft.com/office/drawing/2014/main" id="{F597B298-7521-417B-9B59-C2514D605375}"/>
              </a:ext>
            </a:extLst>
          </p:cNvPr>
          <p:cNvSpPr/>
          <p:nvPr/>
        </p:nvSpPr>
        <p:spPr>
          <a:xfrm rot="16200000">
            <a:off x="4172088" y="4670756"/>
            <a:ext cx="1753720" cy="658868"/>
          </a:xfrm>
          <a:prstGeom prst="downArrow">
            <a:avLst>
              <a:gd name="adj1" fmla="val 61594"/>
              <a:gd name="adj2" fmla="val 39691"/>
            </a:avLst>
          </a:prstGeom>
          <a:solidFill>
            <a:schemeClr val="accent5">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b="1" err="1">
                <a:solidFill>
                  <a:schemeClr val="bg1"/>
                </a:solidFill>
              </a:rPr>
              <a:t>ToBe</a:t>
            </a:r>
            <a:r>
              <a:rPr kumimoji="1" lang="ja-JP" altLang="en-US" sz="1000" b="1">
                <a:solidFill>
                  <a:schemeClr val="bg1"/>
                </a:solidFill>
              </a:rPr>
              <a:t>検討</a:t>
            </a:r>
          </a:p>
        </p:txBody>
      </p:sp>
      <p:sp>
        <p:nvSpPr>
          <p:cNvPr id="108" name="矢印: 折線 107">
            <a:extLst>
              <a:ext uri="{FF2B5EF4-FFF2-40B4-BE49-F238E27FC236}">
                <a16:creationId xmlns:a16="http://schemas.microsoft.com/office/drawing/2014/main" id="{6609C6D8-724B-46AB-AE24-76A1D6737A2C}"/>
              </a:ext>
            </a:extLst>
          </p:cNvPr>
          <p:cNvSpPr/>
          <p:nvPr/>
        </p:nvSpPr>
        <p:spPr>
          <a:xfrm rot="5400000">
            <a:off x="4691213" y="4087961"/>
            <a:ext cx="459787" cy="460354"/>
          </a:xfrm>
          <a:prstGeom prst="bentArrow">
            <a:avLst>
              <a:gd name="adj1" fmla="val 28862"/>
              <a:gd name="adj2" fmla="val 32723"/>
              <a:gd name="adj3" fmla="val 25000"/>
              <a:gd name="adj4" fmla="val 43750"/>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ctr" anchorCtr="0" forceAA="0" compatLnSpc="1">
            <a:prstTxWarp prst="textNoShape">
              <a:avLst/>
            </a:prstTxWarp>
            <a:noAutofit/>
          </a:bodyPr>
          <a:lstStyle/>
          <a:p>
            <a:pPr algn="ctr"/>
            <a:endParaRPr kumimoji="1" lang="ja-JP" altLang="en-US" sz="1000">
              <a:solidFill>
                <a:schemeClr val="tx1"/>
              </a:solidFill>
            </a:endParaRPr>
          </a:p>
        </p:txBody>
      </p:sp>
      <p:sp>
        <p:nvSpPr>
          <p:cNvPr id="109" name="正方形/長方形 108">
            <a:extLst>
              <a:ext uri="{FF2B5EF4-FFF2-40B4-BE49-F238E27FC236}">
                <a16:creationId xmlns:a16="http://schemas.microsoft.com/office/drawing/2014/main" id="{0DB2BC5D-6A37-4FB1-8853-DF1607D47B02}"/>
              </a:ext>
            </a:extLst>
          </p:cNvPr>
          <p:cNvSpPr/>
          <p:nvPr/>
        </p:nvSpPr>
        <p:spPr>
          <a:xfrm>
            <a:off x="4156573" y="3775072"/>
            <a:ext cx="645880" cy="48903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ctr" anchorCtr="0" forceAA="0" compatLnSpc="1">
            <a:prstTxWarp prst="textNoShape">
              <a:avLst/>
            </a:prstTxWarp>
            <a:noAutofit/>
          </a:bodyPr>
          <a:lstStyle/>
          <a:p>
            <a:pPr algn="ctr"/>
            <a:r>
              <a:rPr kumimoji="1" lang="ja-JP" altLang="en-US" sz="1100" b="1">
                <a:solidFill>
                  <a:schemeClr val="tx1"/>
                </a:solidFill>
              </a:rPr>
              <a:t>業務</a:t>
            </a:r>
            <a:endParaRPr kumimoji="1" lang="en-US" altLang="ja-JP" sz="1100" b="1">
              <a:solidFill>
                <a:schemeClr val="tx1"/>
              </a:solidFill>
            </a:endParaRPr>
          </a:p>
          <a:p>
            <a:pPr algn="ctr"/>
            <a:r>
              <a:rPr kumimoji="1" lang="ja-JP" altLang="en-US" sz="1100" b="1">
                <a:solidFill>
                  <a:schemeClr val="tx1"/>
                </a:solidFill>
              </a:rPr>
              <a:t>要件</a:t>
            </a:r>
          </a:p>
        </p:txBody>
      </p:sp>
      <p:sp>
        <p:nvSpPr>
          <p:cNvPr id="110" name="思考の吹き出し: 雲形 109">
            <a:extLst>
              <a:ext uri="{FF2B5EF4-FFF2-40B4-BE49-F238E27FC236}">
                <a16:creationId xmlns:a16="http://schemas.microsoft.com/office/drawing/2014/main" id="{2EF117EB-2AF0-4345-A7C7-9D7E0AF09414}"/>
              </a:ext>
            </a:extLst>
          </p:cNvPr>
          <p:cNvSpPr/>
          <p:nvPr/>
        </p:nvSpPr>
        <p:spPr>
          <a:xfrm rot="1436363">
            <a:off x="4041836" y="4711217"/>
            <a:ext cx="826199" cy="416529"/>
          </a:xfrm>
          <a:prstGeom prst="cloudCallout">
            <a:avLst>
              <a:gd name="adj1" fmla="val -33318"/>
              <a:gd name="adj2" fmla="val 69341"/>
            </a:avLst>
          </a:prstGeom>
          <a:solidFill>
            <a:srgbClr val="FFFFFF"/>
          </a:solidFill>
          <a:ln w="6350">
            <a:solidFill>
              <a:srgbClr val="003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b="1">
                <a:solidFill>
                  <a:schemeClr val="tx1"/>
                </a:solidFill>
              </a:rPr>
              <a:t>見積を</a:t>
            </a:r>
            <a:endParaRPr lang="en-US" altLang="ja-JP" sz="800" b="1">
              <a:solidFill>
                <a:schemeClr val="tx1"/>
              </a:solidFill>
            </a:endParaRPr>
          </a:p>
          <a:p>
            <a:pPr algn="ctr"/>
            <a:r>
              <a:rPr lang="ja-JP" altLang="en-US" sz="800" b="1">
                <a:solidFill>
                  <a:schemeClr val="tx1"/>
                </a:solidFill>
              </a:rPr>
              <a:t>効率よく作りたい</a:t>
            </a:r>
            <a:endParaRPr kumimoji="1" lang="ja-JP" altLang="en-US" sz="800" b="1">
              <a:solidFill>
                <a:schemeClr val="tx1"/>
              </a:solidFill>
            </a:endParaRPr>
          </a:p>
        </p:txBody>
      </p:sp>
      <p:sp>
        <p:nvSpPr>
          <p:cNvPr id="111" name="四角形: 角を丸くする 110">
            <a:extLst>
              <a:ext uri="{FF2B5EF4-FFF2-40B4-BE49-F238E27FC236}">
                <a16:creationId xmlns:a16="http://schemas.microsoft.com/office/drawing/2014/main" id="{B218B635-2283-447A-9E6B-5AFDF1B308A9}"/>
              </a:ext>
            </a:extLst>
          </p:cNvPr>
          <p:cNvSpPr/>
          <p:nvPr/>
        </p:nvSpPr>
        <p:spPr>
          <a:xfrm>
            <a:off x="8457468" y="2743629"/>
            <a:ext cx="1178953" cy="652546"/>
          </a:xfrm>
          <a:prstGeom prst="round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t" anchorCtr="0" forceAA="0" compatLnSpc="1">
            <a:prstTxWarp prst="textNoShape">
              <a:avLst/>
            </a:prstTxWarp>
            <a:noAutofit/>
          </a:bodyPr>
          <a:lstStyle/>
          <a:p>
            <a:r>
              <a:rPr lang="en-US" altLang="ja-JP" sz="900">
                <a:solidFill>
                  <a:schemeClr val="tx1"/>
                </a:solidFill>
              </a:rPr>
              <a:t>(</a:t>
            </a:r>
            <a:r>
              <a:rPr lang="ja-JP" altLang="en-US" sz="900">
                <a:solidFill>
                  <a:schemeClr val="tx1"/>
                </a:solidFill>
              </a:rPr>
              <a:t>＊</a:t>
            </a:r>
            <a:r>
              <a:rPr lang="en-US" altLang="ja-JP" sz="900">
                <a:solidFill>
                  <a:schemeClr val="tx1"/>
                </a:solidFill>
              </a:rPr>
              <a:t>)</a:t>
            </a:r>
            <a:r>
              <a:rPr lang="ja-JP" altLang="en-US" sz="900">
                <a:solidFill>
                  <a:schemeClr val="tx1"/>
                </a:solidFill>
              </a:rPr>
              <a:t> </a:t>
            </a:r>
            <a:r>
              <a:rPr lang="en-US" altLang="ja-JP" sz="900">
                <a:solidFill>
                  <a:schemeClr val="tx1"/>
                </a:solidFill>
              </a:rPr>
              <a:t>DBMS</a:t>
            </a:r>
            <a:r>
              <a:rPr lang="ja-JP" altLang="en-US" sz="900">
                <a:solidFill>
                  <a:schemeClr val="tx1"/>
                </a:solidFill>
              </a:rPr>
              <a:t>の制約、　</a:t>
            </a:r>
            <a:endParaRPr lang="en-US" altLang="ja-JP" sz="900">
              <a:solidFill>
                <a:schemeClr val="tx1"/>
              </a:solidFill>
            </a:endParaRPr>
          </a:p>
          <a:p>
            <a:r>
              <a:rPr lang="ja-JP" altLang="en-US" sz="900">
                <a:solidFill>
                  <a:schemeClr val="tx1"/>
                </a:solidFill>
              </a:rPr>
              <a:t>　レスポンス等</a:t>
            </a:r>
            <a:endParaRPr kumimoji="1" lang="ja-JP" altLang="en-US" sz="900">
              <a:solidFill>
                <a:schemeClr val="tx1"/>
              </a:solidFill>
            </a:endParaRPr>
          </a:p>
        </p:txBody>
      </p:sp>
      <p:grpSp>
        <p:nvGrpSpPr>
          <p:cNvPr id="112" name="グループ化 111">
            <a:extLst>
              <a:ext uri="{FF2B5EF4-FFF2-40B4-BE49-F238E27FC236}">
                <a16:creationId xmlns:a16="http://schemas.microsoft.com/office/drawing/2014/main" id="{B42D833A-535B-4496-935B-0231708BF6D0}"/>
              </a:ext>
            </a:extLst>
          </p:cNvPr>
          <p:cNvGrpSpPr/>
          <p:nvPr/>
        </p:nvGrpSpPr>
        <p:grpSpPr>
          <a:xfrm>
            <a:off x="4020525" y="2221393"/>
            <a:ext cx="1744815" cy="1595888"/>
            <a:chOff x="4020525" y="2221393"/>
            <a:chExt cx="1744815" cy="1595888"/>
          </a:xfrm>
        </p:grpSpPr>
        <p:sp>
          <p:nvSpPr>
            <p:cNvPr id="113" name="四角形: 角を丸くする 112">
              <a:extLst>
                <a:ext uri="{FF2B5EF4-FFF2-40B4-BE49-F238E27FC236}">
                  <a16:creationId xmlns:a16="http://schemas.microsoft.com/office/drawing/2014/main" id="{625A6721-FE1D-492F-9ABE-CC0F10B56F28}"/>
                </a:ext>
              </a:extLst>
            </p:cNvPr>
            <p:cNvSpPr/>
            <p:nvPr/>
          </p:nvSpPr>
          <p:spPr>
            <a:xfrm>
              <a:off x="4020525" y="2221393"/>
              <a:ext cx="1744815" cy="1415090"/>
            </a:xfrm>
            <a:prstGeom prst="roundRect">
              <a:avLst/>
            </a:prstGeom>
            <a:gradFill>
              <a:gsLst>
                <a:gs pos="0">
                  <a:schemeClr val="tx2">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latin typeface="Meiryo UI" panose="020B0604030504040204" pitchFamily="50" charset="-128"/>
                <a:ea typeface="Meiryo UI" panose="020B0604030504040204" pitchFamily="50" charset="-128"/>
              </a:endParaRPr>
            </a:p>
          </p:txBody>
        </p:sp>
        <p:sp>
          <p:nvSpPr>
            <p:cNvPr id="114" name="正方形/長方形 113">
              <a:extLst>
                <a:ext uri="{FF2B5EF4-FFF2-40B4-BE49-F238E27FC236}">
                  <a16:creationId xmlns:a16="http://schemas.microsoft.com/office/drawing/2014/main" id="{E99F9D02-D7F7-4FBF-90DF-90618E653409}"/>
                </a:ext>
              </a:extLst>
            </p:cNvPr>
            <p:cNvSpPr/>
            <p:nvPr/>
          </p:nvSpPr>
          <p:spPr>
            <a:xfrm>
              <a:off x="4072163" y="2370731"/>
              <a:ext cx="1658283" cy="1446550"/>
            </a:xfrm>
            <a:prstGeom prst="rect">
              <a:avLst/>
            </a:prstGeom>
          </p:spPr>
          <p:txBody>
            <a:bodyPr wrap="square">
              <a:spAutoFit/>
            </a:bodyPr>
            <a:lstStyle/>
            <a:p>
              <a:pPr algn="just">
                <a:spcAft>
                  <a:spcPts val="0"/>
                </a:spcAft>
              </a:pPr>
              <a:r>
                <a:rPr lang="en-US" altLang="ja-JP" sz="1200" b="1" kern="100">
                  <a:latin typeface="Arial" panose="020B0604020202020204" pitchFamily="34" charset="0"/>
                  <a:ea typeface="ＭＳ Ｐゴシック" panose="020B0600070205080204" pitchFamily="50" charset="-128"/>
                </a:rPr>
                <a:t>D-MAP</a:t>
              </a:r>
              <a:r>
                <a:rPr lang="ja-JP" altLang="en-US" sz="1200" b="1" kern="100">
                  <a:latin typeface="Arial" panose="020B0604020202020204" pitchFamily="34" charset="0"/>
                  <a:ea typeface="ＭＳ Ｐゴシック" panose="020B0600070205080204" pitchFamily="50" charset="-128"/>
                </a:rPr>
                <a:t>上に理想的なデータ構造を実装するには、データ目線で現状の整理をし、最適な構成を検討する必要がある。</a:t>
              </a:r>
              <a:endParaRPr lang="en-US" altLang="ja-JP" sz="1200" b="1" kern="100">
                <a:latin typeface="Arial" panose="020B0604020202020204" pitchFamily="34" charset="0"/>
                <a:ea typeface="ＭＳ Ｐゴシック" panose="020B0600070205080204" pitchFamily="50" charset="-128"/>
              </a:endParaRPr>
            </a:p>
            <a:p>
              <a:pPr algn="just">
                <a:spcAft>
                  <a:spcPts val="0"/>
                </a:spcAft>
              </a:pPr>
              <a:r>
                <a:rPr lang="ja-JP" altLang="en-US" sz="1600" kern="100">
                  <a:latin typeface="Arial" panose="020B0604020202020204" pitchFamily="34" charset="0"/>
                  <a:ea typeface="ＭＳ Ｐゴシック" panose="020B0600070205080204" pitchFamily="50" charset="-128"/>
                </a:rPr>
                <a:t>　</a:t>
              </a:r>
              <a:endParaRPr lang="en-US" altLang="ja-JP" sz="1600" kern="100">
                <a:latin typeface="Arial" panose="020B0604020202020204" pitchFamily="34" charset="0"/>
                <a:ea typeface="ＭＳ Ｐゴシック" panose="020B0600070205080204" pitchFamily="50" charset="-128"/>
              </a:endParaRPr>
            </a:p>
          </p:txBody>
        </p:sp>
      </p:grpSp>
    </p:spTree>
    <p:extLst>
      <p:ext uri="{BB962C8B-B14F-4D97-AF65-F5344CB8AC3E}">
        <p14:creationId xmlns:p14="http://schemas.microsoft.com/office/powerpoint/2010/main" val="4286954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9F98F49B-E83A-42D8-BDF3-E748F1B29D0D}"/>
              </a:ext>
            </a:extLst>
          </p:cNvPr>
          <p:cNvSpPr>
            <a:spLocks noGrp="1"/>
          </p:cNvSpPr>
          <p:nvPr>
            <p:ph type="title"/>
          </p:nvPr>
        </p:nvSpPr>
        <p:spPr/>
        <p:txBody>
          <a:bodyPr/>
          <a:lstStyle/>
          <a:p>
            <a:r>
              <a:rPr lang="ja-JP" altLang="en-US" dirty="0"/>
              <a:t>データマネジメント</a:t>
            </a:r>
            <a:r>
              <a:rPr lang="en-US" altLang="ja-JP" dirty="0"/>
              <a:t>/</a:t>
            </a:r>
            <a:r>
              <a:rPr lang="ja-JP" altLang="en-US" dirty="0"/>
              <a:t>モデル</a:t>
            </a:r>
            <a:r>
              <a:rPr lang="en-US" altLang="ja-JP" dirty="0"/>
              <a:t>T</a:t>
            </a:r>
            <a:r>
              <a:rPr lang="ja-JP" altLang="en-US" dirty="0"/>
              <a:t>　支援体制</a:t>
            </a:r>
            <a:endParaRPr lang="en-US" altLang="ja-JP" dirty="0"/>
          </a:p>
        </p:txBody>
      </p:sp>
      <p:sp>
        <p:nvSpPr>
          <p:cNvPr id="155" name="テキスト ボックス 154">
            <a:extLst>
              <a:ext uri="{FF2B5EF4-FFF2-40B4-BE49-F238E27FC236}">
                <a16:creationId xmlns:a16="http://schemas.microsoft.com/office/drawing/2014/main" id="{C4488ADC-C7F6-40BA-A4D1-79B5CABA7987}"/>
              </a:ext>
            </a:extLst>
          </p:cNvPr>
          <p:cNvSpPr txBox="1"/>
          <p:nvPr/>
        </p:nvSpPr>
        <p:spPr>
          <a:xfrm>
            <a:off x="220063" y="643686"/>
            <a:ext cx="9465869" cy="307777"/>
          </a:xfrm>
          <a:prstGeom prst="rect">
            <a:avLst/>
          </a:prstGeom>
          <a:noFill/>
        </p:spPr>
        <p:txBody>
          <a:bodyPr wrap="square" rtlCol="0">
            <a:spAutoFit/>
          </a:bodyPr>
          <a:lstStyle/>
          <a:p>
            <a:r>
              <a:rPr lang="ja-JP" altLang="en-US" sz="1400" dirty="0">
                <a:latin typeface="+mn-ea"/>
              </a:rPr>
              <a:t>データマネジメント</a:t>
            </a:r>
            <a:r>
              <a:rPr lang="en-US" altLang="ja-JP" sz="1400" dirty="0">
                <a:latin typeface="+mn-ea"/>
              </a:rPr>
              <a:t>/</a:t>
            </a:r>
            <a:r>
              <a:rPr lang="ja-JP" altLang="en-US" sz="1400" dirty="0">
                <a:latin typeface="+mn-ea"/>
              </a:rPr>
              <a:t>モデル</a:t>
            </a:r>
            <a:r>
              <a:rPr lang="en-US" altLang="ja-JP" sz="1400" dirty="0">
                <a:latin typeface="+mn-ea"/>
              </a:rPr>
              <a:t>T</a:t>
            </a:r>
            <a:r>
              <a:rPr lang="ja-JP" altLang="en-US" sz="1400" dirty="0">
                <a:latin typeface="+mn-ea"/>
              </a:rPr>
              <a:t>は、</a:t>
            </a:r>
            <a:r>
              <a:rPr lang="en-US" altLang="ja-JP" sz="1400" dirty="0">
                <a:latin typeface="+mn-ea"/>
              </a:rPr>
              <a:t>Agile</a:t>
            </a:r>
            <a:r>
              <a:rPr lang="ja-JP" altLang="en-US" sz="1400" dirty="0">
                <a:latin typeface="+mn-ea"/>
              </a:rPr>
              <a:t>検証</a:t>
            </a:r>
            <a:r>
              <a:rPr lang="en-US" altLang="ja-JP" sz="1400" dirty="0">
                <a:latin typeface="+mn-ea"/>
              </a:rPr>
              <a:t>Tm</a:t>
            </a:r>
            <a:r>
              <a:rPr lang="ja-JP" altLang="en-US" sz="1400" dirty="0">
                <a:latin typeface="+mn-ea"/>
              </a:rPr>
              <a:t>の一員として参画することを想定しています。</a:t>
            </a:r>
            <a:endParaRPr lang="en-US" altLang="ja-JP" sz="1400" dirty="0">
              <a:latin typeface="+mn-ea"/>
            </a:endParaRPr>
          </a:p>
        </p:txBody>
      </p:sp>
      <p:sp>
        <p:nvSpPr>
          <p:cNvPr id="5" name="正方形/長方形 4">
            <a:extLst>
              <a:ext uri="{FF2B5EF4-FFF2-40B4-BE49-F238E27FC236}">
                <a16:creationId xmlns:a16="http://schemas.microsoft.com/office/drawing/2014/main" id="{3447C9A6-14C3-44A5-8151-AFE3CDFA03A6}"/>
              </a:ext>
            </a:extLst>
          </p:cNvPr>
          <p:cNvSpPr/>
          <p:nvPr/>
        </p:nvSpPr>
        <p:spPr>
          <a:xfrm>
            <a:off x="7751159" y="182739"/>
            <a:ext cx="1989639" cy="978615"/>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r>
              <a:rPr kumimoji="1" lang="ja-JP" altLang="en-US" sz="1050" dirty="0">
                <a:solidFill>
                  <a:schemeClr val="bg1"/>
                </a:solidFill>
                <a:latin typeface="+mj-ea"/>
                <a:ea typeface="+mj-ea"/>
              </a:rPr>
              <a:t>■</a:t>
            </a:r>
            <a:r>
              <a:rPr kumimoji="1" lang="en-US" altLang="ja-JP" sz="1050" dirty="0">
                <a:solidFill>
                  <a:schemeClr val="bg1"/>
                </a:solidFill>
                <a:latin typeface="+mj-ea"/>
                <a:ea typeface="+mj-ea"/>
              </a:rPr>
              <a:t>PMO</a:t>
            </a:r>
            <a:r>
              <a:rPr kumimoji="1" lang="ja-JP" altLang="en-US" sz="1050" dirty="0">
                <a:solidFill>
                  <a:schemeClr val="bg1"/>
                </a:solidFill>
                <a:latin typeface="+mj-ea"/>
                <a:ea typeface="+mj-ea"/>
              </a:rPr>
              <a:t>ご相談事項</a:t>
            </a:r>
            <a:endParaRPr kumimoji="1" lang="en-US" altLang="ja-JP" sz="1050" dirty="0">
              <a:solidFill>
                <a:schemeClr val="bg1"/>
              </a:solidFill>
              <a:latin typeface="+mj-ea"/>
              <a:ea typeface="+mj-ea"/>
            </a:endParaRPr>
          </a:p>
          <a:p>
            <a:r>
              <a:rPr lang="ja-JP" altLang="en-US" sz="1050" dirty="0">
                <a:solidFill>
                  <a:schemeClr val="bg1"/>
                </a:solidFill>
                <a:latin typeface="+mj-ea"/>
                <a:ea typeface="+mj-ea"/>
              </a:rPr>
              <a:t>・本チームの</a:t>
            </a:r>
            <a:r>
              <a:rPr lang="en-US" altLang="ja-JP" sz="1050" dirty="0">
                <a:solidFill>
                  <a:schemeClr val="bg1"/>
                </a:solidFill>
                <a:latin typeface="+mj-ea"/>
                <a:ea typeface="+mj-ea"/>
              </a:rPr>
              <a:t>STEP2/Sprint</a:t>
            </a:r>
            <a:r>
              <a:rPr lang="ja-JP" altLang="en-US" sz="1050" dirty="0">
                <a:solidFill>
                  <a:schemeClr val="bg1"/>
                </a:solidFill>
                <a:latin typeface="+mj-ea"/>
                <a:ea typeface="+mj-ea"/>
              </a:rPr>
              <a:t>内での位置づけのご認識があればいただきたい。</a:t>
            </a:r>
            <a:r>
              <a:rPr lang="en-US" altLang="ja-JP" sz="1050" dirty="0">
                <a:solidFill>
                  <a:schemeClr val="bg1"/>
                </a:solidFill>
                <a:latin typeface="+mj-ea"/>
                <a:ea typeface="+mj-ea"/>
              </a:rPr>
              <a:t>(Sprint</a:t>
            </a:r>
            <a:r>
              <a:rPr lang="ja-JP" altLang="en-US" sz="1050" dirty="0">
                <a:solidFill>
                  <a:schemeClr val="bg1"/>
                </a:solidFill>
                <a:latin typeface="+mj-ea"/>
                <a:ea typeface="+mj-ea"/>
              </a:rPr>
              <a:t>内でどう動くべきか。</a:t>
            </a:r>
            <a:r>
              <a:rPr lang="en-US" altLang="ja-JP" sz="1050" dirty="0">
                <a:solidFill>
                  <a:schemeClr val="bg1"/>
                </a:solidFill>
                <a:latin typeface="+mj-ea"/>
                <a:ea typeface="+mj-ea"/>
              </a:rPr>
              <a:t>)</a:t>
            </a:r>
            <a:endParaRPr kumimoji="1" lang="ja-JP" altLang="en-US" sz="1050" dirty="0">
              <a:solidFill>
                <a:schemeClr val="bg1"/>
              </a:solidFill>
              <a:latin typeface="+mj-ea"/>
              <a:ea typeface="+mj-ea"/>
            </a:endParaRPr>
          </a:p>
        </p:txBody>
      </p:sp>
      <p:sp>
        <p:nvSpPr>
          <p:cNvPr id="157" name="正方形/長方形 156">
            <a:extLst>
              <a:ext uri="{FF2B5EF4-FFF2-40B4-BE49-F238E27FC236}">
                <a16:creationId xmlns:a16="http://schemas.microsoft.com/office/drawing/2014/main" id="{00789A2F-BC4D-4E51-B863-962C9D8F8344}"/>
              </a:ext>
            </a:extLst>
          </p:cNvPr>
          <p:cNvSpPr/>
          <p:nvPr/>
        </p:nvSpPr>
        <p:spPr>
          <a:xfrm>
            <a:off x="4999632" y="4703287"/>
            <a:ext cx="4686299" cy="1114363"/>
          </a:xfrm>
          <a:prstGeom prst="rect">
            <a:avLst/>
          </a:prstGeom>
          <a:solidFill>
            <a:sysClr val="window" lastClr="FFFFFF">
              <a:lumMod val="85000"/>
            </a:sysClr>
          </a:solidFill>
          <a:ln w="9525" cap="flat" cmpd="sng" algn="ctr">
            <a:noFill/>
            <a:prstDash val="solid"/>
            <a:miter lim="800000"/>
          </a:ln>
          <a:effectLst/>
        </p:spPr>
        <p:txBody>
          <a:bodyPr rtlCol="0" anchor="b"/>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APG[NTTD]</a:t>
            </a:r>
            <a:endParaRPr kumimoji="0" lang="ja-JP" altLang="en-US" sz="14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endParaRPr>
          </a:p>
        </p:txBody>
      </p:sp>
      <p:sp>
        <p:nvSpPr>
          <p:cNvPr id="158" name="正方形/長方形 157">
            <a:extLst>
              <a:ext uri="{FF2B5EF4-FFF2-40B4-BE49-F238E27FC236}">
                <a16:creationId xmlns:a16="http://schemas.microsoft.com/office/drawing/2014/main" id="{A5AF0BA9-FFFA-4BD7-A960-CA070289656D}"/>
              </a:ext>
            </a:extLst>
          </p:cNvPr>
          <p:cNvSpPr/>
          <p:nvPr/>
        </p:nvSpPr>
        <p:spPr>
          <a:xfrm>
            <a:off x="187815" y="4703287"/>
            <a:ext cx="4774601" cy="1123337"/>
          </a:xfrm>
          <a:prstGeom prst="rect">
            <a:avLst/>
          </a:prstGeom>
          <a:solidFill>
            <a:srgbClr val="FFC000">
              <a:lumMod val="20000"/>
              <a:lumOff val="80000"/>
            </a:srgbClr>
          </a:solidFill>
          <a:ln w="9525" cap="flat" cmpd="sng" algn="ctr">
            <a:noFill/>
            <a:prstDash val="solid"/>
            <a:miter lim="800000"/>
          </a:ln>
          <a:effectLst/>
        </p:spPr>
        <p:txBody>
          <a:bodyPr rtlCol="0" anchor="b"/>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D-MAP(BPI</a:t>
            </a:r>
            <a:r>
              <a:rPr kumimoji="0" lang="ja-JP" altLang="en-US" sz="14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部）</a:t>
            </a:r>
          </a:p>
        </p:txBody>
      </p:sp>
      <p:sp>
        <p:nvSpPr>
          <p:cNvPr id="159" name="正方形/長方形 158">
            <a:extLst>
              <a:ext uri="{FF2B5EF4-FFF2-40B4-BE49-F238E27FC236}">
                <a16:creationId xmlns:a16="http://schemas.microsoft.com/office/drawing/2014/main" id="{11183DDB-A95D-4007-B013-EC73FF3D80E6}"/>
              </a:ext>
            </a:extLst>
          </p:cNvPr>
          <p:cNvSpPr/>
          <p:nvPr/>
        </p:nvSpPr>
        <p:spPr>
          <a:xfrm>
            <a:off x="187815" y="1349719"/>
            <a:ext cx="2991037" cy="3186073"/>
          </a:xfrm>
          <a:prstGeom prst="rect">
            <a:avLst/>
          </a:prstGeom>
          <a:solidFill>
            <a:srgbClr val="ED7D31">
              <a:lumMod val="20000"/>
              <a:lumOff val="80000"/>
            </a:srgbClr>
          </a:solidFill>
          <a:ln w="9525"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GTCC WG</a:t>
            </a:r>
            <a:endParaRPr kumimoji="0" lang="ja-JP" altLang="en-US" sz="14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endParaRPr>
          </a:p>
        </p:txBody>
      </p:sp>
      <p:sp>
        <p:nvSpPr>
          <p:cNvPr id="160" name="正方形/長方形 159">
            <a:extLst>
              <a:ext uri="{FF2B5EF4-FFF2-40B4-BE49-F238E27FC236}">
                <a16:creationId xmlns:a16="http://schemas.microsoft.com/office/drawing/2014/main" id="{2D16B434-0474-44DD-9230-94AC0ED2BFBC}"/>
              </a:ext>
            </a:extLst>
          </p:cNvPr>
          <p:cNvSpPr/>
          <p:nvPr/>
        </p:nvSpPr>
        <p:spPr>
          <a:xfrm>
            <a:off x="3393408" y="1349719"/>
            <a:ext cx="6292524" cy="3186073"/>
          </a:xfrm>
          <a:prstGeom prst="rect">
            <a:avLst/>
          </a:prstGeom>
          <a:solidFill>
            <a:srgbClr val="5B9BD5">
              <a:lumMod val="20000"/>
              <a:lumOff val="80000"/>
            </a:srgbClr>
          </a:solidFill>
          <a:ln w="9525"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IT</a:t>
            </a:r>
            <a:r>
              <a:rPr kumimoji="0" lang="ja-JP" altLang="en-US" sz="14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アーキ </a:t>
            </a:r>
            <a:r>
              <a:rPr kumimoji="0" lang="en-US" altLang="ja-JP" sz="14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WG</a:t>
            </a:r>
            <a:endParaRPr kumimoji="0" lang="ja-JP" altLang="en-US" sz="14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endParaRPr>
          </a:p>
        </p:txBody>
      </p:sp>
      <p:sp>
        <p:nvSpPr>
          <p:cNvPr id="161" name="正方形/長方形 160">
            <a:extLst>
              <a:ext uri="{FF2B5EF4-FFF2-40B4-BE49-F238E27FC236}">
                <a16:creationId xmlns:a16="http://schemas.microsoft.com/office/drawing/2014/main" id="{17DD9EC2-6EDC-4D32-8EBF-8AD894FFE815}"/>
              </a:ext>
            </a:extLst>
          </p:cNvPr>
          <p:cNvSpPr/>
          <p:nvPr/>
        </p:nvSpPr>
        <p:spPr>
          <a:xfrm>
            <a:off x="2118492" y="2102951"/>
            <a:ext cx="4093723" cy="3234445"/>
          </a:xfrm>
          <a:prstGeom prst="rect">
            <a:avLst/>
          </a:prstGeom>
          <a:noFill/>
          <a:ln w="19050" cap="flat" cmpd="sng" algn="ctr">
            <a:solidFill>
              <a:srgbClr val="70AD47">
                <a:lumMod val="60000"/>
                <a:lumOff val="4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Agile</a:t>
            </a:r>
            <a:r>
              <a:rPr kumimoji="0" lang="ja-JP" altLang="en-US" sz="14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検証</a:t>
            </a:r>
            <a:r>
              <a:rPr kumimoji="0" lang="en-US" altLang="ja-JP" sz="14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Tm</a:t>
            </a:r>
            <a:endParaRPr kumimoji="0" lang="ja-JP" altLang="en-US" sz="14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endParaRPr>
          </a:p>
        </p:txBody>
      </p:sp>
      <p:sp>
        <p:nvSpPr>
          <p:cNvPr id="162" name="正方形/長方形 161">
            <a:extLst>
              <a:ext uri="{FF2B5EF4-FFF2-40B4-BE49-F238E27FC236}">
                <a16:creationId xmlns:a16="http://schemas.microsoft.com/office/drawing/2014/main" id="{A196A7FA-FEDA-48E2-8470-68145F589F6A}"/>
              </a:ext>
            </a:extLst>
          </p:cNvPr>
          <p:cNvSpPr/>
          <p:nvPr/>
        </p:nvSpPr>
        <p:spPr>
          <a:xfrm>
            <a:off x="6322759" y="2100971"/>
            <a:ext cx="3182198" cy="3236425"/>
          </a:xfrm>
          <a:prstGeom prst="rect">
            <a:avLst/>
          </a:prstGeom>
          <a:noFill/>
          <a:ln w="9525" cap="flat" cmpd="sng" algn="ctr">
            <a:solidFill>
              <a:srgbClr val="5B9BD5">
                <a:shade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アーキ企画</a:t>
            </a:r>
          </a:p>
        </p:txBody>
      </p:sp>
      <p:sp>
        <p:nvSpPr>
          <p:cNvPr id="163" name="正方形/長方形 162">
            <a:extLst>
              <a:ext uri="{FF2B5EF4-FFF2-40B4-BE49-F238E27FC236}">
                <a16:creationId xmlns:a16="http://schemas.microsoft.com/office/drawing/2014/main" id="{067921C2-BE2C-4A5D-97B8-C6136B0A761A}"/>
              </a:ext>
            </a:extLst>
          </p:cNvPr>
          <p:cNvSpPr/>
          <p:nvPr/>
        </p:nvSpPr>
        <p:spPr>
          <a:xfrm>
            <a:off x="2218785" y="2381005"/>
            <a:ext cx="767756" cy="192505"/>
          </a:xfrm>
          <a:prstGeom prst="rect">
            <a:avLst/>
          </a:prstGeom>
          <a:solidFill>
            <a:srgbClr val="70AD47"/>
          </a:solidFill>
          <a:ln w="12700" cap="flat" cmpd="sng" algn="ctr">
            <a:solidFill>
              <a:srgbClr val="70AD47">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PO</a:t>
            </a:r>
            <a:endParaRPr kumimoji="0" lang="ja-JP" altLang="en-US"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64" name="正方形/長方形 163">
            <a:extLst>
              <a:ext uri="{FF2B5EF4-FFF2-40B4-BE49-F238E27FC236}">
                <a16:creationId xmlns:a16="http://schemas.microsoft.com/office/drawing/2014/main" id="{0BB2F3A0-C911-402C-AFA5-AF7A23B6CDC2}"/>
              </a:ext>
            </a:extLst>
          </p:cNvPr>
          <p:cNvSpPr/>
          <p:nvPr/>
        </p:nvSpPr>
        <p:spPr>
          <a:xfrm>
            <a:off x="416123" y="1778580"/>
            <a:ext cx="769241" cy="235304"/>
          </a:xfrm>
          <a:prstGeom prst="rect">
            <a:avLst/>
          </a:prstGeom>
          <a:solidFill>
            <a:srgbClr val="ED7D31"/>
          </a:solidFill>
          <a:ln w="12700" cap="flat" cmpd="sng" algn="ctr">
            <a:solidFill>
              <a:srgbClr val="ED7D31">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WG LD</a:t>
            </a:r>
            <a:endParaRPr kumimoji="0" lang="ja-JP" altLang="en-US"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65" name="正方形/長方形 164">
            <a:extLst>
              <a:ext uri="{FF2B5EF4-FFF2-40B4-BE49-F238E27FC236}">
                <a16:creationId xmlns:a16="http://schemas.microsoft.com/office/drawing/2014/main" id="{89CB83CF-4409-4F68-8EA6-E967272ED5D2}"/>
              </a:ext>
            </a:extLst>
          </p:cNvPr>
          <p:cNvSpPr/>
          <p:nvPr/>
        </p:nvSpPr>
        <p:spPr>
          <a:xfrm>
            <a:off x="2218785" y="2573509"/>
            <a:ext cx="767756" cy="345667"/>
          </a:xfrm>
          <a:prstGeom prst="rect">
            <a:avLst/>
          </a:prstGeom>
          <a:solidFill>
            <a:sysClr val="window" lastClr="FFFFFF"/>
          </a:solidFill>
          <a:ln w="1270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TBA</a:t>
            </a:r>
            <a:endParaRPr kumimoji="0" lang="ja-JP" altLang="en-US"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endParaRPr>
          </a:p>
        </p:txBody>
      </p:sp>
      <p:sp>
        <p:nvSpPr>
          <p:cNvPr id="166" name="正方形/長方形 165">
            <a:extLst>
              <a:ext uri="{FF2B5EF4-FFF2-40B4-BE49-F238E27FC236}">
                <a16:creationId xmlns:a16="http://schemas.microsoft.com/office/drawing/2014/main" id="{B34AB6A8-B3FC-4314-85A8-5CA8CDA8B49C}"/>
              </a:ext>
            </a:extLst>
          </p:cNvPr>
          <p:cNvSpPr/>
          <p:nvPr/>
        </p:nvSpPr>
        <p:spPr>
          <a:xfrm>
            <a:off x="1183879" y="1778579"/>
            <a:ext cx="769241" cy="235304"/>
          </a:xfrm>
          <a:prstGeom prst="rect">
            <a:avLst/>
          </a:prstGeom>
          <a:solidFill>
            <a:sysClr val="window" lastClr="FFFFFF"/>
          </a:solidFill>
          <a:ln w="12700" cap="flat" cmpd="sng" algn="ctr">
            <a:solidFill>
              <a:srgbClr val="ED7D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XXX</a:t>
            </a:r>
            <a:endParaRPr kumimoji="0" lang="ja-JP" altLang="en-US"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endParaRPr>
          </a:p>
        </p:txBody>
      </p:sp>
      <p:sp>
        <p:nvSpPr>
          <p:cNvPr id="167" name="正方形/長方形 166">
            <a:extLst>
              <a:ext uri="{FF2B5EF4-FFF2-40B4-BE49-F238E27FC236}">
                <a16:creationId xmlns:a16="http://schemas.microsoft.com/office/drawing/2014/main" id="{64F8841F-CB7F-45BB-8724-8E37497C6E0C}"/>
              </a:ext>
            </a:extLst>
          </p:cNvPr>
          <p:cNvSpPr/>
          <p:nvPr/>
        </p:nvSpPr>
        <p:spPr>
          <a:xfrm>
            <a:off x="438973" y="2548532"/>
            <a:ext cx="1028849" cy="193251"/>
          </a:xfrm>
          <a:prstGeom prst="rect">
            <a:avLst/>
          </a:prstGeom>
          <a:solidFill>
            <a:srgbClr val="ED7D31"/>
          </a:solidFill>
          <a:ln w="12700" cap="flat" cmpd="sng" algn="ctr">
            <a:solidFill>
              <a:srgbClr val="ED7D31">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XXX</a:t>
            </a:r>
            <a:endParaRPr kumimoji="0" lang="ja-JP" altLang="en-US"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68" name="正方形/長方形 167">
            <a:extLst>
              <a:ext uri="{FF2B5EF4-FFF2-40B4-BE49-F238E27FC236}">
                <a16:creationId xmlns:a16="http://schemas.microsoft.com/office/drawing/2014/main" id="{32BAAA1E-D68F-4ADD-A8EC-ED37E81740AB}"/>
              </a:ext>
            </a:extLst>
          </p:cNvPr>
          <p:cNvSpPr/>
          <p:nvPr/>
        </p:nvSpPr>
        <p:spPr>
          <a:xfrm>
            <a:off x="438972" y="2736885"/>
            <a:ext cx="1028849" cy="839328"/>
          </a:xfrm>
          <a:prstGeom prst="rect">
            <a:avLst/>
          </a:prstGeom>
          <a:solidFill>
            <a:sysClr val="window" lastClr="FFFFFF"/>
          </a:solidFill>
          <a:ln w="12700" cap="flat" cmpd="sng" algn="ctr">
            <a:solidFill>
              <a:srgbClr val="ED7D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XXX</a:t>
            </a:r>
            <a:endParaRPr kumimoji="0" lang="ja-JP" altLang="en-US"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endParaRPr>
          </a:p>
        </p:txBody>
      </p:sp>
      <p:sp>
        <p:nvSpPr>
          <p:cNvPr id="169" name="正方形/長方形 168">
            <a:extLst>
              <a:ext uri="{FF2B5EF4-FFF2-40B4-BE49-F238E27FC236}">
                <a16:creationId xmlns:a16="http://schemas.microsoft.com/office/drawing/2014/main" id="{BABDF832-71ED-4E8B-851C-5D692A64749C}"/>
              </a:ext>
            </a:extLst>
          </p:cNvPr>
          <p:cNvSpPr/>
          <p:nvPr/>
        </p:nvSpPr>
        <p:spPr>
          <a:xfrm>
            <a:off x="2230396" y="3149894"/>
            <a:ext cx="2591440" cy="176847"/>
          </a:xfrm>
          <a:prstGeom prst="rect">
            <a:avLst/>
          </a:prstGeom>
          <a:solidFill>
            <a:srgbClr val="70AD47"/>
          </a:solidFill>
          <a:ln w="12700" cap="flat" cmpd="sng" algn="ctr">
            <a:solidFill>
              <a:srgbClr val="70AD47">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Member(</a:t>
            </a:r>
            <a:r>
              <a:rPr kumimoji="0" lang="ja-JP" altLang="en-US"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開発チーム</a:t>
            </a:r>
            <a:r>
              <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a:t>
            </a:r>
            <a:endParaRPr kumimoji="0" lang="ja-JP" altLang="en-US"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70" name="正方形/長方形 169">
            <a:extLst>
              <a:ext uri="{FF2B5EF4-FFF2-40B4-BE49-F238E27FC236}">
                <a16:creationId xmlns:a16="http://schemas.microsoft.com/office/drawing/2014/main" id="{03365820-DD37-46D5-A557-84EA59472D61}"/>
              </a:ext>
            </a:extLst>
          </p:cNvPr>
          <p:cNvSpPr/>
          <p:nvPr/>
        </p:nvSpPr>
        <p:spPr>
          <a:xfrm>
            <a:off x="3458790" y="3333699"/>
            <a:ext cx="1363046" cy="1360243"/>
          </a:xfrm>
          <a:prstGeom prst="rect">
            <a:avLst/>
          </a:prstGeom>
          <a:solidFill>
            <a:sysClr val="window" lastClr="FFFFFF"/>
          </a:solidFill>
          <a:ln w="12700" cap="flat" cmpd="sng" algn="ctr">
            <a:solidFill>
              <a:srgbClr val="70AD47"/>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香月</a:t>
            </a:r>
            <a:r>
              <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a:t>
            </a:r>
            <a:r>
              <a:rPr kumimoji="0" lang="ja-JP" altLang="en-US"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技術検証</a:t>
            </a:r>
            <a:r>
              <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大辻</a:t>
            </a:r>
            <a:r>
              <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a:t>
            </a:r>
            <a:r>
              <a:rPr kumimoji="0" lang="ja-JP" altLang="en-US"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ｱﾌﾟﾘ</a:t>
            </a:r>
            <a:r>
              <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TBA1[2</a:t>
            </a:r>
            <a:r>
              <a:rPr kumimoji="0" lang="ja-JP" altLang="en-US"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月</a:t>
            </a:r>
            <a:r>
              <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TBA2[3</a:t>
            </a:r>
            <a:r>
              <a:rPr kumimoji="0" lang="ja-JP" altLang="en-US"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月</a:t>
            </a:r>
            <a:r>
              <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a:t>
            </a:r>
            <a:r>
              <a:rPr kumimoji="0" lang="ja-JP" altLang="en-US" sz="9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明星</a:t>
            </a:r>
            <a:r>
              <a:rPr kumimoji="0" lang="en-US" altLang="ja-JP" sz="9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Tm</a:t>
            </a:r>
            <a:r>
              <a:rPr kumimoji="0" lang="ja-JP" altLang="en-US" sz="9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アドバイザ</a:t>
            </a:r>
            <a:endParaRPr kumimoji="0" lang="en-US" altLang="ja-JP" sz="9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endParaRPr>
          </a:p>
        </p:txBody>
      </p:sp>
      <p:cxnSp>
        <p:nvCxnSpPr>
          <p:cNvPr id="171" name="カギ線コネクタ 4">
            <a:extLst>
              <a:ext uri="{FF2B5EF4-FFF2-40B4-BE49-F238E27FC236}">
                <a16:creationId xmlns:a16="http://schemas.microsoft.com/office/drawing/2014/main" id="{D35FD3BA-2F26-47FD-B003-7D44B33BF163}"/>
              </a:ext>
            </a:extLst>
          </p:cNvPr>
          <p:cNvCxnSpPr>
            <a:stCxn id="164" idx="2"/>
            <a:endCxn id="167" idx="0"/>
          </p:cNvCxnSpPr>
          <p:nvPr/>
        </p:nvCxnSpPr>
        <p:spPr>
          <a:xfrm rot="16200000" flipH="1">
            <a:off x="609747" y="2204881"/>
            <a:ext cx="534648" cy="152654"/>
          </a:xfrm>
          <a:prstGeom prst="bentConnector3">
            <a:avLst/>
          </a:prstGeom>
          <a:noFill/>
          <a:ln w="6350" cap="flat" cmpd="sng" algn="ctr">
            <a:solidFill>
              <a:srgbClr val="A5A5A5"/>
            </a:solidFill>
            <a:prstDash val="solid"/>
            <a:miter lim="800000"/>
          </a:ln>
          <a:effectLst/>
        </p:spPr>
      </p:cxnSp>
      <p:cxnSp>
        <p:nvCxnSpPr>
          <p:cNvPr id="172" name="カギ線コネクタ 112">
            <a:extLst>
              <a:ext uri="{FF2B5EF4-FFF2-40B4-BE49-F238E27FC236}">
                <a16:creationId xmlns:a16="http://schemas.microsoft.com/office/drawing/2014/main" id="{BCC8523C-FAD6-4D20-B1C4-B1EF90886BA1}"/>
              </a:ext>
            </a:extLst>
          </p:cNvPr>
          <p:cNvCxnSpPr>
            <a:stCxn id="164" idx="2"/>
            <a:endCxn id="163" idx="0"/>
          </p:cNvCxnSpPr>
          <p:nvPr/>
        </p:nvCxnSpPr>
        <p:spPr>
          <a:xfrm rot="16200000" flipH="1">
            <a:off x="1518143" y="1296484"/>
            <a:ext cx="367121" cy="1801919"/>
          </a:xfrm>
          <a:prstGeom prst="bentConnector3">
            <a:avLst>
              <a:gd name="adj1" fmla="val 50000"/>
            </a:avLst>
          </a:prstGeom>
          <a:noFill/>
          <a:ln w="6350" cap="flat" cmpd="sng" algn="ctr">
            <a:solidFill>
              <a:srgbClr val="A5A5A5"/>
            </a:solidFill>
            <a:prstDash val="solid"/>
            <a:miter lim="800000"/>
          </a:ln>
          <a:effectLst/>
        </p:spPr>
      </p:cxnSp>
      <p:sp>
        <p:nvSpPr>
          <p:cNvPr id="173" name="正方形/長方形 172">
            <a:extLst>
              <a:ext uri="{FF2B5EF4-FFF2-40B4-BE49-F238E27FC236}">
                <a16:creationId xmlns:a16="http://schemas.microsoft.com/office/drawing/2014/main" id="{3C276319-0167-4087-AAB2-2BDBF7C31A99}"/>
              </a:ext>
            </a:extLst>
          </p:cNvPr>
          <p:cNvSpPr/>
          <p:nvPr/>
        </p:nvSpPr>
        <p:spPr>
          <a:xfrm>
            <a:off x="5104613" y="3790304"/>
            <a:ext cx="1004222" cy="340133"/>
          </a:xfrm>
          <a:prstGeom prst="rect">
            <a:avLst/>
          </a:prstGeom>
          <a:solidFill>
            <a:srgbClr val="70AD47"/>
          </a:solidFill>
          <a:ln w="12700" cap="flat" cmpd="sng" algn="ctr">
            <a:solidFill>
              <a:srgbClr val="70AD47">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Scrum</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Master</a:t>
            </a:r>
            <a:endParaRPr kumimoji="0" lang="ja-JP" altLang="en-US"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74" name="正方形/長方形 173">
            <a:extLst>
              <a:ext uri="{FF2B5EF4-FFF2-40B4-BE49-F238E27FC236}">
                <a16:creationId xmlns:a16="http://schemas.microsoft.com/office/drawing/2014/main" id="{4FF0F89A-8F82-4E65-BB49-92AB4C5693B8}"/>
              </a:ext>
            </a:extLst>
          </p:cNvPr>
          <p:cNvSpPr/>
          <p:nvPr/>
        </p:nvSpPr>
        <p:spPr>
          <a:xfrm>
            <a:off x="5104109" y="4131378"/>
            <a:ext cx="1012182" cy="562564"/>
          </a:xfrm>
          <a:prstGeom prst="rect">
            <a:avLst/>
          </a:prstGeom>
          <a:solidFill>
            <a:sysClr val="window" lastClr="FFFFFF"/>
          </a:solidFill>
          <a:ln w="1270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TBA3[2</a:t>
            </a:r>
            <a:r>
              <a:rPr kumimoji="0" lang="ja-JP" altLang="en-US"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月</a:t>
            </a:r>
            <a:r>
              <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a:t>
            </a:r>
            <a:r>
              <a:rPr kumimoji="0" lang="ja-JP" altLang="en-US"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森竹</a:t>
            </a:r>
            <a:r>
              <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a:t>
            </a:r>
            <a:endParaRPr kumimoji="0" lang="ja-JP" altLang="en-US"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endParaRPr>
          </a:p>
        </p:txBody>
      </p:sp>
      <p:sp>
        <p:nvSpPr>
          <p:cNvPr id="175" name="正方形/長方形 174">
            <a:extLst>
              <a:ext uri="{FF2B5EF4-FFF2-40B4-BE49-F238E27FC236}">
                <a16:creationId xmlns:a16="http://schemas.microsoft.com/office/drawing/2014/main" id="{59D48727-AE4A-4BDC-B4F7-B1D159ABB14B}"/>
              </a:ext>
            </a:extLst>
          </p:cNvPr>
          <p:cNvSpPr/>
          <p:nvPr/>
        </p:nvSpPr>
        <p:spPr>
          <a:xfrm>
            <a:off x="3458790" y="4693943"/>
            <a:ext cx="1363046" cy="487769"/>
          </a:xfrm>
          <a:prstGeom prst="rect">
            <a:avLst/>
          </a:prstGeom>
          <a:solidFill>
            <a:sysClr val="window" lastClr="FFFFFF"/>
          </a:solidFill>
          <a:ln w="12700" cap="flat" cmpd="sng" algn="ctr">
            <a:solidFill>
              <a:srgbClr val="70AD47"/>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TBA(D)</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(D-MAP</a:t>
            </a:r>
            <a:r>
              <a:rPr kumimoji="0" lang="ja-JP" altLang="en-US" sz="9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ガバナンス</a:t>
            </a:r>
            <a:r>
              <a:rPr kumimoji="0" lang="en-US" altLang="ja-JP" sz="9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a:t>
            </a:r>
            <a:endParaRPr kumimoji="0" lang="ja-JP" altLang="en-US" sz="9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endParaRPr>
          </a:p>
        </p:txBody>
      </p:sp>
      <p:sp>
        <p:nvSpPr>
          <p:cNvPr id="176" name="正方形/長方形 175">
            <a:extLst>
              <a:ext uri="{FF2B5EF4-FFF2-40B4-BE49-F238E27FC236}">
                <a16:creationId xmlns:a16="http://schemas.microsoft.com/office/drawing/2014/main" id="{2E4A3A9F-B111-432A-936F-134BCAD3F4D8}"/>
              </a:ext>
            </a:extLst>
          </p:cNvPr>
          <p:cNvSpPr/>
          <p:nvPr/>
        </p:nvSpPr>
        <p:spPr>
          <a:xfrm>
            <a:off x="406598" y="5063840"/>
            <a:ext cx="1289950" cy="487769"/>
          </a:xfrm>
          <a:prstGeom prst="rect">
            <a:avLst/>
          </a:prstGeom>
          <a:solidFill>
            <a:sysClr val="window" lastClr="FFFFFF"/>
          </a:solidFill>
          <a:ln w="12700" cap="flat" cmpd="sng" algn="ctr">
            <a:solidFill>
              <a:srgbClr val="FFC0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野本、泉</a:t>
            </a:r>
            <a:endParaRPr kumimoji="0" lang="ja-JP" altLang="en-US" sz="9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endParaRPr>
          </a:p>
        </p:txBody>
      </p:sp>
      <p:sp>
        <p:nvSpPr>
          <p:cNvPr id="177" name="正方形/長方形 176">
            <a:extLst>
              <a:ext uri="{FF2B5EF4-FFF2-40B4-BE49-F238E27FC236}">
                <a16:creationId xmlns:a16="http://schemas.microsoft.com/office/drawing/2014/main" id="{7DE5FEB6-24CC-4E95-BEA0-9BC961F8194C}"/>
              </a:ext>
            </a:extLst>
          </p:cNvPr>
          <p:cNvSpPr/>
          <p:nvPr/>
        </p:nvSpPr>
        <p:spPr>
          <a:xfrm>
            <a:off x="416123" y="4837771"/>
            <a:ext cx="1289950" cy="227532"/>
          </a:xfrm>
          <a:prstGeom prst="rect">
            <a:avLst/>
          </a:prstGeom>
          <a:solidFill>
            <a:srgbClr val="FFC000"/>
          </a:solidFill>
          <a:ln w="12700" cap="flat" cmpd="sng" algn="ctr">
            <a:solidFill>
              <a:srgbClr val="FFC000">
                <a:shade val="5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D-MAP</a:t>
            </a:r>
            <a:r>
              <a:rPr kumimoji="0" lang="ja-JP" altLang="en-US"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 </a:t>
            </a:r>
            <a:r>
              <a:rPr kumimoji="0" lang="en-US" altLang="ja-JP"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LD</a:t>
            </a:r>
            <a:endParaRPr kumimoji="0" lang="ja-JP" altLang="en-US"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endParaRPr>
          </a:p>
        </p:txBody>
      </p:sp>
      <p:sp>
        <p:nvSpPr>
          <p:cNvPr id="178" name="正方形/長方形 177">
            <a:extLst>
              <a:ext uri="{FF2B5EF4-FFF2-40B4-BE49-F238E27FC236}">
                <a16:creationId xmlns:a16="http://schemas.microsoft.com/office/drawing/2014/main" id="{310709F1-BA65-4297-B84E-9F51910A138F}"/>
              </a:ext>
            </a:extLst>
          </p:cNvPr>
          <p:cNvSpPr/>
          <p:nvPr/>
        </p:nvSpPr>
        <p:spPr>
          <a:xfrm>
            <a:off x="5711099" y="1690244"/>
            <a:ext cx="769241" cy="235304"/>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WG LD</a:t>
            </a:r>
            <a:endParaRPr kumimoji="0" lang="ja-JP" altLang="en-US"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79" name="正方形/長方形 178">
            <a:extLst>
              <a:ext uri="{FF2B5EF4-FFF2-40B4-BE49-F238E27FC236}">
                <a16:creationId xmlns:a16="http://schemas.microsoft.com/office/drawing/2014/main" id="{EE77B114-5784-4F52-9A97-5792F13EF69D}"/>
              </a:ext>
            </a:extLst>
          </p:cNvPr>
          <p:cNvSpPr/>
          <p:nvPr/>
        </p:nvSpPr>
        <p:spPr>
          <a:xfrm>
            <a:off x="6478855" y="1690243"/>
            <a:ext cx="769241" cy="23530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上村</a:t>
            </a:r>
          </a:p>
        </p:txBody>
      </p:sp>
      <p:sp>
        <p:nvSpPr>
          <p:cNvPr id="180" name="正方形/長方形 179">
            <a:extLst>
              <a:ext uri="{FF2B5EF4-FFF2-40B4-BE49-F238E27FC236}">
                <a16:creationId xmlns:a16="http://schemas.microsoft.com/office/drawing/2014/main" id="{A3A47482-EC4E-4256-B81F-116FB578BDC9}"/>
              </a:ext>
            </a:extLst>
          </p:cNvPr>
          <p:cNvSpPr/>
          <p:nvPr/>
        </p:nvSpPr>
        <p:spPr>
          <a:xfrm>
            <a:off x="5321074" y="2553840"/>
            <a:ext cx="787760" cy="187944"/>
          </a:xfrm>
          <a:prstGeom prst="rect">
            <a:avLst/>
          </a:prstGeom>
          <a:solidFill>
            <a:srgbClr val="70AD47"/>
          </a:solidFill>
          <a:ln w="12700" cap="flat" cmpd="sng" algn="ctr">
            <a:solidFill>
              <a:srgbClr val="70AD47">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PMO</a:t>
            </a:r>
            <a:endParaRPr kumimoji="0" lang="ja-JP" altLang="en-US"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81" name="正方形/長方形 180">
            <a:extLst>
              <a:ext uri="{FF2B5EF4-FFF2-40B4-BE49-F238E27FC236}">
                <a16:creationId xmlns:a16="http://schemas.microsoft.com/office/drawing/2014/main" id="{0BAB80E4-3612-4CF4-BA44-FF4B9E63A14A}"/>
              </a:ext>
            </a:extLst>
          </p:cNvPr>
          <p:cNvSpPr/>
          <p:nvPr/>
        </p:nvSpPr>
        <p:spPr>
          <a:xfrm>
            <a:off x="5321074" y="2746343"/>
            <a:ext cx="787760" cy="345667"/>
          </a:xfrm>
          <a:prstGeom prst="rect">
            <a:avLst/>
          </a:prstGeom>
          <a:solidFill>
            <a:sysClr val="window" lastClr="FFFFFF"/>
          </a:solidFill>
          <a:ln w="1270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森竹</a:t>
            </a:r>
          </a:p>
        </p:txBody>
      </p:sp>
      <p:cxnSp>
        <p:nvCxnSpPr>
          <p:cNvPr id="182" name="カギ線コネクタ 127">
            <a:extLst>
              <a:ext uri="{FF2B5EF4-FFF2-40B4-BE49-F238E27FC236}">
                <a16:creationId xmlns:a16="http://schemas.microsoft.com/office/drawing/2014/main" id="{49EAD117-36CB-434C-8AF2-1F220D58DB3D}"/>
              </a:ext>
            </a:extLst>
          </p:cNvPr>
          <p:cNvCxnSpPr>
            <a:cxnSpLocks/>
            <a:stCxn id="178" idx="2"/>
            <a:endCxn id="180" idx="0"/>
          </p:cNvCxnSpPr>
          <p:nvPr/>
        </p:nvCxnSpPr>
        <p:spPr>
          <a:xfrm rot="5400000">
            <a:off x="5591191" y="2049311"/>
            <a:ext cx="628292" cy="380766"/>
          </a:xfrm>
          <a:prstGeom prst="bentConnector3">
            <a:avLst>
              <a:gd name="adj1" fmla="val 50000"/>
            </a:avLst>
          </a:prstGeom>
          <a:noFill/>
          <a:ln w="6350" cap="flat" cmpd="sng" algn="ctr">
            <a:solidFill>
              <a:srgbClr val="A5A5A5"/>
            </a:solidFill>
            <a:prstDash val="solid"/>
            <a:miter lim="800000"/>
          </a:ln>
          <a:effectLst/>
        </p:spPr>
      </p:cxnSp>
      <p:sp>
        <p:nvSpPr>
          <p:cNvPr id="183" name="正方形/長方形 182">
            <a:extLst>
              <a:ext uri="{FF2B5EF4-FFF2-40B4-BE49-F238E27FC236}">
                <a16:creationId xmlns:a16="http://schemas.microsoft.com/office/drawing/2014/main" id="{4F6676C9-67C5-4294-94A9-713BDEE9584A}"/>
              </a:ext>
            </a:extLst>
          </p:cNvPr>
          <p:cNvSpPr/>
          <p:nvPr/>
        </p:nvSpPr>
        <p:spPr>
          <a:xfrm>
            <a:off x="6624109" y="3786449"/>
            <a:ext cx="1148463" cy="39414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API</a:t>
            </a:r>
            <a:r>
              <a:rPr kumimoji="0" lang="ja-JP" altLang="en-US"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基盤</a:t>
            </a:r>
            <a:endPar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Agile</a:t>
            </a:r>
            <a:r>
              <a:rPr kumimoji="0" lang="ja-JP" altLang="en-US"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基盤</a:t>
            </a:r>
          </a:p>
        </p:txBody>
      </p:sp>
      <p:sp>
        <p:nvSpPr>
          <p:cNvPr id="184" name="正方形/長方形 183">
            <a:extLst>
              <a:ext uri="{FF2B5EF4-FFF2-40B4-BE49-F238E27FC236}">
                <a16:creationId xmlns:a16="http://schemas.microsoft.com/office/drawing/2014/main" id="{D5D8A62E-359A-4A61-A525-BBB9E687C7B4}"/>
              </a:ext>
            </a:extLst>
          </p:cNvPr>
          <p:cNvSpPr/>
          <p:nvPr/>
        </p:nvSpPr>
        <p:spPr>
          <a:xfrm>
            <a:off x="8261116" y="2402367"/>
            <a:ext cx="1102938" cy="39414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D-MAP</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処理方式検討</a:t>
            </a:r>
          </a:p>
        </p:txBody>
      </p:sp>
      <p:sp>
        <p:nvSpPr>
          <p:cNvPr id="185" name="正方形/長方形 184">
            <a:extLst>
              <a:ext uri="{FF2B5EF4-FFF2-40B4-BE49-F238E27FC236}">
                <a16:creationId xmlns:a16="http://schemas.microsoft.com/office/drawing/2014/main" id="{558E04D4-A2C2-4C1C-9222-3BAAA98A7FC2}"/>
              </a:ext>
            </a:extLst>
          </p:cNvPr>
          <p:cNvSpPr/>
          <p:nvPr/>
        </p:nvSpPr>
        <p:spPr>
          <a:xfrm>
            <a:off x="8261116" y="2773608"/>
            <a:ext cx="1102938" cy="386146"/>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MSA/Agile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ロードマップ</a:t>
            </a:r>
            <a:endPar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86" name="正方形/長方形 185">
            <a:extLst>
              <a:ext uri="{FF2B5EF4-FFF2-40B4-BE49-F238E27FC236}">
                <a16:creationId xmlns:a16="http://schemas.microsoft.com/office/drawing/2014/main" id="{1CB663E9-396E-4C18-B3E7-F667BCCC222D}"/>
              </a:ext>
            </a:extLst>
          </p:cNvPr>
          <p:cNvSpPr/>
          <p:nvPr/>
        </p:nvSpPr>
        <p:spPr>
          <a:xfrm>
            <a:off x="6624109" y="4174754"/>
            <a:ext cx="1148463" cy="536461"/>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TBA4[2</a:t>
            </a:r>
            <a:r>
              <a:rPr kumimoji="0" lang="ja-JP" altLang="en-US"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月</a:t>
            </a:r>
            <a:r>
              <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a:t>
            </a:r>
          </a:p>
        </p:txBody>
      </p:sp>
      <p:sp>
        <p:nvSpPr>
          <p:cNvPr id="187" name="正方形/長方形 186">
            <a:extLst>
              <a:ext uri="{FF2B5EF4-FFF2-40B4-BE49-F238E27FC236}">
                <a16:creationId xmlns:a16="http://schemas.microsoft.com/office/drawing/2014/main" id="{29279907-96E9-435B-9715-200BE34AA108}"/>
              </a:ext>
            </a:extLst>
          </p:cNvPr>
          <p:cNvSpPr/>
          <p:nvPr/>
        </p:nvSpPr>
        <p:spPr>
          <a:xfrm>
            <a:off x="6624109" y="4705240"/>
            <a:ext cx="1148463" cy="476472"/>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srgbClr val="FF0000"/>
                </a:solidFill>
                <a:effectLst/>
                <a:uLnTx/>
                <a:uFillTx/>
                <a:latin typeface="游ゴシック" panose="020F0502020204030204"/>
                <a:ea typeface="游ゴシック" panose="020B0400000000000000" pitchFamily="50" charset="-128"/>
                <a:cs typeface="+mn-cs"/>
              </a:rPr>
              <a:t>TBA(</a:t>
            </a:r>
            <a:r>
              <a:rPr kumimoji="0" lang="ja-JP" altLang="en-US" sz="1200" b="0" i="0" u="none" strike="noStrike" kern="0" cap="none" spc="0" normalizeH="0" baseline="0" noProof="0" dirty="0">
                <a:ln>
                  <a:noFill/>
                </a:ln>
                <a:solidFill>
                  <a:srgbClr val="FF0000"/>
                </a:solidFill>
                <a:effectLst/>
                <a:uLnTx/>
                <a:uFillTx/>
                <a:latin typeface="游ゴシック" panose="020F0502020204030204"/>
                <a:ea typeface="游ゴシック" panose="020B0400000000000000" pitchFamily="50" charset="-128"/>
                <a:cs typeface="+mn-cs"/>
              </a:rPr>
              <a:t>技術</a:t>
            </a:r>
            <a:r>
              <a:rPr kumimoji="0" lang="en-US" altLang="ja-JP" sz="1200" b="0" i="0" u="none" strike="noStrike" kern="0" cap="none" spc="0" normalizeH="0" baseline="0" noProof="0" dirty="0">
                <a:ln>
                  <a:noFill/>
                </a:ln>
                <a:solidFill>
                  <a:srgbClr val="FF0000"/>
                </a:solidFill>
                <a:effectLst/>
                <a:uLnTx/>
                <a:uFillTx/>
                <a:latin typeface="游ゴシック" panose="020F0502020204030204"/>
                <a:ea typeface="游ゴシック" panose="020B0400000000000000" pitchFamily="50" charset="-128"/>
                <a:cs typeface="+mn-cs"/>
              </a:rPr>
              <a:t>)</a:t>
            </a:r>
          </a:p>
        </p:txBody>
      </p:sp>
      <p:sp>
        <p:nvSpPr>
          <p:cNvPr id="188" name="正方形/長方形 187">
            <a:extLst>
              <a:ext uri="{FF2B5EF4-FFF2-40B4-BE49-F238E27FC236}">
                <a16:creationId xmlns:a16="http://schemas.microsoft.com/office/drawing/2014/main" id="{24C9A094-D022-4163-A4BE-BE87ECB58848}"/>
              </a:ext>
            </a:extLst>
          </p:cNvPr>
          <p:cNvSpPr/>
          <p:nvPr/>
        </p:nvSpPr>
        <p:spPr>
          <a:xfrm>
            <a:off x="8261116" y="3159754"/>
            <a:ext cx="1102938" cy="352191"/>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末宗</a:t>
            </a:r>
            <a:endParaRPr kumimoji="0" lang="en-US" altLang="ja-JP"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endParaRPr>
          </a:p>
        </p:txBody>
      </p:sp>
      <p:sp>
        <p:nvSpPr>
          <p:cNvPr id="189" name="正方形/長方形 188">
            <a:extLst>
              <a:ext uri="{FF2B5EF4-FFF2-40B4-BE49-F238E27FC236}">
                <a16:creationId xmlns:a16="http://schemas.microsoft.com/office/drawing/2014/main" id="{D1F69E69-91B2-40D7-80C4-24A9CFBC05B9}"/>
              </a:ext>
            </a:extLst>
          </p:cNvPr>
          <p:cNvSpPr/>
          <p:nvPr/>
        </p:nvSpPr>
        <p:spPr>
          <a:xfrm>
            <a:off x="6602697" y="2414298"/>
            <a:ext cx="1148463" cy="39414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BIXUS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全体構想</a:t>
            </a:r>
          </a:p>
        </p:txBody>
      </p:sp>
      <p:sp>
        <p:nvSpPr>
          <p:cNvPr id="190" name="正方形/長方形 189">
            <a:extLst>
              <a:ext uri="{FF2B5EF4-FFF2-40B4-BE49-F238E27FC236}">
                <a16:creationId xmlns:a16="http://schemas.microsoft.com/office/drawing/2014/main" id="{2796C0D2-9987-4E1F-AD6A-97FCD8BF4A2B}"/>
              </a:ext>
            </a:extLst>
          </p:cNvPr>
          <p:cNvSpPr/>
          <p:nvPr/>
        </p:nvSpPr>
        <p:spPr>
          <a:xfrm>
            <a:off x="6602697" y="2817786"/>
            <a:ext cx="1148463" cy="227995"/>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他</a:t>
            </a:r>
            <a:r>
              <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WG</a:t>
            </a:r>
            <a:r>
              <a:rPr kumimoji="0" lang="ja-JP" altLang="en-US"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支援</a:t>
            </a:r>
            <a:endPar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91" name="正方形/長方形 190">
            <a:extLst>
              <a:ext uri="{FF2B5EF4-FFF2-40B4-BE49-F238E27FC236}">
                <a16:creationId xmlns:a16="http://schemas.microsoft.com/office/drawing/2014/main" id="{5334D991-A86E-4621-B6C1-A32DBA68F28B}"/>
              </a:ext>
            </a:extLst>
          </p:cNvPr>
          <p:cNvSpPr/>
          <p:nvPr/>
        </p:nvSpPr>
        <p:spPr>
          <a:xfrm>
            <a:off x="6602697" y="3059917"/>
            <a:ext cx="1148463" cy="431876"/>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阿部、松崎、明星</a:t>
            </a:r>
            <a:r>
              <a:rPr kumimoji="0" lang="en-US" altLang="ja-JP"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Tm</a:t>
            </a:r>
            <a:r>
              <a:rPr kumimoji="0" lang="en-US" altLang="ja-JP" sz="9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a:t>
            </a:r>
            <a:r>
              <a:rPr kumimoji="0" lang="ja-JP" altLang="en-US" sz="9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調達</a:t>
            </a:r>
            <a:r>
              <a:rPr kumimoji="0" lang="en-US" altLang="ja-JP" sz="9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a:t>
            </a:r>
          </a:p>
        </p:txBody>
      </p:sp>
      <p:sp>
        <p:nvSpPr>
          <p:cNvPr id="192" name="正方形/長方形 191">
            <a:extLst>
              <a:ext uri="{FF2B5EF4-FFF2-40B4-BE49-F238E27FC236}">
                <a16:creationId xmlns:a16="http://schemas.microsoft.com/office/drawing/2014/main" id="{B47EF42E-C46A-4F6F-A859-5C25A300E267}"/>
              </a:ext>
            </a:extLst>
          </p:cNvPr>
          <p:cNvSpPr/>
          <p:nvPr/>
        </p:nvSpPr>
        <p:spPr>
          <a:xfrm>
            <a:off x="8247835" y="3604382"/>
            <a:ext cx="1102938" cy="386146"/>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認証認可</a:t>
            </a:r>
            <a:endParaRPr kumimoji="0" lang="en-US" altLang="ja-JP" sz="1200" b="0" i="0" u="none" strike="noStrike" kern="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93" name="正方形/長方形 192">
            <a:extLst>
              <a:ext uri="{FF2B5EF4-FFF2-40B4-BE49-F238E27FC236}">
                <a16:creationId xmlns:a16="http://schemas.microsoft.com/office/drawing/2014/main" id="{6EC50FBE-AF60-4BC8-B434-A153E4E1815A}"/>
              </a:ext>
            </a:extLst>
          </p:cNvPr>
          <p:cNvSpPr/>
          <p:nvPr/>
        </p:nvSpPr>
        <p:spPr>
          <a:xfrm>
            <a:off x="8247835" y="3990528"/>
            <a:ext cx="1102938" cy="455888"/>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明星</a:t>
            </a:r>
            <a:r>
              <a:rPr kumimoji="0" lang="en-US" altLang="ja-JP"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Tm</a:t>
            </a:r>
            <a:r>
              <a:rPr kumimoji="0" lang="ja-JP" altLang="en-US" sz="1200" b="0" i="0" u="none" strike="noStrike" kern="0" cap="none" spc="0" normalizeH="0" baseline="0" noProof="0" dirty="0" err="1">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a:t>
            </a:r>
            <a:endParaRPr kumimoji="0" lang="en-US" altLang="ja-JP"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rPr>
              <a:t>宮園</a:t>
            </a:r>
            <a:endParaRPr kumimoji="0" lang="en-US" altLang="ja-JP" sz="1200" b="0" i="0" u="none" strike="noStrike" kern="0" cap="none" spc="0" normalizeH="0" baseline="0" noProof="0" dirty="0">
              <a:ln>
                <a:noFill/>
              </a:ln>
              <a:solidFill>
                <a:prstClr val="black">
                  <a:lumMod val="65000"/>
                  <a:lumOff val="35000"/>
                </a:prstClr>
              </a:solidFill>
              <a:effectLst/>
              <a:uLnTx/>
              <a:uFillTx/>
              <a:latin typeface="游ゴシック" panose="020F0502020204030204"/>
              <a:ea typeface="游ゴシック" panose="020B0400000000000000" pitchFamily="50" charset="-128"/>
              <a:cs typeface="+mn-cs"/>
            </a:endParaRPr>
          </a:p>
        </p:txBody>
      </p:sp>
      <p:cxnSp>
        <p:nvCxnSpPr>
          <p:cNvPr id="194" name="カギ線コネクタ 154">
            <a:extLst>
              <a:ext uri="{FF2B5EF4-FFF2-40B4-BE49-F238E27FC236}">
                <a16:creationId xmlns:a16="http://schemas.microsoft.com/office/drawing/2014/main" id="{7A07F78C-A940-4315-A6FF-08D9A8DFEE70}"/>
              </a:ext>
            </a:extLst>
          </p:cNvPr>
          <p:cNvCxnSpPr>
            <a:stCxn id="177" idx="3"/>
            <a:endCxn id="175" idx="1"/>
          </p:cNvCxnSpPr>
          <p:nvPr/>
        </p:nvCxnSpPr>
        <p:spPr>
          <a:xfrm flipV="1">
            <a:off x="1706073" y="4937828"/>
            <a:ext cx="1752717" cy="13709"/>
          </a:xfrm>
          <a:prstGeom prst="bentConnector3">
            <a:avLst>
              <a:gd name="adj1" fmla="val 50000"/>
            </a:avLst>
          </a:prstGeom>
          <a:noFill/>
          <a:ln w="6350" cap="flat" cmpd="sng" algn="ctr">
            <a:solidFill>
              <a:srgbClr val="A5A5A5"/>
            </a:solidFill>
            <a:prstDash val="solid"/>
            <a:miter lim="800000"/>
          </a:ln>
          <a:effectLst/>
        </p:spPr>
      </p:cxnSp>
      <p:sp>
        <p:nvSpPr>
          <p:cNvPr id="195" name="正方形/長方形 194">
            <a:extLst>
              <a:ext uri="{FF2B5EF4-FFF2-40B4-BE49-F238E27FC236}">
                <a16:creationId xmlns:a16="http://schemas.microsoft.com/office/drawing/2014/main" id="{9539E286-BC76-4421-BF66-F9CC18843CD9}"/>
              </a:ext>
            </a:extLst>
          </p:cNvPr>
          <p:cNvSpPr/>
          <p:nvPr/>
        </p:nvSpPr>
        <p:spPr>
          <a:xfrm>
            <a:off x="2230396" y="3336902"/>
            <a:ext cx="1218234" cy="449547"/>
          </a:xfrm>
          <a:prstGeom prst="rect">
            <a:avLst/>
          </a:prstGeom>
          <a:solidFill>
            <a:sysClr val="window" lastClr="FFFFFF"/>
          </a:solidFill>
          <a:ln w="12700" cap="flat" cmpd="sng" algn="ctr">
            <a:solidFill>
              <a:srgbClr val="70AD47"/>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山崎さん</a:t>
            </a:r>
            <a:endParaRPr kumimoji="0" lang="ja-JP" altLang="en-US" sz="9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endParaRPr>
          </a:p>
        </p:txBody>
      </p:sp>
      <p:sp>
        <p:nvSpPr>
          <p:cNvPr id="196" name="正方形/長方形 195">
            <a:extLst>
              <a:ext uri="{FF2B5EF4-FFF2-40B4-BE49-F238E27FC236}">
                <a16:creationId xmlns:a16="http://schemas.microsoft.com/office/drawing/2014/main" id="{0F739D7F-2C95-4600-AD8E-1351376A7ACA}"/>
              </a:ext>
            </a:extLst>
          </p:cNvPr>
          <p:cNvSpPr/>
          <p:nvPr/>
        </p:nvSpPr>
        <p:spPr>
          <a:xfrm>
            <a:off x="5104108" y="4703288"/>
            <a:ext cx="2647051" cy="478424"/>
          </a:xfrm>
          <a:prstGeom prst="rect">
            <a:avLst/>
          </a:prstGeom>
          <a:solidFill>
            <a:sysClr val="window" lastClr="FFFFFF"/>
          </a:solidFill>
          <a:ln w="1270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TBA(</a:t>
            </a:r>
            <a:r>
              <a:rPr kumimoji="0" lang="ja-JP" altLang="en-US"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ｺｰﾁ</a:t>
            </a:r>
            <a:r>
              <a:rPr kumimoji="0" lang="en-US" altLang="ja-JP"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rPr>
              <a:t>)</a:t>
            </a:r>
            <a:endParaRPr kumimoji="0" lang="ja-JP" altLang="en-US" sz="1200" b="0" i="0" u="none" strike="noStrike" kern="0" cap="none" spc="0" normalizeH="0" baseline="0" noProof="0" dirty="0">
              <a:ln>
                <a:noFill/>
              </a:ln>
              <a:effectLst/>
              <a:uLnTx/>
              <a:uFillTx/>
              <a:latin typeface="游ゴシック" panose="020F0502020204030204"/>
              <a:ea typeface="游ゴシック" panose="020B0400000000000000" pitchFamily="50" charset="-128"/>
              <a:cs typeface="+mn-cs"/>
            </a:endParaRPr>
          </a:p>
        </p:txBody>
      </p:sp>
      <p:sp>
        <p:nvSpPr>
          <p:cNvPr id="197" name="正方形/長方形 196">
            <a:extLst>
              <a:ext uri="{FF2B5EF4-FFF2-40B4-BE49-F238E27FC236}">
                <a16:creationId xmlns:a16="http://schemas.microsoft.com/office/drawing/2014/main" id="{AF3087BF-FFBF-492E-BE73-F944C7F15FF6}"/>
              </a:ext>
            </a:extLst>
          </p:cNvPr>
          <p:cNvSpPr/>
          <p:nvPr/>
        </p:nvSpPr>
        <p:spPr>
          <a:xfrm>
            <a:off x="3496497" y="2553838"/>
            <a:ext cx="1643602" cy="192505"/>
          </a:xfrm>
          <a:prstGeom prst="rect">
            <a:avLst/>
          </a:prstGeom>
          <a:solidFill>
            <a:srgbClr val="70AD47"/>
          </a:solidFill>
          <a:ln w="12700" cap="flat" cmpd="sng" algn="ctr">
            <a:solidFill>
              <a:srgbClr val="70AD47">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err="1">
                <a:ln>
                  <a:noFill/>
                </a:ln>
                <a:solidFill>
                  <a:srgbClr val="FF0000"/>
                </a:solidFill>
                <a:effectLst/>
                <a:uLnTx/>
                <a:uFillTx/>
                <a:latin typeface="游ゴシック" panose="020F0502020204030204"/>
                <a:ea typeface="游ゴシック" panose="020B0400000000000000" pitchFamily="50" charset="-128"/>
                <a:cs typeface="+mn-cs"/>
              </a:rPr>
              <a:t>DmT</a:t>
            </a:r>
            <a:r>
              <a:rPr kumimoji="0" lang="en-US" altLang="ja-JP" sz="1200" b="0" i="0" u="none" strike="noStrike" kern="0" cap="none" spc="0" normalizeH="0" baseline="0" noProof="0" dirty="0">
                <a:ln>
                  <a:noFill/>
                </a:ln>
                <a:solidFill>
                  <a:srgbClr val="FF0000"/>
                </a:solidFill>
                <a:effectLst/>
                <a:uLnTx/>
                <a:uFillTx/>
                <a:latin typeface="游ゴシック" panose="020F0502020204030204"/>
                <a:ea typeface="游ゴシック" panose="020B0400000000000000" pitchFamily="50" charset="-128"/>
                <a:cs typeface="+mn-cs"/>
              </a:rPr>
              <a:t>/</a:t>
            </a:r>
            <a:r>
              <a:rPr kumimoji="0" lang="ja-JP" altLang="en-US" sz="1200" b="0" i="0" u="none" strike="noStrike" kern="0" cap="none" spc="0" normalizeH="0" baseline="0" noProof="0" dirty="0">
                <a:ln>
                  <a:noFill/>
                </a:ln>
                <a:solidFill>
                  <a:srgbClr val="FF0000"/>
                </a:solidFill>
                <a:effectLst/>
                <a:uLnTx/>
                <a:uFillTx/>
                <a:latin typeface="游ゴシック" panose="020F0502020204030204"/>
                <a:ea typeface="游ゴシック" panose="020B0400000000000000" pitchFamily="50" charset="-128"/>
                <a:cs typeface="+mn-cs"/>
              </a:rPr>
              <a:t>モデル</a:t>
            </a:r>
            <a:r>
              <a:rPr kumimoji="0" lang="en-US" altLang="ja-JP" sz="1200" b="0" i="0" u="none" strike="noStrike" kern="0" cap="none" spc="0" normalizeH="0" baseline="0" noProof="0" dirty="0">
                <a:ln>
                  <a:noFill/>
                </a:ln>
                <a:solidFill>
                  <a:srgbClr val="FF0000"/>
                </a:solidFill>
                <a:effectLst/>
                <a:uLnTx/>
                <a:uFillTx/>
                <a:latin typeface="游ゴシック" panose="020F0502020204030204"/>
                <a:ea typeface="游ゴシック" panose="020B0400000000000000" pitchFamily="50" charset="-128"/>
                <a:cs typeface="+mn-cs"/>
              </a:rPr>
              <a:t>T</a:t>
            </a:r>
            <a:endParaRPr kumimoji="0" lang="ja-JP" altLang="en-US" sz="1200" b="0" i="0" u="none" strike="noStrike" kern="0" cap="none" spc="0" normalizeH="0" baseline="0" noProof="0" dirty="0">
              <a:ln>
                <a:noFill/>
              </a:ln>
              <a:solidFill>
                <a:srgbClr val="FF0000"/>
              </a:solidFill>
              <a:effectLst/>
              <a:uLnTx/>
              <a:uFillTx/>
              <a:latin typeface="游ゴシック" panose="020F0502020204030204"/>
              <a:ea typeface="游ゴシック" panose="020B0400000000000000" pitchFamily="50" charset="-128"/>
              <a:cs typeface="+mn-cs"/>
            </a:endParaRPr>
          </a:p>
        </p:txBody>
      </p:sp>
      <p:sp>
        <p:nvSpPr>
          <p:cNvPr id="198" name="正方形/長方形 197">
            <a:extLst>
              <a:ext uri="{FF2B5EF4-FFF2-40B4-BE49-F238E27FC236}">
                <a16:creationId xmlns:a16="http://schemas.microsoft.com/office/drawing/2014/main" id="{7C0E0689-AC4C-4E6E-9219-C84B9CDCA03D}"/>
              </a:ext>
            </a:extLst>
          </p:cNvPr>
          <p:cNvSpPr/>
          <p:nvPr/>
        </p:nvSpPr>
        <p:spPr>
          <a:xfrm>
            <a:off x="3496497" y="2746342"/>
            <a:ext cx="1643602" cy="345667"/>
          </a:xfrm>
          <a:prstGeom prst="rect">
            <a:avLst/>
          </a:prstGeom>
          <a:solidFill>
            <a:sysClr val="window" lastClr="FFFFFF"/>
          </a:solidFill>
          <a:ln w="12700" cap="flat" cmpd="sng" algn="ctr">
            <a:solidFill>
              <a:srgbClr val="70AD47"/>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FF0000"/>
                </a:solidFill>
                <a:effectLst/>
                <a:uLnTx/>
                <a:uFillTx/>
                <a:latin typeface="游ゴシック" panose="020F0502020204030204"/>
                <a:ea typeface="游ゴシック" panose="020B0400000000000000" pitchFamily="50" charset="-128"/>
                <a:cs typeface="+mn-cs"/>
              </a:rPr>
              <a:t>(</a:t>
            </a:r>
            <a:r>
              <a:rPr kumimoji="0" lang="en-US" altLang="ja-JP" sz="900" b="0" i="0" u="none" strike="noStrike" kern="0" cap="none" spc="0" normalizeH="0" baseline="0" noProof="0" dirty="0" err="1">
                <a:ln>
                  <a:noFill/>
                </a:ln>
                <a:solidFill>
                  <a:srgbClr val="FF0000"/>
                </a:solidFill>
                <a:effectLst/>
                <a:uLnTx/>
                <a:uFillTx/>
                <a:latin typeface="游ゴシック" panose="020F0502020204030204"/>
                <a:ea typeface="游ゴシック" panose="020B0400000000000000" pitchFamily="50" charset="-128"/>
                <a:cs typeface="+mn-cs"/>
              </a:rPr>
              <a:t>DmT</a:t>
            </a:r>
            <a:r>
              <a:rPr kumimoji="0" lang="en-US" altLang="ja-JP" sz="900" b="0" i="0" u="none" strike="noStrike" kern="0" cap="none" spc="0" normalizeH="0" baseline="0" noProof="0" dirty="0">
                <a:ln>
                  <a:noFill/>
                </a:ln>
                <a:solidFill>
                  <a:srgbClr val="FF0000"/>
                </a:solidFill>
                <a:effectLst/>
                <a:uLnTx/>
                <a:uFillTx/>
                <a:latin typeface="游ゴシック" panose="020F0502020204030204"/>
                <a:ea typeface="游ゴシック" panose="020B0400000000000000" pitchFamily="50" charset="-128"/>
                <a:cs typeface="+mn-cs"/>
              </a:rPr>
              <a:t>)</a:t>
            </a:r>
            <a:r>
              <a:rPr kumimoji="0" lang="ja-JP" altLang="en-US" sz="900" b="0" i="0" u="none" strike="noStrike" kern="0" cap="none" spc="0" normalizeH="0" baseline="0" noProof="0" dirty="0">
                <a:ln>
                  <a:noFill/>
                </a:ln>
                <a:solidFill>
                  <a:srgbClr val="FF0000"/>
                </a:solidFill>
                <a:effectLst/>
                <a:uLnTx/>
                <a:uFillTx/>
                <a:latin typeface="游ゴシック" panose="020F0502020204030204"/>
                <a:ea typeface="游ゴシック" panose="020B0400000000000000" pitchFamily="50" charset="-128"/>
                <a:cs typeface="+mn-cs"/>
              </a:rPr>
              <a:t>荒沢</a:t>
            </a:r>
            <a:r>
              <a:rPr kumimoji="0" lang="en-US" altLang="ja-JP" sz="900" b="0" i="0" u="none" strike="noStrike" kern="0" cap="none" spc="0" normalizeH="0" baseline="0" noProof="0" dirty="0">
                <a:ln>
                  <a:noFill/>
                </a:ln>
                <a:solidFill>
                  <a:srgbClr val="FF0000"/>
                </a:solidFill>
                <a:effectLst/>
                <a:uLnTx/>
                <a:uFillTx/>
                <a:latin typeface="游ゴシック" panose="020F0502020204030204"/>
                <a:ea typeface="游ゴシック" panose="020B0400000000000000" pitchFamily="50" charset="-128"/>
                <a:cs typeface="+mn-cs"/>
              </a:rPr>
              <a:t>(L)</a:t>
            </a:r>
            <a:r>
              <a:rPr kumimoji="0" lang="en-US" altLang="ja-JP" sz="900" kern="0" dirty="0">
                <a:solidFill>
                  <a:srgbClr val="FF0000"/>
                </a:solidFill>
                <a:latin typeface="游ゴシック" panose="020F0502020204030204"/>
                <a:ea typeface="游ゴシック" panose="020B0400000000000000" pitchFamily="50" charset="-128"/>
              </a:rPr>
              <a:t>,</a:t>
            </a:r>
            <a:r>
              <a:rPr kumimoji="0" lang="ja-JP" altLang="en-US" sz="900" b="0" i="0" u="none" strike="noStrike" kern="0" cap="none" spc="0" normalizeH="0" baseline="0" noProof="0" dirty="0">
                <a:ln>
                  <a:noFill/>
                </a:ln>
                <a:solidFill>
                  <a:srgbClr val="FF0000"/>
                </a:solidFill>
                <a:effectLst/>
                <a:uLnTx/>
                <a:uFillTx/>
                <a:latin typeface="游ゴシック" panose="020F0502020204030204"/>
                <a:ea typeface="游ゴシック" panose="020B0400000000000000" pitchFamily="50" charset="-128"/>
                <a:cs typeface="+mn-cs"/>
              </a:rPr>
              <a:t>柴田</a:t>
            </a:r>
            <a:r>
              <a:rPr kumimoji="0" lang="en-US" altLang="ja-JP" sz="900" kern="0" dirty="0">
                <a:solidFill>
                  <a:srgbClr val="FF0000"/>
                </a:solidFill>
                <a:latin typeface="游ゴシック" panose="020F0502020204030204"/>
                <a:ea typeface="游ゴシック" panose="020B0400000000000000" pitchFamily="50" charset="-128"/>
              </a:rPr>
              <a:t>,</a:t>
            </a:r>
            <a:r>
              <a:rPr kumimoji="0" lang="en-US" altLang="ja-JP" sz="900" kern="0" dirty="0" err="1">
                <a:solidFill>
                  <a:srgbClr val="FF0000"/>
                </a:solidFill>
                <a:latin typeface="游ゴシック" panose="020F0502020204030204"/>
                <a:ea typeface="游ゴシック" panose="020B0400000000000000" pitchFamily="50" charset="-128"/>
              </a:rPr>
              <a:t>Qunie</a:t>
            </a:r>
            <a:endParaRPr kumimoji="0" lang="en-US" altLang="ja-JP" sz="900" b="0" i="0" u="none" strike="noStrike" kern="0" cap="none" spc="0" normalizeH="0" baseline="0" noProof="0" dirty="0">
              <a:ln>
                <a:noFill/>
              </a:ln>
              <a:solidFill>
                <a:srgbClr val="FF0000"/>
              </a:solidFill>
              <a:effectLst/>
              <a:uLnTx/>
              <a:uFillTx/>
              <a:latin typeface="游ゴシック" panose="020F0502020204030204"/>
              <a:ea typeface="游ゴシック" panose="020B0400000000000000" pitchFamily="50" charset="-128"/>
              <a:cs typeface="+mn-cs"/>
            </a:endParaRPr>
          </a:p>
          <a:p>
            <a:pPr lvl="0"/>
            <a:r>
              <a:rPr kumimoji="0" lang="en-US" altLang="ja-JP" sz="900" kern="0" dirty="0">
                <a:solidFill>
                  <a:srgbClr val="FF0000"/>
                </a:solidFill>
                <a:latin typeface="游ゴシック" panose="020F0502020204030204"/>
                <a:ea typeface="游ゴシック" panose="020B0400000000000000" pitchFamily="50" charset="-128"/>
              </a:rPr>
              <a:t>(</a:t>
            </a:r>
            <a:r>
              <a:rPr kumimoji="0" lang="ja-JP" altLang="en-US" sz="900" kern="0" dirty="0">
                <a:solidFill>
                  <a:srgbClr val="FF0000"/>
                </a:solidFill>
                <a:latin typeface="游ゴシック" panose="020F0502020204030204"/>
                <a:ea typeface="游ゴシック" panose="020B0400000000000000" pitchFamily="50" charset="-128"/>
              </a:rPr>
              <a:t>ﾓﾃﾞﾙ</a:t>
            </a:r>
            <a:r>
              <a:rPr kumimoji="0" lang="en-US" altLang="ja-JP" sz="900" kern="0" dirty="0">
                <a:solidFill>
                  <a:srgbClr val="FF0000"/>
                </a:solidFill>
                <a:latin typeface="游ゴシック" panose="020F0502020204030204"/>
                <a:ea typeface="游ゴシック" panose="020B0400000000000000" pitchFamily="50" charset="-128"/>
              </a:rPr>
              <a:t>)</a:t>
            </a:r>
            <a:r>
              <a:rPr kumimoji="0" lang="ja-JP" altLang="en-US" sz="900" kern="0" dirty="0">
                <a:solidFill>
                  <a:srgbClr val="FF0000"/>
                </a:solidFill>
                <a:latin typeface="游ゴシック" panose="020F0502020204030204"/>
                <a:ea typeface="游ゴシック" panose="020B0400000000000000" pitchFamily="50" charset="-128"/>
              </a:rPr>
              <a:t>穂塚</a:t>
            </a:r>
            <a:r>
              <a:rPr kumimoji="0" lang="en-US" altLang="ja-JP" sz="900" kern="0" dirty="0">
                <a:solidFill>
                  <a:srgbClr val="FF0000"/>
                </a:solidFill>
                <a:latin typeface="游ゴシック" panose="020F0502020204030204"/>
                <a:ea typeface="游ゴシック" panose="020B0400000000000000" pitchFamily="50" charset="-128"/>
              </a:rPr>
              <a:t>(L) ,</a:t>
            </a:r>
            <a:r>
              <a:rPr kumimoji="0" lang="ja-JP" altLang="en-US" sz="900" kern="0" dirty="0">
                <a:solidFill>
                  <a:srgbClr val="FF0000"/>
                </a:solidFill>
                <a:latin typeface="游ゴシック" panose="020F0502020204030204"/>
                <a:ea typeface="游ゴシック" panose="020B0400000000000000" pitchFamily="50" charset="-128"/>
              </a:rPr>
              <a:t>小室</a:t>
            </a:r>
            <a:r>
              <a:rPr kumimoji="0" lang="en-US" altLang="ja-JP" sz="900" kern="0" dirty="0">
                <a:solidFill>
                  <a:srgbClr val="FF0000"/>
                </a:solidFill>
                <a:latin typeface="游ゴシック" panose="020F0502020204030204"/>
                <a:ea typeface="游ゴシック" panose="020B0400000000000000" pitchFamily="50" charset="-128"/>
              </a:rPr>
              <a:t>,Realize</a:t>
            </a:r>
            <a:endParaRPr kumimoji="0" lang="ja-JP" altLang="en-US" sz="900" b="0" i="0" u="none" strike="noStrike" kern="0" cap="none" spc="0" normalizeH="0" baseline="0" noProof="0" dirty="0">
              <a:ln>
                <a:noFill/>
              </a:ln>
              <a:solidFill>
                <a:srgbClr val="FF0000"/>
              </a:solidFill>
              <a:effectLst/>
              <a:uLnTx/>
              <a:uFillTx/>
              <a:latin typeface="游ゴシック" panose="020F0502020204030204"/>
              <a:ea typeface="游ゴシック" panose="020B0400000000000000" pitchFamily="50" charset="-128"/>
              <a:cs typeface="+mn-cs"/>
            </a:endParaRPr>
          </a:p>
        </p:txBody>
      </p:sp>
      <p:sp>
        <p:nvSpPr>
          <p:cNvPr id="199" name="正方形/長方形 198">
            <a:extLst>
              <a:ext uri="{FF2B5EF4-FFF2-40B4-BE49-F238E27FC236}">
                <a16:creationId xmlns:a16="http://schemas.microsoft.com/office/drawing/2014/main" id="{5AB7434E-6D36-459B-B367-566A0B732CCA}"/>
              </a:ext>
            </a:extLst>
          </p:cNvPr>
          <p:cNvSpPr/>
          <p:nvPr/>
        </p:nvSpPr>
        <p:spPr>
          <a:xfrm>
            <a:off x="4016045" y="6083509"/>
            <a:ext cx="5724753" cy="261610"/>
          </a:xfrm>
          <a:prstGeom prst="rect">
            <a:avLst/>
          </a:prstGeom>
        </p:spPr>
        <p:txBody>
          <a:bodyPr wrap="square">
            <a:spAutoFit/>
          </a:bodyPr>
          <a:lstStyle/>
          <a:p>
            <a:r>
              <a:rPr lang="ja-JP" altLang="en-US" sz="1100" dirty="0"/>
              <a:t>BIXUS_GTCCモック検証計画書_20210201_(GTCC共有) .pptxより抜粋、一部改訂</a:t>
            </a:r>
          </a:p>
        </p:txBody>
      </p:sp>
    </p:spTree>
    <p:extLst>
      <p:ext uri="{BB962C8B-B14F-4D97-AF65-F5344CB8AC3E}">
        <p14:creationId xmlns:p14="http://schemas.microsoft.com/office/powerpoint/2010/main" val="32369651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MHI PPT A4_単独会社用">
  <a:themeElements>
    <a:clrScheme name="MHI">
      <a:dk1>
        <a:srgbClr val="000000"/>
      </a:dk1>
      <a:lt1>
        <a:srgbClr val="FFFFFF"/>
      </a:lt1>
      <a:dk2>
        <a:srgbClr val="567783"/>
      </a:dk2>
      <a:lt2>
        <a:srgbClr val="82A0AA"/>
      </a:lt2>
      <a:accent1>
        <a:srgbClr val="223F4B"/>
      </a:accent1>
      <a:accent2>
        <a:srgbClr val="006487"/>
      </a:accent2>
      <a:accent3>
        <a:srgbClr val="DC6914"/>
      </a:accent3>
      <a:accent4>
        <a:srgbClr val="647D2D"/>
      </a:accent4>
      <a:accent5>
        <a:srgbClr val="E31F26"/>
      </a:accent5>
      <a:accent6>
        <a:srgbClr val="6E1E4B"/>
      </a:accent6>
      <a:hlink>
        <a:srgbClr val="000000"/>
      </a:hlink>
      <a:folHlink>
        <a:srgbClr val="000000"/>
      </a:folHlink>
    </a:clrScheme>
    <a:fontScheme name="ユーザー定義 1">
      <a:majorFont>
        <a:latin typeface="Arial"/>
        <a:ea typeface="メイリオ"/>
        <a:cs typeface=""/>
      </a:majorFont>
      <a:minorFont>
        <a:latin typeface="Arial"/>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HI_ppt_color" id="{8714110F-2F40-4E20-B9EF-82653DE22CAC}" vid="{2E728569-002A-49DD-A6AB-1E30B9D445FA}"/>
    </a:ext>
  </a:extLst>
</a:theme>
</file>

<file path=ppt/theme/theme2.xml><?xml version="1.0" encoding="utf-8"?>
<a:theme xmlns:a="http://schemas.openxmlformats.org/drawingml/2006/main" name="11_MHI PPT 4:3_単独会社用">
  <a:themeElements>
    <a:clrScheme name="20200826_21事計_フォーマット変更">
      <a:dk1>
        <a:srgbClr val="63666A"/>
      </a:dk1>
      <a:lt1>
        <a:srgbClr val="FFFFFF"/>
      </a:lt1>
      <a:dk2>
        <a:srgbClr val="63666A"/>
      </a:dk2>
      <a:lt2>
        <a:srgbClr val="F2F2F2"/>
      </a:lt2>
      <a:accent1>
        <a:srgbClr val="BBBCBC"/>
      </a:accent1>
      <a:accent2>
        <a:srgbClr val="D6001C"/>
      </a:accent2>
      <a:accent3>
        <a:srgbClr val="101820"/>
      </a:accent3>
      <a:accent4>
        <a:srgbClr val="EAAA50"/>
      </a:accent4>
      <a:accent5>
        <a:srgbClr val="0076A8"/>
      </a:accent5>
      <a:accent6>
        <a:srgbClr val="3A913F"/>
      </a:accent6>
      <a:hlink>
        <a:srgbClr val="0076A8"/>
      </a:hlink>
      <a:folHlink>
        <a:srgbClr val="3A913F"/>
      </a:folHlink>
    </a:clrScheme>
    <a:fontScheme name="20200826_21事計">
      <a:majorFont>
        <a:latin typeface="Verdana"/>
        <a:ea typeface="Meiryo UI"/>
        <a:cs typeface=""/>
      </a:majorFont>
      <a:minorFont>
        <a:latin typeface="Verdana"/>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w="6350">
          <a:solidFill>
            <a:schemeClr val="accent2"/>
          </a:solidFill>
        </a:ln>
      </a:spPr>
      <a:bodyPr rtlCol="0" anchor="ctr"/>
      <a:lstStyle>
        <a:defPPr algn="ctr">
          <a:defRPr kumimoji="1" sz="12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I_ppt_color" id="{8714110F-2F40-4E20-B9EF-82653DE22CAC}" vid="{2E728569-002A-49DD-A6AB-1E30B9D445F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9674434C8CD87942B621FE3F405220AB" ma:contentTypeVersion="14" ma:contentTypeDescription="新しいドキュメントを作成します。" ma:contentTypeScope="" ma:versionID="1a8dc910e444cc8ae361ec23d594af4e">
  <xsd:schema xmlns:xsd="http://www.w3.org/2001/XMLSchema" xmlns:xs="http://www.w3.org/2001/XMLSchema" xmlns:p="http://schemas.microsoft.com/office/2006/metadata/properties" xmlns:ns3="4be3366d-21a3-4603-8428-6e96dbf00bff" xmlns:ns4="f9940f77-d365-459b-bf39-a7ce20e2f4c1" targetNamespace="http://schemas.microsoft.com/office/2006/metadata/properties" ma:root="true" ma:fieldsID="126de796285929b803df8ce653235965" ns3:_="" ns4:_="">
    <xsd:import namespace="4be3366d-21a3-4603-8428-6e96dbf00bff"/>
    <xsd:import namespace="f9940f77-d365-459b-bf39-a7ce20e2f4c1"/>
    <xsd:element name="properties">
      <xsd:complexType>
        <xsd:sequence>
          <xsd:element name="documentManagement">
            <xsd:complexType>
              <xsd:all>
                <xsd:element ref="ns3:SharedWithUsers" minOccurs="0"/>
                <xsd:element ref="ns3:SharingHintHash" minOccurs="0"/>
                <xsd:element ref="ns3:SharedWithDetails" minOccurs="0"/>
                <xsd:element ref="ns4:MediaServiceMetadata" minOccurs="0"/>
                <xsd:element ref="ns4:MediaServiceFastMetadata" minOccurs="0"/>
                <xsd:element ref="ns4:MediaServiceDateTaken" minOccurs="0"/>
                <xsd:element ref="ns4:MediaServiceAutoTags" minOccurs="0"/>
                <xsd:element ref="ns4:MediaServiceLocation" minOccurs="0"/>
                <xsd:element ref="ns4:MediaServiceOCR" minOccurs="0"/>
                <xsd:element ref="ns4:MediaServiceEventHashCode" minOccurs="0"/>
                <xsd:element ref="ns4:MediaServiceGenerationTime" minOccurs="0"/>
                <xsd:element ref="ns4:MediaServiceAutoKeyPoints" minOccurs="0"/>
                <xsd:element ref="ns4:MediaServiceKeyPoints"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e3366d-21a3-4603-8428-6e96dbf00bff" elementFormDefault="qualified">
    <xsd:import namespace="http://schemas.microsoft.com/office/2006/documentManagement/types"/>
    <xsd:import namespace="http://schemas.microsoft.com/office/infopath/2007/PartnerControls"/>
    <xsd:element name="SharedWithUsers" ma:index="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共有のヒントのハッシュ" ma:internalName="SharingHintHash" ma:readOnly="true">
      <xsd:simpleType>
        <xsd:restriction base="dms:Text"/>
      </xsd:simpleType>
    </xsd:element>
    <xsd:element name="SharedWithDetails" ma:index="10" nillable="true" ma:displayName="共有相手の詳細情報"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9940f77-d365-459b-bf39-a7ce20e2f4c1"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element name="MediaServiceLocation" ma:index="15" nillable="true" ma:displayName="MediaServiceLocation" ma:description="" ma:internalName="MediaServiceLocation"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CAD2AF5-71A9-4675-87D7-A7B23B8C63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e3366d-21a3-4603-8428-6e96dbf00bff"/>
    <ds:schemaRef ds:uri="f9940f77-d365-459b-bf39-a7ce20e2f4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DAF8E2D-F462-4EBC-B1FB-AAC49E2F3AD3}">
  <ds:schemaRefs>
    <ds:schemaRef ds:uri="http://schemas.openxmlformats.org/package/2006/metadata/core-properties"/>
    <ds:schemaRef ds:uri="http://purl.org/dc/dcmitype/"/>
    <ds:schemaRef ds:uri="http://schemas.microsoft.com/office/2006/documentManagement/types"/>
    <ds:schemaRef ds:uri="http://purl.org/dc/elements/1.1/"/>
    <ds:schemaRef ds:uri="http://purl.org/dc/terms/"/>
    <ds:schemaRef ds:uri="http://www.w3.org/XML/1998/namespace"/>
    <ds:schemaRef ds:uri="http://schemas.microsoft.com/office/infopath/2007/PartnerControls"/>
    <ds:schemaRef ds:uri="f9940f77-d365-459b-bf39-a7ce20e2f4c1"/>
    <ds:schemaRef ds:uri="4be3366d-21a3-4603-8428-6e96dbf00bff"/>
    <ds:schemaRef ds:uri="http://schemas.microsoft.com/office/2006/metadata/properties"/>
  </ds:schemaRefs>
</ds:datastoreItem>
</file>

<file path=customXml/itemProps3.xml><?xml version="1.0" encoding="utf-8"?>
<ds:datastoreItem xmlns:ds="http://schemas.openxmlformats.org/officeDocument/2006/customXml" ds:itemID="{69C3EDCC-8F6B-4D10-86CF-4BD66D67990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8244</TotalTime>
  <Words>1366</Words>
  <Application>Microsoft Macintosh PowerPoint</Application>
  <PresentationFormat>A4 Paper (210x297 mm)</PresentationFormat>
  <Paragraphs>276</Paragraphs>
  <Slides>8</Slides>
  <Notes>8</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2</vt:i4>
      </vt:variant>
      <vt:variant>
        <vt:lpstr>Slide Titles</vt:lpstr>
      </vt:variant>
      <vt:variant>
        <vt:i4>8</vt:i4>
      </vt:variant>
    </vt:vector>
  </HeadingPairs>
  <TitlesOfParts>
    <vt:vector size="16" baseType="lpstr">
      <vt:lpstr>Meiryo UI</vt:lpstr>
      <vt:lpstr>游ゴシック</vt:lpstr>
      <vt:lpstr>Arial</vt:lpstr>
      <vt:lpstr>Calibri</vt:lpstr>
      <vt:lpstr>MHI PPT A4_単独会社用</vt:lpstr>
      <vt:lpstr>11_MHI PPT 4:3_単独会社用</vt:lpstr>
      <vt:lpstr>think-cell スライド</vt:lpstr>
      <vt:lpstr>Worksheet</vt:lpstr>
      <vt:lpstr>データマネジメント/モデルT　支援内容</vt:lpstr>
      <vt:lpstr>データマネジメント/モデルT　支援内容(全体感)</vt:lpstr>
      <vt:lpstr>データマネジメント　支援内容(タスクレベル)</vt:lpstr>
      <vt:lpstr>データマネジメント　支援内容</vt:lpstr>
      <vt:lpstr>データマネジメント　支援内容</vt:lpstr>
      <vt:lpstr>データマネジメント　支援内容</vt:lpstr>
      <vt:lpstr>データモデル　支援内容</vt:lpstr>
      <vt:lpstr>データマネジメント/モデルT　支援体制</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dc:title>
  <dc:creator>MHI Group</dc:creator>
  <cp:lastModifiedBy>Maruyama, Yuko</cp:lastModifiedBy>
  <cp:revision>84</cp:revision>
  <dcterms:created xsi:type="dcterms:W3CDTF">2016-08-19T23:29:10Z</dcterms:created>
  <dcterms:modified xsi:type="dcterms:W3CDTF">2025-07-30T06:35:27Z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0x0101009674434C8CD87942B621FE3F405220AB</vt:lpwstr>
  </property>
</Properties>
</file>