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3.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4.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5.xml" ContentType="application/vnd.openxmlformats-officedocument.theme+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24" r:id="rId1"/>
    <p:sldMasterId id="2147483790" r:id="rId2"/>
    <p:sldMasterId id="2147483913" r:id="rId3"/>
    <p:sldMasterId id="2147483908" r:id="rId4"/>
    <p:sldMasterId id="2147483853" r:id="rId5"/>
    <p:sldMasterId id="2147483852" r:id="rId6"/>
  </p:sldMasterIdLst>
  <p:notesMasterIdLst>
    <p:notesMasterId r:id="rId18"/>
  </p:notesMasterIdLst>
  <p:handoutMasterIdLst>
    <p:handoutMasterId r:id="rId19"/>
  </p:handoutMasterIdLst>
  <p:sldIdLst>
    <p:sldId id="400" r:id="rId7"/>
    <p:sldId id="459" r:id="rId8"/>
    <p:sldId id="434" r:id="rId9"/>
    <p:sldId id="433" r:id="rId10"/>
    <p:sldId id="430" r:id="rId11"/>
    <p:sldId id="468" r:id="rId12"/>
    <p:sldId id="467" r:id="rId13"/>
    <p:sldId id="423" r:id="rId14"/>
    <p:sldId id="464" r:id="rId15"/>
    <p:sldId id="465" r:id="rId16"/>
    <p:sldId id="466" r:id="rId17"/>
  </p:sldIdLst>
  <p:sldSz cx="9906000" cy="6858000" type="A4"/>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FF00"/>
        </p14:laserClr>
      </p:ext>
      <p:ext uri="{2FDB2607-1784-4EEB-B798-7EB5836EED8A}">
        <p14:showMediaCtrls xmlns:p14="http://schemas.microsoft.com/office/powerpoint/2010/main" val="1"/>
      </p:ext>
    </p:extLst>
  </p:showPr>
  <p:clrMru>
    <a:srgbClr val="89A2AD"/>
    <a:srgbClr val="B2B2B2"/>
    <a:srgbClr val="BBCFD3"/>
    <a:srgbClr val="004B64"/>
    <a:srgbClr val="8FABB4"/>
    <a:srgbClr val="D1DEDE"/>
    <a:srgbClr val="94CBCC"/>
    <a:srgbClr val="ACD7D8"/>
    <a:srgbClr val="95B0B9"/>
    <a:srgbClr val="D1DE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中間スタイル 2 - アクセント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6E25E649-3F16-4E02-A733-19D2CDBF48F0}" styleName="中間スタイル 3 - アクセント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06799F8-075E-4A3A-A7F6-7FBC6576F1A4}" styleName="テーマ スタイル 2 - アクセント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D113A9D2-9D6B-4929-AA2D-F23B5EE8CBE7}" styleName="テーマ スタイル 2 - アクセント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7853C-536D-4A76-A0AE-DD22124D55A5}" styleName="テーマ スタイル 1 - アクセント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24" autoAdjust="0"/>
    <p:restoredTop sz="96327" autoAdjust="0"/>
  </p:normalViewPr>
  <p:slideViewPr>
    <p:cSldViewPr snapToGrid="0" snapToObjects="1">
      <p:cViewPr varScale="1">
        <p:scale>
          <a:sx n="108" d="100"/>
          <a:sy n="108" d="100"/>
        </p:scale>
        <p:origin x="1488" y="102"/>
      </p:cViewPr>
      <p:guideLst/>
    </p:cSldViewPr>
  </p:slideViewPr>
  <p:outlineViewPr>
    <p:cViewPr>
      <p:scale>
        <a:sx n="33" d="100"/>
        <a:sy n="33" d="100"/>
      </p:scale>
      <p:origin x="0" y="0"/>
    </p:cViewPr>
  </p:outlineViewPr>
  <p:notesTextViewPr>
    <p:cViewPr>
      <p:scale>
        <a:sx n="160" d="100"/>
        <a:sy n="160" d="100"/>
      </p:scale>
      <p:origin x="0" y="0"/>
    </p:cViewPr>
  </p:notesTextViewPr>
  <p:sorterViewPr>
    <p:cViewPr>
      <p:scale>
        <a:sx n="80" d="100"/>
        <a:sy n="80" d="100"/>
      </p:scale>
      <p:origin x="0" y="0"/>
    </p:cViewPr>
  </p:sorterViewPr>
  <p:notesViewPr>
    <p:cSldViewPr snapToGrid="0" snapToObjects="1">
      <p:cViewPr varScale="1">
        <p:scale>
          <a:sx n="66" d="100"/>
          <a:sy n="66" d="100"/>
        </p:scale>
        <p:origin x="1632" y="3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latin typeface="+mn-ea"/>
            </a:endParaRPr>
          </a:p>
        </p:txBody>
      </p:sp>
      <p:sp>
        <p:nvSpPr>
          <p:cNvPr id="3" name="日付プレースホルダー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7BDCB57-7B26-864A-85AB-1FE6E8A71097}" type="datetimeFigureOut">
              <a:rPr kumimoji="1" lang="ja-JP" altLang="en-US" smtClean="0">
                <a:latin typeface="+mn-ea"/>
              </a:rPr>
              <a:t>2022/6/3</a:t>
            </a:fld>
            <a:endParaRPr kumimoji="1" lang="ja-JP" altLang="en-US">
              <a:latin typeface="+mn-ea"/>
            </a:endParaRPr>
          </a:p>
        </p:txBody>
      </p:sp>
      <p:sp>
        <p:nvSpPr>
          <p:cNvPr id="4" name="フッター プレースホルダー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latin typeface="+mn-ea"/>
            </a:endParaRPr>
          </a:p>
        </p:txBody>
      </p:sp>
      <p:sp>
        <p:nvSpPr>
          <p:cNvPr id="5" name="スライド番号プレースホルダー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741B73B-8F91-6845-8B45-1448A7A46D6E}" type="slidenum">
              <a:rPr kumimoji="1" lang="ja-JP" altLang="en-US" smtClean="0">
                <a:latin typeface="+mn-ea"/>
              </a:rPr>
              <a:t>‹#›</a:t>
            </a:fld>
            <a:endParaRPr kumimoji="1" lang="ja-JP" altLang="en-US">
              <a:latin typeface="+mn-ea"/>
            </a:endParaRPr>
          </a:p>
        </p:txBody>
      </p:sp>
    </p:spTree>
    <p:extLst>
      <p:ext uri="{BB962C8B-B14F-4D97-AF65-F5344CB8AC3E}">
        <p14:creationId xmlns:p14="http://schemas.microsoft.com/office/powerpoint/2010/main" val="17740855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mn-ea"/>
                <a:ea typeface="+mn-ea"/>
              </a:defRPr>
            </a:lvl1pPr>
          </a:lstStyle>
          <a:p>
            <a:endParaRPr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mn-ea"/>
                <a:ea typeface="+mn-ea"/>
              </a:defRPr>
            </a:lvl1pPr>
          </a:lstStyle>
          <a:p>
            <a:fld id="{187B8588-1665-0A4A-AD47-68FFFFC620D1}" type="datetimeFigureOut">
              <a:rPr lang="ja-JP" altLang="en-US" smtClean="0"/>
              <a:pPr/>
              <a:t>2022/6/3</a:t>
            </a:fld>
            <a:endParaRPr lang="ja-JP" altLang="en-US"/>
          </a:p>
        </p:txBody>
      </p:sp>
      <p:sp>
        <p:nvSpPr>
          <p:cNvPr id="4" name="スライド イメージ プレースホルダー 3"/>
          <p:cNvSpPr>
            <a:spLocks noGrp="1" noRot="1" noChangeAspect="1"/>
          </p:cNvSpPr>
          <p:nvPr>
            <p:ph type="sldImg" idx="2"/>
          </p:nvPr>
        </p:nvSpPr>
        <p:spPr>
          <a:xfrm>
            <a:off x="1200150" y="630237"/>
            <a:ext cx="44577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3887785"/>
            <a:ext cx="5486400" cy="4625977"/>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mn-ea"/>
                <a:ea typeface="+mn-ea"/>
              </a:defRPr>
            </a:lvl1pPr>
          </a:lstStyle>
          <a:p>
            <a:endParaRPr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mn-ea"/>
                <a:ea typeface="+mn-ea"/>
              </a:defRPr>
            </a:lvl1pPr>
          </a:lstStyle>
          <a:p>
            <a:fld id="{AF9AAED7-EB68-B44B-A29A-E9CFE7A1147D}" type="slidenum">
              <a:rPr lang="ja-JP" altLang="en-US" smtClean="0"/>
              <a:pPr/>
              <a:t>‹#›</a:t>
            </a:fld>
            <a:endParaRPr lang="ja-JP" altLang="en-US"/>
          </a:p>
        </p:txBody>
      </p:sp>
    </p:spTree>
    <p:extLst>
      <p:ext uri="{BB962C8B-B14F-4D97-AF65-F5344CB8AC3E}">
        <p14:creationId xmlns:p14="http://schemas.microsoft.com/office/powerpoint/2010/main" val="24139408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kumimoji="1" sz="1200" kern="1200">
        <a:solidFill>
          <a:schemeClr val="tx1"/>
        </a:solidFill>
        <a:latin typeface="+mn-ea"/>
        <a:ea typeface="+mn-ea"/>
        <a:cs typeface="+mn-cs"/>
      </a:defRPr>
    </a:lvl1pPr>
    <a:lvl2pPr marL="457200" algn="l" defTabSz="914400" rtl="0" eaLnBrk="1" latinLnBrk="0" hangingPunct="1">
      <a:defRPr kumimoji="1" sz="1200" kern="1200">
        <a:solidFill>
          <a:schemeClr val="tx1"/>
        </a:solidFill>
        <a:latin typeface="+mn-ea"/>
        <a:ea typeface="+mn-ea"/>
        <a:cs typeface="+mn-cs"/>
      </a:defRPr>
    </a:lvl2pPr>
    <a:lvl3pPr marL="914400" algn="l" defTabSz="914400" rtl="0" eaLnBrk="1" latinLnBrk="0" hangingPunct="1">
      <a:defRPr kumimoji="1" sz="1200" kern="1200">
        <a:solidFill>
          <a:schemeClr val="tx1"/>
        </a:solidFill>
        <a:latin typeface="+mn-ea"/>
        <a:ea typeface="+mn-ea"/>
        <a:cs typeface="+mn-cs"/>
      </a:defRPr>
    </a:lvl3pPr>
    <a:lvl4pPr marL="1371600" algn="l" defTabSz="914400" rtl="0" eaLnBrk="1" latinLnBrk="0" hangingPunct="1">
      <a:defRPr kumimoji="1" sz="1200" kern="1200">
        <a:solidFill>
          <a:schemeClr val="tx1"/>
        </a:solidFill>
        <a:latin typeface="+mn-ea"/>
        <a:ea typeface="+mn-ea"/>
        <a:cs typeface="+mn-cs"/>
      </a:defRPr>
    </a:lvl4pPr>
    <a:lvl5pPr marL="1828800" algn="l" defTabSz="914400" rtl="0" eaLnBrk="1" latinLnBrk="0" hangingPunct="1">
      <a:defRPr kumimoji="1" sz="1200" kern="1200">
        <a:solidFill>
          <a:schemeClr val="tx1"/>
        </a:solidFill>
        <a:latin typeface="+mn-ea"/>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jpeg"/><Relationship Id="rId1" Type="http://schemas.openxmlformats.org/officeDocument/2006/relationships/slideMaster" Target="../slideMasters/slideMaster1.xml"/><Relationship Id="rId5" Type="http://schemas.openxmlformats.org/officeDocument/2006/relationships/image" Target="../media/image3.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jpeg"/><Relationship Id="rId1" Type="http://schemas.openxmlformats.org/officeDocument/2006/relationships/slideMaster" Target="../slideMasters/slideMaster2.xml"/><Relationship Id="rId4" Type="http://schemas.openxmlformats.org/officeDocument/2006/relationships/image" Target="../media/image9.gif"/></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2.jpeg"/><Relationship Id="rId1" Type="http://schemas.openxmlformats.org/officeDocument/2006/relationships/slideMaster" Target="../slideMasters/slideMaster2.xml"/><Relationship Id="rId4" Type="http://schemas.openxmlformats.org/officeDocument/2006/relationships/image" Target="../media/image9.gif"/></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2.jpeg"/><Relationship Id="rId1" Type="http://schemas.openxmlformats.org/officeDocument/2006/relationships/slideMaster" Target="../slideMasters/slideMaster2.xml"/><Relationship Id="rId4" Type="http://schemas.openxmlformats.org/officeDocument/2006/relationships/image" Target="../media/image9.gi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5.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5.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9.png"/><Relationship Id="rId1" Type="http://schemas.openxmlformats.org/officeDocument/2006/relationships/slideMaster" Target="../slideMasters/slideMaster6.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Master" Target="../slideMasters/slideMaster6.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Master" Target="../slideMasters/slideMaster6.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g"/><Relationship Id="rId1" Type="http://schemas.openxmlformats.org/officeDocument/2006/relationships/slideMaster" Target="../slideMasters/slideMaster6.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24.png"/><Relationship Id="rId1" Type="http://schemas.openxmlformats.org/officeDocument/2006/relationships/slideMaster" Target="../slideMasters/slideMaster6.xml"/><Relationship Id="rId4" Type="http://schemas.openxmlformats.org/officeDocument/2006/relationships/image" Target="../media/image2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表紙A">
    <p:spTree>
      <p:nvGrpSpPr>
        <p:cNvPr id="1" name=""/>
        <p:cNvGrpSpPr/>
        <p:nvPr/>
      </p:nvGrpSpPr>
      <p:grpSpPr>
        <a:xfrm>
          <a:off x="0" y="0"/>
          <a:ext cx="0" cy="0"/>
          <a:chOff x="0" y="0"/>
          <a:chExt cx="0" cy="0"/>
        </a:xfrm>
      </p:grpSpPr>
      <p:sp>
        <p:nvSpPr>
          <p:cNvPr id="27" name="タイトル 4">
            <a:extLst>
              <a:ext uri="{FF2B5EF4-FFF2-40B4-BE49-F238E27FC236}">
                <a16:creationId xmlns:a16="http://schemas.microsoft.com/office/drawing/2014/main" id="{D3868AFC-B2EA-484C-AA64-489ED4273318}"/>
              </a:ext>
            </a:extLst>
          </p:cNvPr>
          <p:cNvSpPr>
            <a:spLocks noGrp="1"/>
          </p:cNvSpPr>
          <p:nvPr>
            <p:ph type="title" hasCustomPrompt="1"/>
          </p:nvPr>
        </p:nvSpPr>
        <p:spPr>
          <a:xfrm>
            <a:off x="331788" y="2708276"/>
            <a:ext cx="7177075" cy="325438"/>
          </a:xfrm>
        </p:spPr>
        <p:txBody>
          <a:bodyPr/>
          <a:lstStyle>
            <a:lvl1pPr>
              <a:defRPr>
                <a:solidFill>
                  <a:schemeClr val="tx1"/>
                </a:solidFill>
              </a:defRPr>
            </a:lvl1pPr>
          </a:lstStyle>
          <a:p>
            <a:pPr lvl="0"/>
            <a:r>
              <a:rPr kumimoji="1" lang="ja-JP" altLang="en-US"/>
              <a:t>○○○○御中</a:t>
            </a:r>
          </a:p>
        </p:txBody>
      </p:sp>
      <p:sp>
        <p:nvSpPr>
          <p:cNvPr id="25" name="テキスト プレースホルダー 16">
            <a:extLst>
              <a:ext uri="{FF2B5EF4-FFF2-40B4-BE49-F238E27FC236}">
                <a16:creationId xmlns:a16="http://schemas.microsoft.com/office/drawing/2014/main" id="{AAF55D8D-D54A-0249-91F2-93832BA0DDA6}"/>
              </a:ext>
            </a:extLst>
          </p:cNvPr>
          <p:cNvSpPr>
            <a:spLocks noGrp="1"/>
          </p:cNvSpPr>
          <p:nvPr>
            <p:ph type="body" sz="quarter" idx="12" hasCustomPrompt="1"/>
          </p:nvPr>
        </p:nvSpPr>
        <p:spPr>
          <a:xfrm>
            <a:off x="331490" y="3257650"/>
            <a:ext cx="7177385" cy="1699489"/>
          </a:xfrm>
          <a:prstGeom prst="rect">
            <a:avLst/>
          </a:prstGeom>
        </p:spPr>
        <p:txBody>
          <a:bodyPr lIns="0" rIns="0"/>
          <a:lstStyle>
            <a:lvl1pPr>
              <a:lnSpc>
                <a:spcPct val="120000"/>
              </a:lnSpc>
              <a:defRPr sz="24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p>
        </p:txBody>
      </p:sp>
      <p:sp>
        <p:nvSpPr>
          <p:cNvPr id="26" name="テキスト プレースホルダー 18">
            <a:extLst>
              <a:ext uri="{FF2B5EF4-FFF2-40B4-BE49-F238E27FC236}">
                <a16:creationId xmlns:a16="http://schemas.microsoft.com/office/drawing/2014/main" id="{32AE6953-680C-A842-B348-E2C64E3386AC}"/>
              </a:ext>
            </a:extLst>
          </p:cNvPr>
          <p:cNvSpPr>
            <a:spLocks noGrp="1"/>
          </p:cNvSpPr>
          <p:nvPr>
            <p:ph type="body" sz="quarter" idx="13" hasCustomPrompt="1"/>
          </p:nvPr>
        </p:nvSpPr>
        <p:spPr>
          <a:xfrm>
            <a:off x="331491" y="5882358"/>
            <a:ext cx="7177384" cy="786730"/>
          </a:xfrm>
          <a:prstGeom prst="rect">
            <a:avLst/>
          </a:prstGeom>
        </p:spPr>
        <p:txBody>
          <a:bodyPr lIns="0" rIns="0"/>
          <a:lstStyle>
            <a:lvl1pPr>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dirty="0"/>
              <a:t>2022</a:t>
            </a:r>
            <a:r>
              <a:rPr kumimoji="1" lang="ja-JP" altLang="en-US"/>
              <a:t>年 ○月 ○日</a:t>
            </a:r>
          </a:p>
          <a:p>
            <a:pPr lvl="0"/>
            <a:r>
              <a:rPr kumimoji="1" lang="ja-JP" altLang="en-US"/>
              <a:t>株式会社</a:t>
            </a:r>
            <a:r>
              <a:rPr kumimoji="1" lang="en-US" altLang="ja-JP" dirty="0"/>
              <a:t>NTT</a:t>
            </a:r>
            <a:r>
              <a:rPr kumimoji="1" lang="ja-JP" altLang="en-US"/>
              <a:t>データ ○○○○○○</a:t>
            </a:r>
          </a:p>
          <a:p>
            <a:pPr lvl="0"/>
            <a:r>
              <a:rPr kumimoji="1" lang="ja-JP" altLang="en-US"/>
              <a:t>○○○○○○○○○○○○○○</a:t>
            </a:r>
          </a:p>
        </p:txBody>
      </p:sp>
      <p:sp>
        <p:nvSpPr>
          <p:cNvPr id="17" name="正方形/長方形 16">
            <a:extLst>
              <a:ext uri="{FF2B5EF4-FFF2-40B4-BE49-F238E27FC236}">
                <a16:creationId xmlns:a16="http://schemas.microsoft.com/office/drawing/2014/main" id="{B35F000F-EF21-7942-A550-51B9B7114064}"/>
              </a:ext>
            </a:extLst>
          </p:cNvPr>
          <p:cNvSpPr/>
          <p:nvPr userDrawn="1"/>
        </p:nvSpPr>
        <p:spPr>
          <a:xfrm>
            <a:off x="1" y="0"/>
            <a:ext cx="9906000" cy="240376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p>
        </p:txBody>
      </p:sp>
      <p:pic>
        <p:nvPicPr>
          <p:cNvPr id="19" name="図 18">
            <a:extLst>
              <a:ext uri="{FF2B5EF4-FFF2-40B4-BE49-F238E27FC236}">
                <a16:creationId xmlns:a16="http://schemas.microsoft.com/office/drawing/2014/main" id="{BA3D2F71-2021-6A4E-AC43-8FD81BB606A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6306000" y="0"/>
            <a:ext cx="3600000" cy="2403761"/>
          </a:xfrm>
          <a:prstGeom prst="rect">
            <a:avLst/>
          </a:prstGeom>
        </p:spPr>
      </p:pic>
      <p:pic>
        <p:nvPicPr>
          <p:cNvPr id="12" name="図 11">
            <a:extLst>
              <a:ext uri="{FF2B5EF4-FFF2-40B4-BE49-F238E27FC236}">
                <a16:creationId xmlns:a16="http://schemas.microsoft.com/office/drawing/2014/main" id="{6A504CDB-3BA6-BF4B-A602-DB26DC8301D4}"/>
              </a:ext>
            </a:extLst>
          </p:cNvPr>
          <p:cNvPicPr>
            <a:picLocks noChangeAspect="1"/>
          </p:cNvPicPr>
          <p:nvPr userDrawn="1"/>
        </p:nvPicPr>
        <p:blipFill>
          <a:blip r:embed="rId3"/>
          <a:srcRect/>
          <a:stretch/>
        </p:blipFill>
        <p:spPr>
          <a:xfrm>
            <a:off x="8020638" y="2640511"/>
            <a:ext cx="1641497" cy="562365"/>
          </a:xfrm>
          <a:prstGeom prst="rect">
            <a:avLst/>
          </a:prstGeom>
        </p:spPr>
      </p:pic>
      <p:sp>
        <p:nvSpPr>
          <p:cNvPr id="23" name="テキスト ボックス 22">
            <a:extLst>
              <a:ext uri="{FF2B5EF4-FFF2-40B4-BE49-F238E27FC236}">
                <a16:creationId xmlns:a16="http://schemas.microsoft.com/office/drawing/2014/main" id="{F5B088D2-4AF7-3C42-B49B-F380DD5AB088}"/>
              </a:ext>
            </a:extLst>
          </p:cNvPr>
          <p:cNvSpPr txBox="1"/>
          <p:nvPr userDrawn="1"/>
        </p:nvSpPr>
        <p:spPr>
          <a:xfrm>
            <a:off x="10208091" y="2917862"/>
            <a:ext cx="3592650" cy="646331"/>
          </a:xfrm>
          <a:prstGeom prst="rect">
            <a:avLst/>
          </a:prstGeom>
          <a:noFill/>
        </p:spPr>
        <p:txBody>
          <a:bodyPr wrap="none" rtlCol="0">
            <a:spAutoFit/>
          </a:bodyPr>
          <a:lstStyle/>
          <a:p>
            <a:r>
              <a:rPr kumimoji="1" lang="ja-JP" altLang="en-US" sz="1800"/>
              <a:t>サービスロゴを併記する場合はこちらに</a:t>
            </a:r>
            <a:endParaRPr kumimoji="1" lang="en-US" altLang="ja-JP" sz="1800" dirty="0"/>
          </a:p>
          <a:p>
            <a:r>
              <a:rPr kumimoji="1" lang="en-US" altLang="ja-JP" sz="1800" dirty="0"/>
              <a:t>NTTDATA</a:t>
            </a:r>
            <a:r>
              <a:rPr kumimoji="1" lang="ja-JP" altLang="en-US" sz="1800"/>
              <a:t>ロゴと右揃えで配置</a:t>
            </a:r>
            <a:endParaRPr kumimoji="1" lang="en-US" altLang="ja-JP" sz="1800" dirty="0"/>
          </a:p>
        </p:txBody>
      </p:sp>
      <p:cxnSp>
        <p:nvCxnSpPr>
          <p:cNvPr id="15" name="直線矢印コネクタ 14">
            <a:extLst>
              <a:ext uri="{FF2B5EF4-FFF2-40B4-BE49-F238E27FC236}">
                <a16:creationId xmlns:a16="http://schemas.microsoft.com/office/drawing/2014/main" id="{A0FBF953-D5EB-674E-9F34-772567F4C813}"/>
              </a:ext>
            </a:extLst>
          </p:cNvPr>
          <p:cNvCxnSpPr>
            <a:cxnSpLocks/>
          </p:cNvCxnSpPr>
          <p:nvPr userDrawn="1"/>
        </p:nvCxnSpPr>
        <p:spPr>
          <a:xfrm flipH="1">
            <a:off x="10114154" y="3640150"/>
            <a:ext cx="3369962" cy="0"/>
          </a:xfrm>
          <a:prstGeom prst="straightConnector1">
            <a:avLst/>
          </a:prstGeom>
          <a:ln>
            <a:solidFill>
              <a:schemeClr val="tx1"/>
            </a:solidFill>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16" name="テキスト ボックス 15">
            <a:extLst>
              <a:ext uri="{FF2B5EF4-FFF2-40B4-BE49-F238E27FC236}">
                <a16:creationId xmlns:a16="http://schemas.microsoft.com/office/drawing/2014/main" id="{0EB2094B-F5F4-1E46-9BEA-446D88002AAE}"/>
              </a:ext>
            </a:extLst>
          </p:cNvPr>
          <p:cNvSpPr txBox="1"/>
          <p:nvPr userDrawn="1"/>
        </p:nvSpPr>
        <p:spPr>
          <a:xfrm>
            <a:off x="10208090" y="3832261"/>
            <a:ext cx="415498" cy="369332"/>
          </a:xfrm>
          <a:prstGeom prst="rect">
            <a:avLst/>
          </a:prstGeom>
          <a:noFill/>
        </p:spPr>
        <p:txBody>
          <a:bodyPr wrap="none" rtlCol="0">
            <a:spAutoFit/>
          </a:bodyPr>
          <a:lstStyle/>
          <a:p>
            <a:r>
              <a:rPr kumimoji="1" lang="ja-JP" altLang="en-US" sz="1800"/>
              <a:t>例</a:t>
            </a:r>
            <a:endParaRPr kumimoji="1" lang="en-US" altLang="ja-JP" sz="1800" dirty="0"/>
          </a:p>
        </p:txBody>
      </p:sp>
      <p:pic>
        <p:nvPicPr>
          <p:cNvPr id="24" name="図 23">
            <a:extLst>
              <a:ext uri="{FF2B5EF4-FFF2-40B4-BE49-F238E27FC236}">
                <a16:creationId xmlns:a16="http://schemas.microsoft.com/office/drawing/2014/main" id="{265711C3-3D09-CF4B-9499-4C0FAC2E0653}"/>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53007" y="3865065"/>
            <a:ext cx="1810479" cy="2758373"/>
          </a:xfrm>
          <a:prstGeom prst="rect">
            <a:avLst/>
          </a:prstGeom>
        </p:spPr>
      </p:pic>
    </p:spTree>
    <p:extLst>
      <p:ext uri="{BB962C8B-B14F-4D97-AF65-F5344CB8AC3E}">
        <p14:creationId xmlns:p14="http://schemas.microsoft.com/office/powerpoint/2010/main" val="153652250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B">
    <p:spTree>
      <p:nvGrpSpPr>
        <p:cNvPr id="1" name=""/>
        <p:cNvGrpSpPr/>
        <p:nvPr/>
      </p:nvGrpSpPr>
      <p:grpSpPr>
        <a:xfrm>
          <a:off x="0" y="0"/>
          <a:ext cx="0" cy="0"/>
          <a:chOff x="0" y="0"/>
          <a:chExt cx="0" cy="0"/>
        </a:xfrm>
      </p:grpSpPr>
      <p:sp>
        <p:nvSpPr>
          <p:cNvPr id="31" name="タイトル 4">
            <a:extLst>
              <a:ext uri="{FF2B5EF4-FFF2-40B4-BE49-F238E27FC236}">
                <a16:creationId xmlns:a16="http://schemas.microsoft.com/office/drawing/2014/main" id="{8AE5A253-0F03-5145-BE95-9CACB637EB31}"/>
              </a:ext>
            </a:extLst>
          </p:cNvPr>
          <p:cNvSpPr>
            <a:spLocks noGrp="1"/>
          </p:cNvSpPr>
          <p:nvPr>
            <p:ph type="title" hasCustomPrompt="1"/>
          </p:nvPr>
        </p:nvSpPr>
        <p:spPr>
          <a:xfrm>
            <a:off x="331788" y="2708276"/>
            <a:ext cx="7177075" cy="325438"/>
          </a:xfrm>
        </p:spPr>
        <p:txBody>
          <a:bodyPr/>
          <a:lstStyle>
            <a:lvl1pPr>
              <a:defRPr>
                <a:solidFill>
                  <a:schemeClr val="tx1"/>
                </a:solidFill>
              </a:defRPr>
            </a:lvl1pPr>
          </a:lstStyle>
          <a:p>
            <a:pPr lvl="0"/>
            <a:r>
              <a:rPr kumimoji="1" lang="ja-JP" altLang="en-US"/>
              <a:t>○○○○御中</a:t>
            </a:r>
          </a:p>
        </p:txBody>
      </p:sp>
      <p:sp>
        <p:nvSpPr>
          <p:cNvPr id="29" name="テキスト プレースホルダー 16">
            <a:extLst>
              <a:ext uri="{FF2B5EF4-FFF2-40B4-BE49-F238E27FC236}">
                <a16:creationId xmlns:a16="http://schemas.microsoft.com/office/drawing/2014/main" id="{C9E29E36-2233-EE48-83B7-440A2BDBB64B}"/>
              </a:ext>
            </a:extLst>
          </p:cNvPr>
          <p:cNvSpPr>
            <a:spLocks noGrp="1"/>
          </p:cNvSpPr>
          <p:nvPr>
            <p:ph type="body" sz="quarter" idx="12" hasCustomPrompt="1"/>
          </p:nvPr>
        </p:nvSpPr>
        <p:spPr>
          <a:xfrm>
            <a:off x="331490" y="3257650"/>
            <a:ext cx="7177385" cy="1699489"/>
          </a:xfrm>
          <a:prstGeom prst="rect">
            <a:avLst/>
          </a:prstGeom>
        </p:spPr>
        <p:txBody>
          <a:bodyPr lIns="0" rIns="0"/>
          <a:lstStyle>
            <a:lvl1pPr>
              <a:lnSpc>
                <a:spcPct val="120000"/>
              </a:lnSpc>
              <a:defRPr sz="24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p>
        </p:txBody>
      </p:sp>
      <p:sp>
        <p:nvSpPr>
          <p:cNvPr id="30" name="テキスト プレースホルダー 18">
            <a:extLst>
              <a:ext uri="{FF2B5EF4-FFF2-40B4-BE49-F238E27FC236}">
                <a16:creationId xmlns:a16="http://schemas.microsoft.com/office/drawing/2014/main" id="{4BDBC451-4788-AB42-8D23-0E4D129A40E4}"/>
              </a:ext>
            </a:extLst>
          </p:cNvPr>
          <p:cNvSpPr>
            <a:spLocks noGrp="1"/>
          </p:cNvSpPr>
          <p:nvPr>
            <p:ph type="body" sz="quarter" idx="13" hasCustomPrompt="1"/>
          </p:nvPr>
        </p:nvSpPr>
        <p:spPr>
          <a:xfrm>
            <a:off x="331491" y="5882358"/>
            <a:ext cx="7177384" cy="786730"/>
          </a:xfrm>
          <a:prstGeom prst="rect">
            <a:avLst/>
          </a:prstGeom>
        </p:spPr>
        <p:txBody>
          <a:bodyPr lIns="0" rIns="0"/>
          <a:lstStyle>
            <a:lvl1pPr>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dirty="0"/>
              <a:t>2022</a:t>
            </a:r>
            <a:r>
              <a:rPr kumimoji="1" lang="ja-JP" altLang="en-US"/>
              <a:t>年 ○月 ○日</a:t>
            </a:r>
          </a:p>
          <a:p>
            <a:pPr lvl="0"/>
            <a:r>
              <a:rPr kumimoji="1" lang="ja-JP" altLang="en-US"/>
              <a:t>株式会社</a:t>
            </a:r>
            <a:r>
              <a:rPr kumimoji="1" lang="en-US" altLang="ja-JP" dirty="0"/>
              <a:t>NTT</a:t>
            </a:r>
            <a:r>
              <a:rPr kumimoji="1" lang="ja-JP" altLang="en-US"/>
              <a:t>データ ○○○○○○</a:t>
            </a:r>
          </a:p>
          <a:p>
            <a:pPr lvl="0"/>
            <a:r>
              <a:rPr kumimoji="1" lang="ja-JP" altLang="en-US"/>
              <a:t>○○○○○○○○○○○○○○</a:t>
            </a:r>
          </a:p>
        </p:txBody>
      </p:sp>
      <p:sp>
        <p:nvSpPr>
          <p:cNvPr id="15" name="正方形/長方形 14">
            <a:extLst>
              <a:ext uri="{FF2B5EF4-FFF2-40B4-BE49-F238E27FC236}">
                <a16:creationId xmlns:a16="http://schemas.microsoft.com/office/drawing/2014/main" id="{906DA2A4-285E-9B45-97BA-F59BF25C2FB1}"/>
              </a:ext>
            </a:extLst>
          </p:cNvPr>
          <p:cNvSpPr/>
          <p:nvPr userDrawn="1"/>
        </p:nvSpPr>
        <p:spPr>
          <a:xfrm>
            <a:off x="1" y="0"/>
            <a:ext cx="9906000" cy="2403761"/>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p>
        </p:txBody>
      </p:sp>
      <p:pic>
        <p:nvPicPr>
          <p:cNvPr id="32" name="図 31">
            <a:extLst>
              <a:ext uri="{FF2B5EF4-FFF2-40B4-BE49-F238E27FC236}">
                <a16:creationId xmlns:a16="http://schemas.microsoft.com/office/drawing/2014/main" id="{49409664-F39A-7F4F-926A-0C629A3FA2B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6306002" y="0"/>
            <a:ext cx="3599998" cy="2403761"/>
          </a:xfrm>
          <a:prstGeom prst="rect">
            <a:avLst/>
          </a:prstGeom>
        </p:spPr>
      </p:pic>
      <p:pic>
        <p:nvPicPr>
          <p:cNvPr id="12" name="図 11">
            <a:extLst>
              <a:ext uri="{FF2B5EF4-FFF2-40B4-BE49-F238E27FC236}">
                <a16:creationId xmlns:a16="http://schemas.microsoft.com/office/drawing/2014/main" id="{866C78FE-E3A6-C041-8532-3A00E7E4C5A8}"/>
              </a:ext>
            </a:extLst>
          </p:cNvPr>
          <p:cNvPicPr>
            <a:picLocks noChangeAspect="1"/>
          </p:cNvPicPr>
          <p:nvPr userDrawn="1"/>
        </p:nvPicPr>
        <p:blipFill>
          <a:blip r:embed="rId3"/>
          <a:srcRect/>
          <a:stretch/>
        </p:blipFill>
        <p:spPr>
          <a:xfrm>
            <a:off x="8020638" y="2640511"/>
            <a:ext cx="1641497" cy="562365"/>
          </a:xfrm>
          <a:prstGeom prst="rect">
            <a:avLst/>
          </a:prstGeom>
        </p:spPr>
      </p:pic>
    </p:spTree>
    <p:extLst>
      <p:ext uri="{BB962C8B-B14F-4D97-AF65-F5344CB8AC3E}">
        <p14:creationId xmlns:p14="http://schemas.microsoft.com/office/powerpoint/2010/main" val="47848837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表紙C">
    <p:bg>
      <p:bgPr>
        <a:solidFill>
          <a:schemeClr val="accent2"/>
        </a:solid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CCAEC040-EEFE-C444-83DD-41B27D064E83}"/>
              </a:ext>
            </a:extLst>
          </p:cNvPr>
          <p:cNvSpPr>
            <a:spLocks noGrp="1"/>
          </p:cNvSpPr>
          <p:nvPr>
            <p:ph type="title" hasCustomPrompt="1"/>
          </p:nvPr>
        </p:nvSpPr>
        <p:spPr>
          <a:xfrm>
            <a:off x="331788" y="2708276"/>
            <a:ext cx="7177075" cy="325438"/>
          </a:xfrm>
        </p:spPr>
        <p:txBody>
          <a:bodyPr/>
          <a:lstStyle>
            <a:lvl1pPr>
              <a:defRPr>
                <a:solidFill>
                  <a:schemeClr val="bg1"/>
                </a:solidFill>
              </a:defRPr>
            </a:lvl1pPr>
          </a:lstStyle>
          <a:p>
            <a:pPr lvl="0"/>
            <a:r>
              <a:rPr kumimoji="1" lang="ja-JP" altLang="en-US"/>
              <a:t>○○○○御中</a:t>
            </a:r>
          </a:p>
        </p:txBody>
      </p:sp>
      <p:sp>
        <p:nvSpPr>
          <p:cNvPr id="20" name="テキスト プレースホルダー 16">
            <a:extLst>
              <a:ext uri="{FF2B5EF4-FFF2-40B4-BE49-F238E27FC236}">
                <a16:creationId xmlns:a16="http://schemas.microsoft.com/office/drawing/2014/main" id="{69DA06EE-F669-A248-B816-9503F01A10EF}"/>
              </a:ext>
            </a:extLst>
          </p:cNvPr>
          <p:cNvSpPr>
            <a:spLocks noGrp="1"/>
          </p:cNvSpPr>
          <p:nvPr>
            <p:ph type="body" sz="quarter" idx="12" hasCustomPrompt="1"/>
          </p:nvPr>
        </p:nvSpPr>
        <p:spPr>
          <a:xfrm>
            <a:off x="331490" y="3257650"/>
            <a:ext cx="7177385" cy="1699489"/>
          </a:xfrm>
          <a:prstGeom prst="rect">
            <a:avLst/>
          </a:prstGeom>
        </p:spPr>
        <p:txBody>
          <a:bodyPr lIns="0" rIns="0"/>
          <a:lstStyle>
            <a:lvl1pPr>
              <a:lnSpc>
                <a:spcPct val="120000"/>
              </a:lnSpc>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p>
        </p:txBody>
      </p:sp>
      <p:sp>
        <p:nvSpPr>
          <p:cNvPr id="22" name="テキスト プレースホルダー 18">
            <a:extLst>
              <a:ext uri="{FF2B5EF4-FFF2-40B4-BE49-F238E27FC236}">
                <a16:creationId xmlns:a16="http://schemas.microsoft.com/office/drawing/2014/main" id="{F19E2444-AC3A-064A-9BA1-9990E25E935C}"/>
              </a:ext>
            </a:extLst>
          </p:cNvPr>
          <p:cNvSpPr>
            <a:spLocks noGrp="1"/>
          </p:cNvSpPr>
          <p:nvPr>
            <p:ph type="body" sz="quarter" idx="13" hasCustomPrompt="1"/>
          </p:nvPr>
        </p:nvSpPr>
        <p:spPr>
          <a:xfrm>
            <a:off x="331491" y="5882358"/>
            <a:ext cx="7177384" cy="786730"/>
          </a:xfrm>
          <a:prstGeom prst="rect">
            <a:avLst/>
          </a:prstGeom>
        </p:spPr>
        <p:txBody>
          <a:bodyPr lIns="0" rIns="0"/>
          <a:lstStyle>
            <a:lvl1pPr>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dirty="0"/>
              <a:t>2022</a:t>
            </a:r>
            <a:r>
              <a:rPr kumimoji="1" lang="ja-JP" altLang="en-US"/>
              <a:t>年 ○月 ○日</a:t>
            </a:r>
          </a:p>
          <a:p>
            <a:pPr lvl="0"/>
            <a:r>
              <a:rPr kumimoji="1" lang="ja-JP" altLang="en-US"/>
              <a:t>株式会社</a:t>
            </a:r>
            <a:r>
              <a:rPr kumimoji="1" lang="en-US" altLang="ja-JP" dirty="0"/>
              <a:t>NTT</a:t>
            </a:r>
            <a:r>
              <a:rPr kumimoji="1" lang="ja-JP" altLang="en-US"/>
              <a:t>データ ○○○○○○</a:t>
            </a:r>
          </a:p>
          <a:p>
            <a:pPr lvl="0"/>
            <a:r>
              <a:rPr kumimoji="1" lang="ja-JP" altLang="en-US"/>
              <a:t>○○○○○○○○○○○○○○</a:t>
            </a:r>
          </a:p>
        </p:txBody>
      </p:sp>
      <p:sp>
        <p:nvSpPr>
          <p:cNvPr id="6" name="正方形/長方形 5">
            <a:extLst>
              <a:ext uri="{FF2B5EF4-FFF2-40B4-BE49-F238E27FC236}">
                <a16:creationId xmlns:a16="http://schemas.microsoft.com/office/drawing/2014/main" id="{BF1C8481-7D27-A74E-9740-DD4483246E71}"/>
              </a:ext>
            </a:extLst>
          </p:cNvPr>
          <p:cNvSpPr/>
          <p:nvPr userDrawn="1"/>
        </p:nvSpPr>
        <p:spPr>
          <a:xfrm>
            <a:off x="1" y="0"/>
            <a:ext cx="9906000" cy="2403761"/>
          </a:xfrm>
          <a:prstGeom prst="rect">
            <a:avLst/>
          </a:prstGeom>
          <a:solidFill>
            <a:srgbClr val="1D264D"/>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p>
        </p:txBody>
      </p:sp>
      <p:pic>
        <p:nvPicPr>
          <p:cNvPr id="17" name="図 16">
            <a:extLst>
              <a:ext uri="{FF2B5EF4-FFF2-40B4-BE49-F238E27FC236}">
                <a16:creationId xmlns:a16="http://schemas.microsoft.com/office/drawing/2014/main" id="{9E332B7C-2774-D747-B738-DFFE71FF42B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6306000" y="0"/>
            <a:ext cx="3600000" cy="2403761"/>
          </a:xfrm>
          <a:prstGeom prst="rect">
            <a:avLst/>
          </a:prstGeom>
        </p:spPr>
      </p:pic>
      <p:pic>
        <p:nvPicPr>
          <p:cNvPr id="10" name="図 9">
            <a:extLst>
              <a:ext uri="{FF2B5EF4-FFF2-40B4-BE49-F238E27FC236}">
                <a16:creationId xmlns:a16="http://schemas.microsoft.com/office/drawing/2014/main" id="{B869AFE1-023E-9444-AE7D-68D6CB600E83}"/>
              </a:ext>
            </a:extLst>
          </p:cNvPr>
          <p:cNvPicPr>
            <a:picLocks noChangeAspect="1"/>
          </p:cNvPicPr>
          <p:nvPr userDrawn="1"/>
        </p:nvPicPr>
        <p:blipFill>
          <a:blip r:embed="rId3"/>
          <a:srcRect/>
          <a:stretch/>
        </p:blipFill>
        <p:spPr>
          <a:xfrm>
            <a:off x="8020638" y="2640140"/>
            <a:ext cx="1641498" cy="563107"/>
          </a:xfrm>
          <a:prstGeom prst="rect">
            <a:avLst/>
          </a:prstGeom>
        </p:spPr>
      </p:pic>
      <p:sp>
        <p:nvSpPr>
          <p:cNvPr id="16" name="テキスト ボックス 15">
            <a:extLst>
              <a:ext uri="{FF2B5EF4-FFF2-40B4-BE49-F238E27FC236}">
                <a16:creationId xmlns:a16="http://schemas.microsoft.com/office/drawing/2014/main" id="{AC64BE3C-F985-7842-8067-AF5BF3B168DC}"/>
              </a:ext>
            </a:extLst>
          </p:cNvPr>
          <p:cNvSpPr txBox="1"/>
          <p:nvPr userDrawn="1"/>
        </p:nvSpPr>
        <p:spPr>
          <a:xfrm>
            <a:off x="8141426" y="6623438"/>
            <a:ext cx="1433086" cy="215444"/>
          </a:xfrm>
          <a:prstGeom prst="rect">
            <a:avLst/>
          </a:prstGeom>
          <a:noFill/>
          <a:ln>
            <a:noFill/>
          </a:ln>
        </p:spPr>
        <p:txBody>
          <a:bodyPr wrap="none" lIns="0" rIns="0" rtlCol="0">
            <a:spAutoFit/>
          </a:bodyPr>
          <a:lstStyle/>
          <a:p>
            <a:pPr algn="r"/>
            <a:r>
              <a:rPr kumimoji="0" lang="en-US" altLang="ja-JP" sz="800" dirty="0">
                <a:solidFill>
                  <a:schemeClr val="bg1"/>
                </a:solidFill>
                <a:latin typeface="+mn-lt"/>
                <a:cs typeface="Meiryo UI" pitchFamily="50" charset="-128"/>
              </a:rPr>
              <a:t>© 2022 NTT DATA Corporation</a:t>
            </a:r>
          </a:p>
        </p:txBody>
      </p:sp>
      <p:sp>
        <p:nvSpPr>
          <p:cNvPr id="13" name="テキスト ボックス 12">
            <a:extLst>
              <a:ext uri="{FF2B5EF4-FFF2-40B4-BE49-F238E27FC236}">
                <a16:creationId xmlns:a16="http://schemas.microsoft.com/office/drawing/2014/main" id="{B614B9F6-94C1-874D-837D-F4D519B2A913}"/>
              </a:ext>
            </a:extLst>
          </p:cNvPr>
          <p:cNvSpPr txBox="1"/>
          <p:nvPr userDrawn="1"/>
        </p:nvSpPr>
        <p:spPr>
          <a:xfrm>
            <a:off x="10208091" y="2917862"/>
            <a:ext cx="3592650" cy="646331"/>
          </a:xfrm>
          <a:prstGeom prst="rect">
            <a:avLst/>
          </a:prstGeom>
          <a:noFill/>
        </p:spPr>
        <p:txBody>
          <a:bodyPr wrap="none" rtlCol="0">
            <a:spAutoFit/>
          </a:bodyPr>
          <a:lstStyle/>
          <a:p>
            <a:r>
              <a:rPr kumimoji="1" lang="ja-JP" altLang="en-US" sz="1800"/>
              <a:t>サービスロゴを併記する場合はこちらに</a:t>
            </a:r>
            <a:endParaRPr kumimoji="1" lang="en-US" altLang="ja-JP" sz="1800" dirty="0"/>
          </a:p>
          <a:p>
            <a:r>
              <a:rPr kumimoji="1" lang="en-US" altLang="ja-JP" sz="1800" dirty="0"/>
              <a:t>NTTDATA</a:t>
            </a:r>
            <a:r>
              <a:rPr kumimoji="1" lang="ja-JP" altLang="en-US" sz="1800"/>
              <a:t>ロゴと右揃えで配置</a:t>
            </a:r>
            <a:endParaRPr kumimoji="1" lang="en-US" altLang="ja-JP" sz="1800" dirty="0"/>
          </a:p>
        </p:txBody>
      </p:sp>
      <p:cxnSp>
        <p:nvCxnSpPr>
          <p:cNvPr id="9" name="直線矢印コネクタ 8">
            <a:extLst>
              <a:ext uri="{FF2B5EF4-FFF2-40B4-BE49-F238E27FC236}">
                <a16:creationId xmlns:a16="http://schemas.microsoft.com/office/drawing/2014/main" id="{96E83C00-A05B-DF4C-BB89-3AAB8B58965E}"/>
              </a:ext>
            </a:extLst>
          </p:cNvPr>
          <p:cNvCxnSpPr>
            <a:cxnSpLocks/>
          </p:cNvCxnSpPr>
          <p:nvPr userDrawn="1"/>
        </p:nvCxnSpPr>
        <p:spPr>
          <a:xfrm flipH="1">
            <a:off x="10114154" y="3640150"/>
            <a:ext cx="3369962" cy="0"/>
          </a:xfrm>
          <a:prstGeom prst="straightConnector1">
            <a:avLst/>
          </a:prstGeom>
          <a:ln>
            <a:solidFill>
              <a:schemeClr val="tx1"/>
            </a:solidFill>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999E7CBC-989B-AB4F-BB76-FD22326E6745}"/>
              </a:ext>
            </a:extLst>
          </p:cNvPr>
          <p:cNvSpPr txBox="1"/>
          <p:nvPr userDrawn="1"/>
        </p:nvSpPr>
        <p:spPr>
          <a:xfrm>
            <a:off x="10208090" y="3832261"/>
            <a:ext cx="415498" cy="369332"/>
          </a:xfrm>
          <a:prstGeom prst="rect">
            <a:avLst/>
          </a:prstGeom>
          <a:noFill/>
        </p:spPr>
        <p:txBody>
          <a:bodyPr wrap="none" rtlCol="0">
            <a:spAutoFit/>
          </a:bodyPr>
          <a:lstStyle/>
          <a:p>
            <a:r>
              <a:rPr kumimoji="1" lang="ja-JP" altLang="en-US" sz="1800"/>
              <a:t>例</a:t>
            </a:r>
            <a:endParaRPr kumimoji="1" lang="en-US" altLang="ja-JP" sz="1800" dirty="0"/>
          </a:p>
        </p:txBody>
      </p:sp>
      <p:pic>
        <p:nvPicPr>
          <p:cNvPr id="3" name="図 2">
            <a:extLst>
              <a:ext uri="{FF2B5EF4-FFF2-40B4-BE49-F238E27FC236}">
                <a16:creationId xmlns:a16="http://schemas.microsoft.com/office/drawing/2014/main" id="{454AE20B-55B9-2940-83F5-D6B9678113FE}"/>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53007" y="3865065"/>
            <a:ext cx="1810479" cy="2758373"/>
          </a:xfrm>
          <a:prstGeom prst="rect">
            <a:avLst/>
          </a:prstGeom>
        </p:spPr>
      </p:pic>
    </p:spTree>
    <p:extLst>
      <p:ext uri="{BB962C8B-B14F-4D97-AF65-F5344CB8AC3E}">
        <p14:creationId xmlns:p14="http://schemas.microsoft.com/office/powerpoint/2010/main" val="938710640"/>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表紙BA_写真あり">
    <p:spTree>
      <p:nvGrpSpPr>
        <p:cNvPr id="1" name=""/>
        <p:cNvGrpSpPr/>
        <p:nvPr/>
      </p:nvGrpSpPr>
      <p:grpSpPr>
        <a:xfrm>
          <a:off x="0" y="0"/>
          <a:ext cx="0" cy="0"/>
          <a:chOff x="0" y="0"/>
          <a:chExt cx="0" cy="0"/>
        </a:xfrm>
      </p:grpSpPr>
      <p:sp>
        <p:nvSpPr>
          <p:cNvPr id="31" name="タイトル 4">
            <a:extLst>
              <a:ext uri="{FF2B5EF4-FFF2-40B4-BE49-F238E27FC236}">
                <a16:creationId xmlns:a16="http://schemas.microsoft.com/office/drawing/2014/main" id="{DAEB2D63-6F42-DE40-80ED-B03614E6EE3B}"/>
              </a:ext>
            </a:extLst>
          </p:cNvPr>
          <p:cNvSpPr>
            <a:spLocks noGrp="1"/>
          </p:cNvSpPr>
          <p:nvPr>
            <p:ph type="title" hasCustomPrompt="1"/>
          </p:nvPr>
        </p:nvSpPr>
        <p:spPr>
          <a:xfrm>
            <a:off x="331788" y="2708276"/>
            <a:ext cx="7177075" cy="325438"/>
          </a:xfrm>
        </p:spPr>
        <p:txBody>
          <a:bodyPr/>
          <a:lstStyle>
            <a:lvl1pPr>
              <a:defRPr>
                <a:solidFill>
                  <a:schemeClr val="tx1"/>
                </a:solidFill>
              </a:defRPr>
            </a:lvl1pPr>
          </a:lstStyle>
          <a:p>
            <a:pPr lvl="0"/>
            <a:r>
              <a:rPr kumimoji="1" lang="ja-JP" altLang="en-US"/>
              <a:t>○○○○御中</a:t>
            </a:r>
          </a:p>
        </p:txBody>
      </p:sp>
      <p:sp>
        <p:nvSpPr>
          <p:cNvPr id="29" name="テキスト プレースホルダー 16">
            <a:extLst>
              <a:ext uri="{FF2B5EF4-FFF2-40B4-BE49-F238E27FC236}">
                <a16:creationId xmlns:a16="http://schemas.microsoft.com/office/drawing/2014/main" id="{626B9BF8-9F92-6F4F-8E20-85EEC8A41651}"/>
              </a:ext>
            </a:extLst>
          </p:cNvPr>
          <p:cNvSpPr>
            <a:spLocks noGrp="1"/>
          </p:cNvSpPr>
          <p:nvPr>
            <p:ph type="body" sz="quarter" idx="12" hasCustomPrompt="1"/>
          </p:nvPr>
        </p:nvSpPr>
        <p:spPr>
          <a:xfrm>
            <a:off x="331490" y="3257650"/>
            <a:ext cx="7177385" cy="1699489"/>
          </a:xfrm>
          <a:prstGeom prst="rect">
            <a:avLst/>
          </a:prstGeom>
        </p:spPr>
        <p:txBody>
          <a:bodyPr lIns="0" rIns="0"/>
          <a:lstStyle>
            <a:lvl1pPr>
              <a:lnSpc>
                <a:spcPct val="120000"/>
              </a:lnSpc>
              <a:defRPr sz="24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p>
        </p:txBody>
      </p:sp>
      <p:sp>
        <p:nvSpPr>
          <p:cNvPr id="30" name="テキスト プレースホルダー 18">
            <a:extLst>
              <a:ext uri="{FF2B5EF4-FFF2-40B4-BE49-F238E27FC236}">
                <a16:creationId xmlns:a16="http://schemas.microsoft.com/office/drawing/2014/main" id="{8E10F5D0-9F6F-6146-9CD1-B36564345522}"/>
              </a:ext>
            </a:extLst>
          </p:cNvPr>
          <p:cNvSpPr>
            <a:spLocks noGrp="1"/>
          </p:cNvSpPr>
          <p:nvPr>
            <p:ph type="body" sz="quarter" idx="13" hasCustomPrompt="1"/>
          </p:nvPr>
        </p:nvSpPr>
        <p:spPr>
          <a:xfrm>
            <a:off x="331491" y="5882358"/>
            <a:ext cx="7177384" cy="786730"/>
          </a:xfrm>
          <a:prstGeom prst="rect">
            <a:avLst/>
          </a:prstGeom>
        </p:spPr>
        <p:txBody>
          <a:bodyPr lIns="0" rIns="0"/>
          <a:lstStyle>
            <a:lvl1pPr>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dirty="0"/>
              <a:t>2022</a:t>
            </a:r>
            <a:r>
              <a:rPr kumimoji="1" lang="ja-JP" altLang="en-US"/>
              <a:t>年 ○月 ○日</a:t>
            </a:r>
          </a:p>
          <a:p>
            <a:pPr lvl="0"/>
            <a:r>
              <a:rPr kumimoji="1" lang="ja-JP" altLang="en-US"/>
              <a:t>株式会社</a:t>
            </a:r>
            <a:r>
              <a:rPr kumimoji="1" lang="en-US" altLang="ja-JP" dirty="0"/>
              <a:t>NTT</a:t>
            </a:r>
            <a:r>
              <a:rPr kumimoji="1" lang="ja-JP" altLang="en-US"/>
              <a:t>データ ○○○○○○</a:t>
            </a:r>
          </a:p>
          <a:p>
            <a:pPr lvl="0"/>
            <a:r>
              <a:rPr kumimoji="1" lang="ja-JP" altLang="en-US"/>
              <a:t>○○○○○○○○○○○○○○</a:t>
            </a:r>
          </a:p>
        </p:txBody>
      </p:sp>
      <p:pic>
        <p:nvPicPr>
          <p:cNvPr id="12" name="図 11">
            <a:extLst>
              <a:ext uri="{FF2B5EF4-FFF2-40B4-BE49-F238E27FC236}">
                <a16:creationId xmlns:a16="http://schemas.microsoft.com/office/drawing/2014/main" id="{90BAE1D0-B847-E24E-B7DA-8A2D03EFC54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0"/>
            <a:ext cx="7508874" cy="2403761"/>
          </a:xfrm>
          <a:prstGeom prst="rect">
            <a:avLst/>
          </a:prstGeom>
        </p:spPr>
      </p:pic>
      <p:pic>
        <p:nvPicPr>
          <p:cNvPr id="22" name="図 21">
            <a:extLst>
              <a:ext uri="{FF2B5EF4-FFF2-40B4-BE49-F238E27FC236}">
                <a16:creationId xmlns:a16="http://schemas.microsoft.com/office/drawing/2014/main" id="{9B22D6D9-28B6-F745-BA08-7E7C0B49E1D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6305999" y="0"/>
            <a:ext cx="3600000" cy="2403761"/>
          </a:xfrm>
          <a:prstGeom prst="rect">
            <a:avLst/>
          </a:prstGeom>
        </p:spPr>
      </p:pic>
      <p:pic>
        <p:nvPicPr>
          <p:cNvPr id="13" name="図 12">
            <a:extLst>
              <a:ext uri="{FF2B5EF4-FFF2-40B4-BE49-F238E27FC236}">
                <a16:creationId xmlns:a16="http://schemas.microsoft.com/office/drawing/2014/main" id="{8F3E8D9D-42A5-BF4F-9138-FEEE258C77F5}"/>
              </a:ext>
            </a:extLst>
          </p:cNvPr>
          <p:cNvPicPr>
            <a:picLocks noChangeAspect="1"/>
          </p:cNvPicPr>
          <p:nvPr userDrawn="1"/>
        </p:nvPicPr>
        <p:blipFill>
          <a:blip r:embed="rId4"/>
          <a:srcRect/>
          <a:stretch/>
        </p:blipFill>
        <p:spPr>
          <a:xfrm>
            <a:off x="8020638" y="2640511"/>
            <a:ext cx="1641497" cy="562365"/>
          </a:xfrm>
          <a:prstGeom prst="rect">
            <a:avLst/>
          </a:prstGeom>
        </p:spPr>
      </p:pic>
      <p:sp>
        <p:nvSpPr>
          <p:cNvPr id="27" name="テキスト ボックス 26">
            <a:extLst>
              <a:ext uri="{FF2B5EF4-FFF2-40B4-BE49-F238E27FC236}">
                <a16:creationId xmlns:a16="http://schemas.microsoft.com/office/drawing/2014/main" id="{461D181A-5706-B944-AB69-AC4F76E59775}"/>
              </a:ext>
            </a:extLst>
          </p:cNvPr>
          <p:cNvSpPr txBox="1"/>
          <p:nvPr userDrawn="1"/>
        </p:nvSpPr>
        <p:spPr>
          <a:xfrm>
            <a:off x="10208091" y="2917862"/>
            <a:ext cx="3592650" cy="646331"/>
          </a:xfrm>
          <a:prstGeom prst="rect">
            <a:avLst/>
          </a:prstGeom>
          <a:noFill/>
        </p:spPr>
        <p:txBody>
          <a:bodyPr wrap="none" rtlCol="0">
            <a:spAutoFit/>
          </a:bodyPr>
          <a:lstStyle/>
          <a:p>
            <a:r>
              <a:rPr kumimoji="1" lang="ja-JP" altLang="en-US" sz="1800"/>
              <a:t>サービスロゴを併記する場合はこちらに</a:t>
            </a:r>
            <a:endParaRPr kumimoji="1" lang="en-US" altLang="ja-JP" sz="1800" dirty="0"/>
          </a:p>
          <a:p>
            <a:r>
              <a:rPr kumimoji="1" lang="en-US" altLang="ja-JP" sz="1800" dirty="0"/>
              <a:t>NTTDATA</a:t>
            </a:r>
            <a:r>
              <a:rPr kumimoji="1" lang="ja-JP" altLang="en-US" sz="1800"/>
              <a:t>ロゴと右揃えで配置</a:t>
            </a:r>
            <a:endParaRPr kumimoji="1" lang="en-US" altLang="ja-JP" sz="1800" dirty="0"/>
          </a:p>
        </p:txBody>
      </p:sp>
      <p:cxnSp>
        <p:nvCxnSpPr>
          <p:cNvPr id="25" name="直線矢印コネクタ 24">
            <a:extLst>
              <a:ext uri="{FF2B5EF4-FFF2-40B4-BE49-F238E27FC236}">
                <a16:creationId xmlns:a16="http://schemas.microsoft.com/office/drawing/2014/main" id="{53D17304-2170-3842-81DD-54288DF7E843}"/>
              </a:ext>
            </a:extLst>
          </p:cNvPr>
          <p:cNvCxnSpPr>
            <a:cxnSpLocks/>
          </p:cNvCxnSpPr>
          <p:nvPr userDrawn="1"/>
        </p:nvCxnSpPr>
        <p:spPr>
          <a:xfrm flipH="1">
            <a:off x="10114154" y="3640150"/>
            <a:ext cx="3369962" cy="0"/>
          </a:xfrm>
          <a:prstGeom prst="straightConnector1">
            <a:avLst/>
          </a:prstGeom>
          <a:ln>
            <a:solidFill>
              <a:schemeClr val="tx1"/>
            </a:solidFill>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26" name="テキスト ボックス 25">
            <a:extLst>
              <a:ext uri="{FF2B5EF4-FFF2-40B4-BE49-F238E27FC236}">
                <a16:creationId xmlns:a16="http://schemas.microsoft.com/office/drawing/2014/main" id="{6E2B104D-7AA8-A44B-BD96-CABEE425E2DC}"/>
              </a:ext>
            </a:extLst>
          </p:cNvPr>
          <p:cNvSpPr txBox="1"/>
          <p:nvPr userDrawn="1"/>
        </p:nvSpPr>
        <p:spPr>
          <a:xfrm>
            <a:off x="10208090" y="3832261"/>
            <a:ext cx="415498" cy="369332"/>
          </a:xfrm>
          <a:prstGeom prst="rect">
            <a:avLst/>
          </a:prstGeom>
          <a:noFill/>
        </p:spPr>
        <p:txBody>
          <a:bodyPr wrap="none" rtlCol="0">
            <a:spAutoFit/>
          </a:bodyPr>
          <a:lstStyle/>
          <a:p>
            <a:r>
              <a:rPr kumimoji="1" lang="ja-JP" altLang="en-US" sz="1800"/>
              <a:t>例</a:t>
            </a:r>
            <a:endParaRPr kumimoji="1" lang="en-US" altLang="ja-JP" sz="1800" dirty="0"/>
          </a:p>
        </p:txBody>
      </p:sp>
      <p:pic>
        <p:nvPicPr>
          <p:cNvPr id="28" name="図 27">
            <a:extLst>
              <a:ext uri="{FF2B5EF4-FFF2-40B4-BE49-F238E27FC236}">
                <a16:creationId xmlns:a16="http://schemas.microsoft.com/office/drawing/2014/main" id="{9CF502A3-4413-4F4C-A78A-4562A5C149EB}"/>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0653007" y="3865065"/>
            <a:ext cx="1810479" cy="2758373"/>
          </a:xfrm>
          <a:prstGeom prst="rect">
            <a:avLst/>
          </a:prstGeom>
        </p:spPr>
      </p:pic>
    </p:spTree>
    <p:extLst>
      <p:ext uri="{BB962C8B-B14F-4D97-AF65-F5344CB8AC3E}">
        <p14:creationId xmlns:p14="http://schemas.microsoft.com/office/powerpoint/2010/main" val="209507455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表紙B_写真あり">
    <p:spTree>
      <p:nvGrpSpPr>
        <p:cNvPr id="1" name=""/>
        <p:cNvGrpSpPr/>
        <p:nvPr/>
      </p:nvGrpSpPr>
      <p:grpSpPr>
        <a:xfrm>
          <a:off x="0" y="0"/>
          <a:ext cx="0" cy="0"/>
          <a:chOff x="0" y="0"/>
          <a:chExt cx="0" cy="0"/>
        </a:xfrm>
      </p:grpSpPr>
      <p:sp>
        <p:nvSpPr>
          <p:cNvPr id="35" name="タイトル 4">
            <a:extLst>
              <a:ext uri="{FF2B5EF4-FFF2-40B4-BE49-F238E27FC236}">
                <a16:creationId xmlns:a16="http://schemas.microsoft.com/office/drawing/2014/main" id="{7F7FE76B-2B72-F445-B054-DF922DCFDDAC}"/>
              </a:ext>
            </a:extLst>
          </p:cNvPr>
          <p:cNvSpPr>
            <a:spLocks noGrp="1"/>
          </p:cNvSpPr>
          <p:nvPr>
            <p:ph type="title" hasCustomPrompt="1"/>
          </p:nvPr>
        </p:nvSpPr>
        <p:spPr>
          <a:xfrm>
            <a:off x="331788" y="2708276"/>
            <a:ext cx="7177075" cy="325438"/>
          </a:xfrm>
        </p:spPr>
        <p:txBody>
          <a:bodyPr/>
          <a:lstStyle>
            <a:lvl1pPr>
              <a:defRPr>
                <a:solidFill>
                  <a:schemeClr val="tx1"/>
                </a:solidFill>
              </a:defRPr>
            </a:lvl1pPr>
          </a:lstStyle>
          <a:p>
            <a:pPr lvl="0"/>
            <a:r>
              <a:rPr kumimoji="1" lang="ja-JP" altLang="en-US"/>
              <a:t>○○○○御中</a:t>
            </a:r>
          </a:p>
        </p:txBody>
      </p:sp>
      <p:sp>
        <p:nvSpPr>
          <p:cNvPr id="33" name="テキスト プレースホルダー 16">
            <a:extLst>
              <a:ext uri="{FF2B5EF4-FFF2-40B4-BE49-F238E27FC236}">
                <a16:creationId xmlns:a16="http://schemas.microsoft.com/office/drawing/2014/main" id="{E3237D89-4FFD-9645-82EF-42AE21A32150}"/>
              </a:ext>
            </a:extLst>
          </p:cNvPr>
          <p:cNvSpPr>
            <a:spLocks noGrp="1"/>
          </p:cNvSpPr>
          <p:nvPr>
            <p:ph type="body" sz="quarter" idx="12" hasCustomPrompt="1"/>
          </p:nvPr>
        </p:nvSpPr>
        <p:spPr>
          <a:xfrm>
            <a:off x="331490" y="3257650"/>
            <a:ext cx="7177385" cy="1699489"/>
          </a:xfrm>
          <a:prstGeom prst="rect">
            <a:avLst/>
          </a:prstGeom>
        </p:spPr>
        <p:txBody>
          <a:bodyPr lIns="0" rIns="0"/>
          <a:lstStyle>
            <a:lvl1pPr>
              <a:lnSpc>
                <a:spcPct val="120000"/>
              </a:lnSpc>
              <a:defRPr sz="2400" b="1">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p>
        </p:txBody>
      </p:sp>
      <p:sp>
        <p:nvSpPr>
          <p:cNvPr id="34" name="テキスト プレースホルダー 18">
            <a:extLst>
              <a:ext uri="{FF2B5EF4-FFF2-40B4-BE49-F238E27FC236}">
                <a16:creationId xmlns:a16="http://schemas.microsoft.com/office/drawing/2014/main" id="{CC5E5581-933D-AE49-AF30-8BD9F0C44292}"/>
              </a:ext>
            </a:extLst>
          </p:cNvPr>
          <p:cNvSpPr>
            <a:spLocks noGrp="1"/>
          </p:cNvSpPr>
          <p:nvPr>
            <p:ph type="body" sz="quarter" idx="13" hasCustomPrompt="1"/>
          </p:nvPr>
        </p:nvSpPr>
        <p:spPr>
          <a:xfrm>
            <a:off x="331491" y="5882358"/>
            <a:ext cx="7177384" cy="786730"/>
          </a:xfrm>
          <a:prstGeom prst="rect">
            <a:avLst/>
          </a:prstGeom>
        </p:spPr>
        <p:txBody>
          <a:bodyPr lIns="0" rIns="0"/>
          <a:lstStyle>
            <a:lvl1pPr>
              <a:defRPr sz="140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dirty="0"/>
              <a:t>2022</a:t>
            </a:r>
            <a:r>
              <a:rPr kumimoji="1" lang="ja-JP" altLang="en-US"/>
              <a:t>年 ○月 ○日</a:t>
            </a:r>
          </a:p>
          <a:p>
            <a:pPr lvl="0"/>
            <a:r>
              <a:rPr kumimoji="1" lang="ja-JP" altLang="en-US"/>
              <a:t>株式会社</a:t>
            </a:r>
            <a:r>
              <a:rPr kumimoji="1" lang="en-US" altLang="ja-JP" dirty="0"/>
              <a:t>NTT</a:t>
            </a:r>
            <a:r>
              <a:rPr kumimoji="1" lang="ja-JP" altLang="en-US"/>
              <a:t>データ ○○○○○○</a:t>
            </a:r>
          </a:p>
          <a:p>
            <a:pPr lvl="0"/>
            <a:r>
              <a:rPr kumimoji="1" lang="ja-JP" altLang="en-US"/>
              <a:t>○○○○○○○○○○○○○○</a:t>
            </a:r>
          </a:p>
        </p:txBody>
      </p:sp>
      <p:pic>
        <p:nvPicPr>
          <p:cNvPr id="18" name="図 17">
            <a:extLst>
              <a:ext uri="{FF2B5EF4-FFF2-40B4-BE49-F238E27FC236}">
                <a16:creationId xmlns:a16="http://schemas.microsoft.com/office/drawing/2014/main" id="{1E183DC7-670E-5F49-B5E8-40C408E3CC4D}"/>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0"/>
            <a:ext cx="7508874" cy="2403761"/>
          </a:xfrm>
          <a:prstGeom prst="rect">
            <a:avLst/>
          </a:prstGeom>
        </p:spPr>
      </p:pic>
      <p:pic>
        <p:nvPicPr>
          <p:cNvPr id="36" name="図 35">
            <a:extLst>
              <a:ext uri="{FF2B5EF4-FFF2-40B4-BE49-F238E27FC236}">
                <a16:creationId xmlns:a16="http://schemas.microsoft.com/office/drawing/2014/main" id="{7549A32A-D0F4-5F40-8A63-C8083940002E}"/>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6306002" y="0"/>
            <a:ext cx="3599998" cy="2403761"/>
          </a:xfrm>
          <a:prstGeom prst="rect">
            <a:avLst/>
          </a:prstGeom>
        </p:spPr>
      </p:pic>
      <p:pic>
        <p:nvPicPr>
          <p:cNvPr id="12" name="図 11">
            <a:extLst>
              <a:ext uri="{FF2B5EF4-FFF2-40B4-BE49-F238E27FC236}">
                <a16:creationId xmlns:a16="http://schemas.microsoft.com/office/drawing/2014/main" id="{340B3C42-4162-B549-B6FB-BD1ED42A0282}"/>
              </a:ext>
            </a:extLst>
          </p:cNvPr>
          <p:cNvPicPr>
            <a:picLocks noChangeAspect="1"/>
          </p:cNvPicPr>
          <p:nvPr userDrawn="1"/>
        </p:nvPicPr>
        <p:blipFill>
          <a:blip r:embed="rId4"/>
          <a:srcRect/>
          <a:stretch/>
        </p:blipFill>
        <p:spPr>
          <a:xfrm>
            <a:off x="8020638" y="2640511"/>
            <a:ext cx="1641497" cy="562365"/>
          </a:xfrm>
          <a:prstGeom prst="rect">
            <a:avLst/>
          </a:prstGeom>
        </p:spPr>
      </p:pic>
      <p:sp>
        <p:nvSpPr>
          <p:cNvPr id="31" name="テキスト ボックス 30">
            <a:extLst>
              <a:ext uri="{FF2B5EF4-FFF2-40B4-BE49-F238E27FC236}">
                <a16:creationId xmlns:a16="http://schemas.microsoft.com/office/drawing/2014/main" id="{D2D050F2-5285-E14A-A417-4731ED04D45E}"/>
              </a:ext>
            </a:extLst>
          </p:cNvPr>
          <p:cNvSpPr txBox="1"/>
          <p:nvPr userDrawn="1"/>
        </p:nvSpPr>
        <p:spPr>
          <a:xfrm>
            <a:off x="10208091" y="2917862"/>
            <a:ext cx="3592650" cy="646331"/>
          </a:xfrm>
          <a:prstGeom prst="rect">
            <a:avLst/>
          </a:prstGeom>
          <a:noFill/>
        </p:spPr>
        <p:txBody>
          <a:bodyPr wrap="none" rtlCol="0">
            <a:spAutoFit/>
          </a:bodyPr>
          <a:lstStyle/>
          <a:p>
            <a:r>
              <a:rPr kumimoji="1" lang="ja-JP" altLang="en-US" sz="1800"/>
              <a:t>サービスロゴを併記する場合はこちらに</a:t>
            </a:r>
            <a:endParaRPr kumimoji="1" lang="en-US" altLang="ja-JP" sz="1800" dirty="0"/>
          </a:p>
          <a:p>
            <a:r>
              <a:rPr kumimoji="1" lang="en-US" altLang="ja-JP" sz="1800" dirty="0"/>
              <a:t>NTTDATA</a:t>
            </a:r>
            <a:r>
              <a:rPr kumimoji="1" lang="ja-JP" altLang="en-US" sz="1800"/>
              <a:t>ロゴと右揃えで配置</a:t>
            </a:r>
            <a:endParaRPr kumimoji="1" lang="en-US" altLang="ja-JP" sz="1800" dirty="0"/>
          </a:p>
        </p:txBody>
      </p:sp>
      <p:cxnSp>
        <p:nvCxnSpPr>
          <p:cNvPr id="29" name="直線矢印コネクタ 28">
            <a:extLst>
              <a:ext uri="{FF2B5EF4-FFF2-40B4-BE49-F238E27FC236}">
                <a16:creationId xmlns:a16="http://schemas.microsoft.com/office/drawing/2014/main" id="{9C4723A0-F66B-1142-A607-3091A2C802CC}"/>
              </a:ext>
            </a:extLst>
          </p:cNvPr>
          <p:cNvCxnSpPr>
            <a:cxnSpLocks/>
          </p:cNvCxnSpPr>
          <p:nvPr userDrawn="1"/>
        </p:nvCxnSpPr>
        <p:spPr>
          <a:xfrm flipH="1">
            <a:off x="10114154" y="3640150"/>
            <a:ext cx="3369962" cy="0"/>
          </a:xfrm>
          <a:prstGeom prst="straightConnector1">
            <a:avLst/>
          </a:prstGeom>
          <a:ln>
            <a:solidFill>
              <a:schemeClr val="tx1"/>
            </a:solidFill>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30" name="テキスト ボックス 29">
            <a:extLst>
              <a:ext uri="{FF2B5EF4-FFF2-40B4-BE49-F238E27FC236}">
                <a16:creationId xmlns:a16="http://schemas.microsoft.com/office/drawing/2014/main" id="{EE6E71D4-644F-314A-B274-C97B6055D017}"/>
              </a:ext>
            </a:extLst>
          </p:cNvPr>
          <p:cNvSpPr txBox="1"/>
          <p:nvPr userDrawn="1"/>
        </p:nvSpPr>
        <p:spPr>
          <a:xfrm>
            <a:off x="10208090" y="3832261"/>
            <a:ext cx="415498" cy="369332"/>
          </a:xfrm>
          <a:prstGeom prst="rect">
            <a:avLst/>
          </a:prstGeom>
          <a:noFill/>
        </p:spPr>
        <p:txBody>
          <a:bodyPr wrap="none" rtlCol="0">
            <a:spAutoFit/>
          </a:bodyPr>
          <a:lstStyle/>
          <a:p>
            <a:r>
              <a:rPr kumimoji="1" lang="ja-JP" altLang="en-US" sz="1800"/>
              <a:t>例</a:t>
            </a:r>
            <a:endParaRPr kumimoji="1" lang="en-US" altLang="ja-JP" sz="1800" dirty="0"/>
          </a:p>
        </p:txBody>
      </p:sp>
      <p:pic>
        <p:nvPicPr>
          <p:cNvPr id="32" name="図 31">
            <a:extLst>
              <a:ext uri="{FF2B5EF4-FFF2-40B4-BE49-F238E27FC236}">
                <a16:creationId xmlns:a16="http://schemas.microsoft.com/office/drawing/2014/main" id="{C3E07B9D-F72C-4C4A-AA97-C2C7EB423070}"/>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0653007" y="3865065"/>
            <a:ext cx="1810479" cy="2758373"/>
          </a:xfrm>
          <a:prstGeom prst="rect">
            <a:avLst/>
          </a:prstGeom>
        </p:spPr>
      </p:pic>
    </p:spTree>
    <p:extLst>
      <p:ext uri="{BB962C8B-B14F-4D97-AF65-F5344CB8AC3E}">
        <p14:creationId xmlns:p14="http://schemas.microsoft.com/office/powerpoint/2010/main" val="357766170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表紙C_写真あり">
    <p:bg>
      <p:bgPr>
        <a:solidFill>
          <a:schemeClr val="accent2"/>
        </a:solidFill>
        <a:effectLst/>
      </p:bgPr>
    </p:bg>
    <p:spTree>
      <p:nvGrpSpPr>
        <p:cNvPr id="1" name=""/>
        <p:cNvGrpSpPr/>
        <p:nvPr/>
      </p:nvGrpSpPr>
      <p:grpSpPr>
        <a:xfrm>
          <a:off x="0" y="0"/>
          <a:ext cx="0" cy="0"/>
          <a:chOff x="0" y="0"/>
          <a:chExt cx="0" cy="0"/>
        </a:xfrm>
      </p:grpSpPr>
      <p:sp>
        <p:nvSpPr>
          <p:cNvPr id="35" name="タイトル 4">
            <a:extLst>
              <a:ext uri="{FF2B5EF4-FFF2-40B4-BE49-F238E27FC236}">
                <a16:creationId xmlns:a16="http://schemas.microsoft.com/office/drawing/2014/main" id="{3BC5E597-0591-1E48-B456-49696C2C1E9B}"/>
              </a:ext>
            </a:extLst>
          </p:cNvPr>
          <p:cNvSpPr>
            <a:spLocks noGrp="1"/>
          </p:cNvSpPr>
          <p:nvPr>
            <p:ph type="title" hasCustomPrompt="1"/>
          </p:nvPr>
        </p:nvSpPr>
        <p:spPr>
          <a:xfrm>
            <a:off x="331788" y="2708276"/>
            <a:ext cx="7177075" cy="325438"/>
          </a:xfrm>
        </p:spPr>
        <p:txBody>
          <a:bodyPr/>
          <a:lstStyle>
            <a:lvl1pPr>
              <a:defRPr>
                <a:solidFill>
                  <a:schemeClr val="bg1"/>
                </a:solidFill>
              </a:defRPr>
            </a:lvl1pPr>
          </a:lstStyle>
          <a:p>
            <a:pPr lvl="0"/>
            <a:r>
              <a:rPr kumimoji="1" lang="ja-JP" altLang="en-US"/>
              <a:t>○○○○御中</a:t>
            </a:r>
          </a:p>
        </p:txBody>
      </p:sp>
      <p:sp>
        <p:nvSpPr>
          <p:cNvPr id="33" name="テキスト プレースホルダー 16">
            <a:extLst>
              <a:ext uri="{FF2B5EF4-FFF2-40B4-BE49-F238E27FC236}">
                <a16:creationId xmlns:a16="http://schemas.microsoft.com/office/drawing/2014/main" id="{EACB12DF-D76D-C743-AED2-AEC0EF2804E9}"/>
              </a:ext>
            </a:extLst>
          </p:cNvPr>
          <p:cNvSpPr>
            <a:spLocks noGrp="1"/>
          </p:cNvSpPr>
          <p:nvPr>
            <p:ph type="body" sz="quarter" idx="12" hasCustomPrompt="1"/>
          </p:nvPr>
        </p:nvSpPr>
        <p:spPr>
          <a:xfrm>
            <a:off x="331490" y="3257650"/>
            <a:ext cx="7177385" cy="1699489"/>
          </a:xfrm>
          <a:prstGeom prst="rect">
            <a:avLst/>
          </a:prstGeom>
        </p:spPr>
        <p:txBody>
          <a:bodyPr lIns="0" rIns="0"/>
          <a:lstStyle>
            <a:lvl1pPr>
              <a:lnSpc>
                <a:spcPct val="120000"/>
              </a:lnSpc>
              <a:defRPr sz="2400" b="1">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ja-JP" altLang="en-US"/>
              <a:t>［タイトル］</a:t>
            </a:r>
          </a:p>
        </p:txBody>
      </p:sp>
      <p:sp>
        <p:nvSpPr>
          <p:cNvPr id="34" name="テキスト プレースホルダー 18">
            <a:extLst>
              <a:ext uri="{FF2B5EF4-FFF2-40B4-BE49-F238E27FC236}">
                <a16:creationId xmlns:a16="http://schemas.microsoft.com/office/drawing/2014/main" id="{15C87D92-2797-9949-BDA3-74353F8FF1DB}"/>
              </a:ext>
            </a:extLst>
          </p:cNvPr>
          <p:cNvSpPr>
            <a:spLocks noGrp="1"/>
          </p:cNvSpPr>
          <p:nvPr>
            <p:ph type="body" sz="quarter" idx="13" hasCustomPrompt="1"/>
          </p:nvPr>
        </p:nvSpPr>
        <p:spPr>
          <a:xfrm>
            <a:off x="331491" y="5882358"/>
            <a:ext cx="7177384" cy="786730"/>
          </a:xfrm>
          <a:prstGeom prst="rect">
            <a:avLst/>
          </a:prstGeom>
        </p:spPr>
        <p:txBody>
          <a:bodyPr lIns="0" rIns="0"/>
          <a:lstStyle>
            <a:lvl1pPr>
              <a:defRPr sz="14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kumimoji="1" lang="en-US" altLang="ja-JP" dirty="0"/>
              <a:t>2022</a:t>
            </a:r>
            <a:r>
              <a:rPr kumimoji="1" lang="ja-JP" altLang="en-US"/>
              <a:t>年 ○月 ○日</a:t>
            </a:r>
          </a:p>
          <a:p>
            <a:pPr lvl="0"/>
            <a:r>
              <a:rPr kumimoji="1" lang="ja-JP" altLang="en-US"/>
              <a:t>株式会社</a:t>
            </a:r>
            <a:r>
              <a:rPr kumimoji="1" lang="en-US" altLang="ja-JP" dirty="0"/>
              <a:t>NTT</a:t>
            </a:r>
            <a:r>
              <a:rPr kumimoji="1" lang="ja-JP" altLang="en-US"/>
              <a:t>データ ○○○○○○</a:t>
            </a:r>
          </a:p>
          <a:p>
            <a:pPr lvl="0"/>
            <a:r>
              <a:rPr kumimoji="1" lang="ja-JP" altLang="en-US"/>
              <a:t>○○○○○○○○○○○○○○</a:t>
            </a:r>
          </a:p>
        </p:txBody>
      </p:sp>
      <p:pic>
        <p:nvPicPr>
          <p:cNvPr id="13" name="図 12">
            <a:extLst>
              <a:ext uri="{FF2B5EF4-FFF2-40B4-BE49-F238E27FC236}">
                <a16:creationId xmlns:a16="http://schemas.microsoft.com/office/drawing/2014/main" id="{5B390AF8-CEC7-824F-B832-F1AB05C30A67}"/>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1" y="0"/>
            <a:ext cx="7508874" cy="2403761"/>
          </a:xfrm>
          <a:prstGeom prst="rect">
            <a:avLst/>
          </a:prstGeom>
        </p:spPr>
      </p:pic>
      <p:pic>
        <p:nvPicPr>
          <p:cNvPr id="15" name="図 14">
            <a:extLst>
              <a:ext uri="{FF2B5EF4-FFF2-40B4-BE49-F238E27FC236}">
                <a16:creationId xmlns:a16="http://schemas.microsoft.com/office/drawing/2014/main" id="{D0048547-20D1-A14A-880B-F7B64D9F5DA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6306000" y="0"/>
            <a:ext cx="3600000" cy="2403761"/>
          </a:xfrm>
          <a:prstGeom prst="rect">
            <a:avLst/>
          </a:prstGeom>
        </p:spPr>
      </p:pic>
      <p:pic>
        <p:nvPicPr>
          <p:cNvPr id="14" name="図 13">
            <a:extLst>
              <a:ext uri="{FF2B5EF4-FFF2-40B4-BE49-F238E27FC236}">
                <a16:creationId xmlns:a16="http://schemas.microsoft.com/office/drawing/2014/main" id="{AD77AE2A-F8CF-1F4E-99C5-6DC82B91D271}"/>
              </a:ext>
            </a:extLst>
          </p:cNvPr>
          <p:cNvPicPr>
            <a:picLocks noChangeAspect="1"/>
          </p:cNvPicPr>
          <p:nvPr userDrawn="1"/>
        </p:nvPicPr>
        <p:blipFill>
          <a:blip r:embed="rId4"/>
          <a:srcRect/>
          <a:stretch/>
        </p:blipFill>
        <p:spPr>
          <a:xfrm>
            <a:off x="8020638" y="2640140"/>
            <a:ext cx="1641498" cy="563107"/>
          </a:xfrm>
          <a:prstGeom prst="rect">
            <a:avLst/>
          </a:prstGeom>
        </p:spPr>
      </p:pic>
      <p:sp>
        <p:nvSpPr>
          <p:cNvPr id="32" name="テキスト ボックス 31">
            <a:extLst>
              <a:ext uri="{FF2B5EF4-FFF2-40B4-BE49-F238E27FC236}">
                <a16:creationId xmlns:a16="http://schemas.microsoft.com/office/drawing/2014/main" id="{F0BD5EEB-B096-434B-8568-E6237E37BBAF}"/>
              </a:ext>
            </a:extLst>
          </p:cNvPr>
          <p:cNvSpPr txBox="1"/>
          <p:nvPr userDrawn="1"/>
        </p:nvSpPr>
        <p:spPr>
          <a:xfrm>
            <a:off x="8141426" y="6623438"/>
            <a:ext cx="1433086" cy="215444"/>
          </a:xfrm>
          <a:prstGeom prst="rect">
            <a:avLst/>
          </a:prstGeom>
          <a:noFill/>
          <a:ln>
            <a:noFill/>
          </a:ln>
        </p:spPr>
        <p:txBody>
          <a:bodyPr wrap="none" lIns="0" rIns="0" rtlCol="0">
            <a:spAutoFit/>
          </a:bodyPr>
          <a:lstStyle/>
          <a:p>
            <a:pPr algn="r"/>
            <a:r>
              <a:rPr kumimoji="0" lang="en-US" altLang="ja-JP" sz="800" dirty="0">
                <a:solidFill>
                  <a:schemeClr val="bg1"/>
                </a:solidFill>
                <a:latin typeface="+mn-lt"/>
                <a:cs typeface="Meiryo UI" pitchFamily="50" charset="-128"/>
              </a:rPr>
              <a:t>© 2022 NTT DATA Corporation</a:t>
            </a:r>
          </a:p>
        </p:txBody>
      </p:sp>
      <p:sp>
        <p:nvSpPr>
          <p:cNvPr id="29" name="テキスト ボックス 28">
            <a:extLst>
              <a:ext uri="{FF2B5EF4-FFF2-40B4-BE49-F238E27FC236}">
                <a16:creationId xmlns:a16="http://schemas.microsoft.com/office/drawing/2014/main" id="{248F1E09-51F1-134B-9292-4A242E2CDBCC}"/>
              </a:ext>
            </a:extLst>
          </p:cNvPr>
          <p:cNvSpPr txBox="1"/>
          <p:nvPr userDrawn="1"/>
        </p:nvSpPr>
        <p:spPr>
          <a:xfrm>
            <a:off x="10208091" y="2917862"/>
            <a:ext cx="3592650" cy="646331"/>
          </a:xfrm>
          <a:prstGeom prst="rect">
            <a:avLst/>
          </a:prstGeom>
          <a:noFill/>
        </p:spPr>
        <p:txBody>
          <a:bodyPr wrap="none" rtlCol="0">
            <a:spAutoFit/>
          </a:bodyPr>
          <a:lstStyle/>
          <a:p>
            <a:r>
              <a:rPr kumimoji="1" lang="ja-JP" altLang="en-US" sz="1800"/>
              <a:t>サービスロゴを併記する場合はこちらに</a:t>
            </a:r>
            <a:endParaRPr kumimoji="1" lang="en-US" altLang="ja-JP" sz="1800" dirty="0"/>
          </a:p>
          <a:p>
            <a:r>
              <a:rPr kumimoji="1" lang="en-US" altLang="ja-JP" sz="1800" dirty="0"/>
              <a:t>NTTDATA</a:t>
            </a:r>
            <a:r>
              <a:rPr kumimoji="1" lang="ja-JP" altLang="en-US" sz="1800"/>
              <a:t>ロゴと右揃えで配置</a:t>
            </a:r>
            <a:endParaRPr kumimoji="1" lang="en-US" altLang="ja-JP" sz="1800" dirty="0"/>
          </a:p>
        </p:txBody>
      </p:sp>
      <p:cxnSp>
        <p:nvCxnSpPr>
          <p:cNvPr id="27" name="直線矢印コネクタ 26">
            <a:extLst>
              <a:ext uri="{FF2B5EF4-FFF2-40B4-BE49-F238E27FC236}">
                <a16:creationId xmlns:a16="http://schemas.microsoft.com/office/drawing/2014/main" id="{6923F4F4-AA5D-CA49-AD92-0C098F193A58}"/>
              </a:ext>
            </a:extLst>
          </p:cNvPr>
          <p:cNvCxnSpPr>
            <a:cxnSpLocks/>
          </p:cNvCxnSpPr>
          <p:nvPr userDrawn="1"/>
        </p:nvCxnSpPr>
        <p:spPr>
          <a:xfrm flipH="1">
            <a:off x="10114154" y="3640150"/>
            <a:ext cx="3369962" cy="0"/>
          </a:xfrm>
          <a:prstGeom prst="straightConnector1">
            <a:avLst/>
          </a:prstGeom>
          <a:ln>
            <a:solidFill>
              <a:schemeClr val="tx1"/>
            </a:solidFill>
            <a:headEnd type="none" w="lg" len="lg"/>
            <a:tailEnd type="triangle" w="lg" len="lg"/>
          </a:ln>
          <a:effectLst/>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486344C5-5736-B340-AE6F-C527DB55A1FE}"/>
              </a:ext>
            </a:extLst>
          </p:cNvPr>
          <p:cNvSpPr txBox="1"/>
          <p:nvPr userDrawn="1"/>
        </p:nvSpPr>
        <p:spPr>
          <a:xfrm>
            <a:off x="10208090" y="3832261"/>
            <a:ext cx="415498" cy="369332"/>
          </a:xfrm>
          <a:prstGeom prst="rect">
            <a:avLst/>
          </a:prstGeom>
          <a:noFill/>
        </p:spPr>
        <p:txBody>
          <a:bodyPr wrap="none" rtlCol="0">
            <a:spAutoFit/>
          </a:bodyPr>
          <a:lstStyle/>
          <a:p>
            <a:r>
              <a:rPr kumimoji="1" lang="ja-JP" altLang="en-US" sz="1800"/>
              <a:t>例</a:t>
            </a:r>
            <a:endParaRPr kumimoji="1" lang="en-US" altLang="ja-JP" sz="1800" dirty="0"/>
          </a:p>
        </p:txBody>
      </p:sp>
      <p:pic>
        <p:nvPicPr>
          <p:cNvPr id="30" name="図 29">
            <a:extLst>
              <a:ext uri="{FF2B5EF4-FFF2-40B4-BE49-F238E27FC236}">
                <a16:creationId xmlns:a16="http://schemas.microsoft.com/office/drawing/2014/main" id="{BB058353-6D31-6F47-9883-33F6B1EEE8A5}"/>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10653007" y="3865065"/>
            <a:ext cx="1810479" cy="2758373"/>
          </a:xfrm>
          <a:prstGeom prst="rect">
            <a:avLst/>
          </a:prstGeom>
        </p:spPr>
      </p:pic>
    </p:spTree>
    <p:extLst>
      <p:ext uri="{BB962C8B-B14F-4D97-AF65-F5344CB8AC3E}">
        <p14:creationId xmlns:p14="http://schemas.microsoft.com/office/powerpoint/2010/main" val="3897655208"/>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コンテンツB">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1F77EE-9DF9-8847-B74D-DAE7D40F8D1E}"/>
              </a:ext>
            </a:extLst>
          </p:cNvPr>
          <p:cNvSpPr>
            <a:spLocks noGrp="1"/>
          </p:cNvSpPr>
          <p:nvPr>
            <p:ph type="title" hasCustomPrompt="1"/>
          </p:nvPr>
        </p:nvSpPr>
        <p:spPr/>
        <p:txBody>
          <a:bodyPr/>
          <a:lstStyle/>
          <a:p>
            <a:r>
              <a:rPr kumimoji="1" lang="ja-JP" altLang="en-US"/>
              <a:t>［タイトル］</a:t>
            </a:r>
          </a:p>
        </p:txBody>
      </p:sp>
      <p:sp>
        <p:nvSpPr>
          <p:cNvPr id="4" name="テキスト プレースホルダー 3">
            <a:extLst>
              <a:ext uri="{FF2B5EF4-FFF2-40B4-BE49-F238E27FC236}">
                <a16:creationId xmlns:a16="http://schemas.microsoft.com/office/drawing/2014/main" id="{257AB5C0-48AC-A342-8863-43A85345298E}"/>
              </a:ext>
            </a:extLst>
          </p:cNvPr>
          <p:cNvSpPr>
            <a:spLocks noGrp="1"/>
          </p:cNvSpPr>
          <p:nvPr>
            <p:ph type="body" sz="quarter" idx="10" hasCustomPrompt="1"/>
          </p:nvPr>
        </p:nvSpPr>
        <p:spPr>
          <a:xfrm>
            <a:off x="331788" y="692151"/>
            <a:ext cx="9242425" cy="648970"/>
          </a:xfrm>
        </p:spPr>
        <p:txBody>
          <a:bodyPr/>
          <a:lstStyle/>
          <a:p>
            <a:pPr lvl="0"/>
            <a:r>
              <a:rPr kumimoji="1" lang="ja-JP" altLang="en-US" dirty="0"/>
              <a:t>テキストの入力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82427814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次A">
    <p:bg>
      <p:bgRef idx="1001">
        <a:schemeClr val="bg1"/>
      </p:bgRef>
    </p:bg>
    <p:spTree>
      <p:nvGrpSpPr>
        <p:cNvPr id="1" name=""/>
        <p:cNvGrpSpPr/>
        <p:nvPr/>
      </p:nvGrpSpPr>
      <p:grpSpPr>
        <a:xfrm>
          <a:off x="0" y="0"/>
          <a:ext cx="0" cy="0"/>
          <a:chOff x="0" y="0"/>
          <a:chExt cx="0" cy="0"/>
        </a:xfrm>
      </p:grpSpPr>
      <p:sp>
        <p:nvSpPr>
          <p:cNvPr id="16" name="タイトル 1">
            <a:extLst>
              <a:ext uri="{FF2B5EF4-FFF2-40B4-BE49-F238E27FC236}">
                <a16:creationId xmlns:a16="http://schemas.microsoft.com/office/drawing/2014/main" id="{BBAE3FA2-1464-6D4B-8787-C48A0BC48186}"/>
              </a:ext>
            </a:extLst>
          </p:cNvPr>
          <p:cNvSpPr>
            <a:spLocks noGrp="1"/>
          </p:cNvSpPr>
          <p:nvPr>
            <p:ph type="title" hasCustomPrompt="1"/>
          </p:nvPr>
        </p:nvSpPr>
        <p:spPr>
          <a:xfrm>
            <a:off x="331491" y="164693"/>
            <a:ext cx="7321847" cy="412538"/>
          </a:xfrm>
        </p:spPr>
        <p:txBody>
          <a:bodyPr/>
          <a:lstStyle>
            <a:lvl1pPr>
              <a:defRPr>
                <a:solidFill>
                  <a:schemeClr val="tx1"/>
                </a:solidFill>
              </a:defRPr>
            </a:lvl1pPr>
          </a:lstStyle>
          <a:p>
            <a:r>
              <a:rPr kumimoji="1" lang="ja-JP" altLang="en-US"/>
              <a:t>目次</a:t>
            </a:r>
          </a:p>
        </p:txBody>
      </p:sp>
      <p:sp>
        <p:nvSpPr>
          <p:cNvPr id="17" name="テキスト プレースホルダー 4">
            <a:extLst>
              <a:ext uri="{FF2B5EF4-FFF2-40B4-BE49-F238E27FC236}">
                <a16:creationId xmlns:a16="http://schemas.microsoft.com/office/drawing/2014/main" id="{BD1CB523-85FF-A047-8B9B-84BA47FE1D38}"/>
              </a:ext>
            </a:extLst>
          </p:cNvPr>
          <p:cNvSpPr>
            <a:spLocks noGrp="1"/>
          </p:cNvSpPr>
          <p:nvPr>
            <p:ph type="body" sz="quarter" idx="10"/>
          </p:nvPr>
        </p:nvSpPr>
        <p:spPr>
          <a:xfrm>
            <a:off x="331491" y="692150"/>
            <a:ext cx="7321847" cy="5797550"/>
          </a:xfrm>
          <a:prstGeom prst="rect">
            <a:avLst/>
          </a:prstGeom>
        </p:spPr>
        <p:txBody>
          <a:bodyPr/>
          <a:lstStyle>
            <a:lvl1pPr>
              <a:defRPr>
                <a:solidFill>
                  <a:schemeClr val="tx1"/>
                </a:solidFill>
                <a:latin typeface="+mn-ea"/>
                <a:ea typeface="+mn-ea"/>
              </a:defRPr>
            </a:lvl1pPr>
            <a:lvl2pPr>
              <a:defRPr>
                <a:solidFill>
                  <a:schemeClr val="tx1"/>
                </a:solidFill>
                <a:latin typeface="+mn-ea"/>
                <a:ea typeface="+mn-ea"/>
              </a:defRPr>
            </a:lvl2pPr>
            <a:lvl3pPr>
              <a:defRPr>
                <a:solidFill>
                  <a:schemeClr val="tx1"/>
                </a:solidFill>
                <a:latin typeface="+mn-ea"/>
                <a:ea typeface="+mn-ea"/>
              </a:defRPr>
            </a:lvl3pPr>
            <a:lvl4pPr>
              <a:defRPr>
                <a:solidFill>
                  <a:schemeClr val="tx1"/>
                </a:solidFill>
                <a:latin typeface="+mn-ea"/>
                <a:ea typeface="+mn-ea"/>
              </a:defRPr>
            </a:lvl4pPr>
            <a:lvl5pPr>
              <a:defRPr>
                <a:solidFill>
                  <a:schemeClr val="tx1"/>
                </a:solidFill>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3" name="正方形/長方形 12">
            <a:extLst>
              <a:ext uri="{FF2B5EF4-FFF2-40B4-BE49-F238E27FC236}">
                <a16:creationId xmlns:a16="http://schemas.microsoft.com/office/drawing/2014/main" id="{E70671B4-D85D-B14E-82F8-9CF01FC6EE18}"/>
              </a:ext>
            </a:extLst>
          </p:cNvPr>
          <p:cNvSpPr/>
          <p:nvPr userDrawn="1"/>
        </p:nvSpPr>
        <p:spPr>
          <a:xfrm>
            <a:off x="7820324" y="0"/>
            <a:ext cx="2085676"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solidFill>
                <a:schemeClr val="accent2"/>
              </a:solidFill>
            </a:endParaRPr>
          </a:p>
        </p:txBody>
      </p:sp>
      <p:pic>
        <p:nvPicPr>
          <p:cNvPr id="14" name="図 13">
            <a:extLst>
              <a:ext uri="{FF2B5EF4-FFF2-40B4-BE49-F238E27FC236}">
                <a16:creationId xmlns:a16="http://schemas.microsoft.com/office/drawing/2014/main" id="{A286677C-676D-0D49-B2C4-56A70ECBA09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7820324" y="4772324"/>
            <a:ext cx="2085676" cy="2085676"/>
          </a:xfrm>
          <a:prstGeom prst="rect">
            <a:avLst/>
          </a:prstGeom>
        </p:spPr>
      </p:pic>
      <p:pic>
        <p:nvPicPr>
          <p:cNvPr id="15" name="図 14">
            <a:extLst>
              <a:ext uri="{FF2B5EF4-FFF2-40B4-BE49-F238E27FC236}">
                <a16:creationId xmlns:a16="http://schemas.microsoft.com/office/drawing/2014/main" id="{6C244BF9-F7CF-7840-8844-2E7ED6175FA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cxnSp>
        <p:nvCxnSpPr>
          <p:cNvPr id="18" name="直線コネクタ 17">
            <a:extLst>
              <a:ext uri="{FF2B5EF4-FFF2-40B4-BE49-F238E27FC236}">
                <a16:creationId xmlns:a16="http://schemas.microsoft.com/office/drawing/2014/main" id="{A5F39659-31BA-3444-83B8-D09F59133F19}"/>
              </a:ext>
            </a:extLst>
          </p:cNvPr>
          <p:cNvCxnSpPr>
            <a:cxnSpLocks/>
          </p:cNvCxnSpPr>
          <p:nvPr userDrawn="1"/>
        </p:nvCxnSpPr>
        <p:spPr>
          <a:xfrm>
            <a:off x="9083638" y="6597650"/>
            <a:ext cx="0" cy="26035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9" name="テキスト ボックス 18">
            <a:extLst>
              <a:ext uri="{FF2B5EF4-FFF2-40B4-BE49-F238E27FC236}">
                <a16:creationId xmlns:a16="http://schemas.microsoft.com/office/drawing/2014/main" id="{9C329398-3F3A-E64B-A959-DAA180CE3F5C}"/>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tx1"/>
                </a:solidFill>
                <a:latin typeface="+mn-lt"/>
              </a:rPr>
              <a:pPr algn="r"/>
              <a:t>‹#›</a:t>
            </a:fld>
            <a:endParaRPr kumimoji="0" lang="en-US" altLang="ja-JP" sz="1100" dirty="0">
              <a:solidFill>
                <a:schemeClr val="tx1"/>
              </a:solidFill>
              <a:latin typeface="+mn-lt"/>
              <a:cs typeface="Meiryo UI" pitchFamily="50" charset="-128"/>
            </a:endParaRPr>
          </a:p>
        </p:txBody>
      </p:sp>
    </p:spTree>
    <p:extLst>
      <p:ext uri="{BB962C8B-B14F-4D97-AF65-F5344CB8AC3E}">
        <p14:creationId xmlns:p14="http://schemas.microsoft.com/office/powerpoint/2010/main" val="35868932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目次B">
    <p:bg>
      <p:bgRef idx="1001">
        <a:schemeClr val="bg1"/>
      </p:bgRef>
    </p:bg>
    <p:spTree>
      <p:nvGrpSpPr>
        <p:cNvPr id="1" name=""/>
        <p:cNvGrpSpPr/>
        <p:nvPr/>
      </p:nvGrpSpPr>
      <p:grpSpPr>
        <a:xfrm>
          <a:off x="0" y="0"/>
          <a:ext cx="0" cy="0"/>
          <a:chOff x="0" y="0"/>
          <a:chExt cx="0" cy="0"/>
        </a:xfrm>
      </p:grpSpPr>
      <p:sp>
        <p:nvSpPr>
          <p:cNvPr id="17" name="タイトル 1">
            <a:extLst>
              <a:ext uri="{FF2B5EF4-FFF2-40B4-BE49-F238E27FC236}">
                <a16:creationId xmlns:a16="http://schemas.microsoft.com/office/drawing/2014/main" id="{E6701CD2-677C-D142-82A1-12E0EBA9A65F}"/>
              </a:ext>
            </a:extLst>
          </p:cNvPr>
          <p:cNvSpPr>
            <a:spLocks noGrp="1"/>
          </p:cNvSpPr>
          <p:nvPr>
            <p:ph type="title" hasCustomPrompt="1"/>
          </p:nvPr>
        </p:nvSpPr>
        <p:spPr>
          <a:xfrm>
            <a:off x="331491" y="164693"/>
            <a:ext cx="7321847" cy="412538"/>
          </a:xfrm>
        </p:spPr>
        <p:txBody>
          <a:bodyPr/>
          <a:lstStyle>
            <a:lvl1pPr>
              <a:defRPr>
                <a:solidFill>
                  <a:schemeClr val="tx1"/>
                </a:solidFill>
              </a:defRPr>
            </a:lvl1pPr>
          </a:lstStyle>
          <a:p>
            <a:r>
              <a:rPr kumimoji="1" lang="ja-JP" altLang="en-US"/>
              <a:t>目次</a:t>
            </a:r>
          </a:p>
        </p:txBody>
      </p:sp>
      <p:sp>
        <p:nvSpPr>
          <p:cNvPr id="18" name="テキスト プレースホルダー 4">
            <a:extLst>
              <a:ext uri="{FF2B5EF4-FFF2-40B4-BE49-F238E27FC236}">
                <a16:creationId xmlns:a16="http://schemas.microsoft.com/office/drawing/2014/main" id="{570EBE81-ADFD-9E45-9FD9-FE2272EDCA88}"/>
              </a:ext>
            </a:extLst>
          </p:cNvPr>
          <p:cNvSpPr>
            <a:spLocks noGrp="1"/>
          </p:cNvSpPr>
          <p:nvPr>
            <p:ph type="body" sz="quarter" idx="10"/>
          </p:nvPr>
        </p:nvSpPr>
        <p:spPr>
          <a:xfrm>
            <a:off x="331491" y="692150"/>
            <a:ext cx="7321847" cy="5797550"/>
          </a:xfrm>
          <a:prstGeom prst="rect">
            <a:avLst/>
          </a:prstGeom>
        </p:spPr>
        <p:txBody>
          <a:bodyPr/>
          <a:lstStyle>
            <a:lvl1pPr>
              <a:defRPr>
                <a:solidFill>
                  <a:schemeClr val="tx1"/>
                </a:solidFill>
                <a:latin typeface="+mn-ea"/>
                <a:ea typeface="+mn-ea"/>
              </a:defRPr>
            </a:lvl1pPr>
            <a:lvl2pPr>
              <a:defRPr>
                <a:solidFill>
                  <a:schemeClr val="tx1"/>
                </a:solidFill>
                <a:latin typeface="+mn-ea"/>
                <a:ea typeface="+mn-ea"/>
              </a:defRPr>
            </a:lvl2pPr>
            <a:lvl3pPr>
              <a:defRPr>
                <a:solidFill>
                  <a:schemeClr val="tx1"/>
                </a:solidFill>
                <a:latin typeface="+mn-ea"/>
                <a:ea typeface="+mn-ea"/>
              </a:defRPr>
            </a:lvl3pPr>
            <a:lvl4pPr>
              <a:defRPr>
                <a:solidFill>
                  <a:schemeClr val="tx1"/>
                </a:solidFill>
                <a:latin typeface="+mn-ea"/>
                <a:ea typeface="+mn-ea"/>
              </a:defRPr>
            </a:lvl4pPr>
            <a:lvl5pPr>
              <a:defRPr>
                <a:solidFill>
                  <a:schemeClr val="tx1"/>
                </a:solidFill>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9" name="正方形/長方形 8">
            <a:extLst>
              <a:ext uri="{FF2B5EF4-FFF2-40B4-BE49-F238E27FC236}">
                <a16:creationId xmlns:a16="http://schemas.microsoft.com/office/drawing/2014/main" id="{F8331829-5E16-FD4C-A59A-774C3BA7F1DA}"/>
              </a:ext>
            </a:extLst>
          </p:cNvPr>
          <p:cNvSpPr/>
          <p:nvPr userDrawn="1"/>
        </p:nvSpPr>
        <p:spPr>
          <a:xfrm>
            <a:off x="7820324" y="0"/>
            <a:ext cx="2085676" cy="68580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solidFill>
                <a:schemeClr val="accent2"/>
              </a:solidFill>
            </a:endParaRPr>
          </a:p>
        </p:txBody>
      </p:sp>
      <p:pic>
        <p:nvPicPr>
          <p:cNvPr id="15" name="図 14">
            <a:extLst>
              <a:ext uri="{FF2B5EF4-FFF2-40B4-BE49-F238E27FC236}">
                <a16:creationId xmlns:a16="http://schemas.microsoft.com/office/drawing/2014/main" id="{1090E53B-00D9-A043-84E9-49FDBDBD51B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7820324" y="4772324"/>
            <a:ext cx="2085676" cy="2085676"/>
          </a:xfrm>
          <a:prstGeom prst="rect">
            <a:avLst/>
          </a:prstGeom>
        </p:spPr>
      </p:pic>
      <p:pic>
        <p:nvPicPr>
          <p:cNvPr id="16" name="図 15">
            <a:extLst>
              <a:ext uri="{FF2B5EF4-FFF2-40B4-BE49-F238E27FC236}">
                <a16:creationId xmlns:a16="http://schemas.microsoft.com/office/drawing/2014/main" id="{5A358143-6BD9-754C-AD9B-005D301B5F80}"/>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cxnSp>
        <p:nvCxnSpPr>
          <p:cNvPr id="22" name="直線コネクタ 21">
            <a:extLst>
              <a:ext uri="{FF2B5EF4-FFF2-40B4-BE49-F238E27FC236}">
                <a16:creationId xmlns:a16="http://schemas.microsoft.com/office/drawing/2014/main" id="{A4555FBF-DDA8-C141-AA5A-B8CF3D7C111A}"/>
              </a:ext>
            </a:extLst>
          </p:cNvPr>
          <p:cNvCxnSpPr>
            <a:cxnSpLocks/>
          </p:cNvCxnSpPr>
          <p:nvPr userDrawn="1"/>
        </p:nvCxnSpPr>
        <p:spPr>
          <a:xfrm>
            <a:off x="9083638"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3" name="テキスト ボックス 22">
            <a:extLst>
              <a:ext uri="{FF2B5EF4-FFF2-40B4-BE49-F238E27FC236}">
                <a16:creationId xmlns:a16="http://schemas.microsoft.com/office/drawing/2014/main" id="{F7A1702F-4C57-DD46-98F4-7CDB41BF734A}"/>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bg1"/>
                </a:solidFill>
                <a:latin typeface="+mn-lt"/>
              </a:rPr>
              <a:pPr algn="r"/>
              <a:t>‹#›</a:t>
            </a:fld>
            <a:endParaRPr kumimoji="0" lang="en-US" altLang="ja-JP" sz="1100" dirty="0">
              <a:solidFill>
                <a:schemeClr val="bg1"/>
              </a:solidFill>
              <a:latin typeface="+mn-lt"/>
              <a:cs typeface="Meiryo UI" pitchFamily="50" charset="-128"/>
            </a:endParaRPr>
          </a:p>
        </p:txBody>
      </p:sp>
    </p:spTree>
    <p:extLst>
      <p:ext uri="{BB962C8B-B14F-4D97-AF65-F5344CB8AC3E}">
        <p14:creationId xmlns:p14="http://schemas.microsoft.com/office/powerpoint/2010/main" val="17555463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目次C">
    <p:bg>
      <p:bgPr>
        <a:solidFill>
          <a:schemeClr val="accent2"/>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EB51DA0-E136-254B-9C8E-DD3202B3BA8F}"/>
              </a:ext>
            </a:extLst>
          </p:cNvPr>
          <p:cNvSpPr>
            <a:spLocks noGrp="1"/>
          </p:cNvSpPr>
          <p:nvPr>
            <p:ph type="title" hasCustomPrompt="1"/>
          </p:nvPr>
        </p:nvSpPr>
        <p:spPr>
          <a:xfrm>
            <a:off x="331491" y="164693"/>
            <a:ext cx="7321847" cy="412538"/>
          </a:xfrm>
        </p:spPr>
        <p:txBody>
          <a:bodyPr/>
          <a:lstStyle>
            <a:lvl1pPr>
              <a:defRPr>
                <a:solidFill>
                  <a:schemeClr val="bg1"/>
                </a:solidFill>
              </a:defRPr>
            </a:lvl1pPr>
          </a:lstStyle>
          <a:p>
            <a:r>
              <a:rPr kumimoji="1" lang="ja-JP" altLang="en-US"/>
              <a:t>目次</a:t>
            </a:r>
          </a:p>
        </p:txBody>
      </p:sp>
      <p:sp>
        <p:nvSpPr>
          <p:cNvPr id="5" name="テキスト プレースホルダー 4">
            <a:extLst>
              <a:ext uri="{FF2B5EF4-FFF2-40B4-BE49-F238E27FC236}">
                <a16:creationId xmlns:a16="http://schemas.microsoft.com/office/drawing/2014/main" id="{FB808FD6-AE48-AF47-931E-E220778DFFFE}"/>
              </a:ext>
            </a:extLst>
          </p:cNvPr>
          <p:cNvSpPr>
            <a:spLocks noGrp="1"/>
          </p:cNvSpPr>
          <p:nvPr>
            <p:ph type="body" sz="quarter" idx="10"/>
          </p:nvPr>
        </p:nvSpPr>
        <p:spPr>
          <a:xfrm>
            <a:off x="331491" y="692150"/>
            <a:ext cx="7321847" cy="5797550"/>
          </a:xfrm>
          <a:prstGeom prst="rect">
            <a:avLst/>
          </a:prstGeom>
        </p:spPr>
        <p:txBody>
          <a:bodyPr/>
          <a:lstStyle>
            <a:lvl1pPr>
              <a:defRPr>
                <a:solidFill>
                  <a:schemeClr val="bg1"/>
                </a:solidFill>
                <a:latin typeface="+mn-ea"/>
                <a:ea typeface="+mn-ea"/>
              </a:defRPr>
            </a:lvl1pPr>
            <a:lvl2pPr>
              <a:defRPr>
                <a:solidFill>
                  <a:schemeClr val="bg1"/>
                </a:solidFill>
                <a:latin typeface="+mn-ea"/>
                <a:ea typeface="+mn-ea"/>
              </a:defRPr>
            </a:lvl2pPr>
            <a:lvl3pPr>
              <a:defRPr>
                <a:solidFill>
                  <a:schemeClr val="bg1"/>
                </a:solidFill>
                <a:latin typeface="+mn-ea"/>
                <a:ea typeface="+mn-ea"/>
              </a:defRPr>
            </a:lvl3pPr>
            <a:lvl4pPr>
              <a:defRPr>
                <a:solidFill>
                  <a:schemeClr val="bg1"/>
                </a:solidFill>
                <a:latin typeface="+mn-ea"/>
                <a:ea typeface="+mn-ea"/>
              </a:defRPr>
            </a:lvl4pPr>
            <a:lvl5pPr>
              <a:defRPr>
                <a:solidFill>
                  <a:schemeClr val="bg1"/>
                </a:solidFill>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1" name="正方形/長方形 10">
            <a:extLst>
              <a:ext uri="{FF2B5EF4-FFF2-40B4-BE49-F238E27FC236}">
                <a16:creationId xmlns:a16="http://schemas.microsoft.com/office/drawing/2014/main" id="{3687A8B2-9E93-354F-B8D1-B6B918CEA90A}"/>
              </a:ext>
            </a:extLst>
          </p:cNvPr>
          <p:cNvSpPr/>
          <p:nvPr userDrawn="1"/>
        </p:nvSpPr>
        <p:spPr>
          <a:xfrm>
            <a:off x="7820324" y="0"/>
            <a:ext cx="2085676" cy="6858000"/>
          </a:xfrm>
          <a:prstGeom prst="rect">
            <a:avLst/>
          </a:prstGeom>
          <a:solidFill>
            <a:srgbClr val="3B486F"/>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kumimoji="1" lang="ja-JP" altLang="en-US" sz="1800">
              <a:solidFill>
                <a:schemeClr val="accent2"/>
              </a:solidFill>
            </a:endParaRPr>
          </a:p>
        </p:txBody>
      </p:sp>
      <p:pic>
        <p:nvPicPr>
          <p:cNvPr id="7" name="図 6">
            <a:extLst>
              <a:ext uri="{FF2B5EF4-FFF2-40B4-BE49-F238E27FC236}">
                <a16:creationId xmlns:a16="http://schemas.microsoft.com/office/drawing/2014/main" id="{F8B9B30C-B4CC-7748-A83A-F9E76473878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7820324" y="4772324"/>
            <a:ext cx="2085676" cy="2085676"/>
          </a:xfrm>
          <a:prstGeom prst="rect">
            <a:avLst/>
          </a:prstGeom>
        </p:spPr>
      </p:pic>
      <p:sp>
        <p:nvSpPr>
          <p:cNvPr id="29" name="テキスト ボックス 28">
            <a:extLst>
              <a:ext uri="{FF2B5EF4-FFF2-40B4-BE49-F238E27FC236}">
                <a16:creationId xmlns:a16="http://schemas.microsoft.com/office/drawing/2014/main" id="{9CE94EA5-B308-374E-9CB5-E83142A05316}"/>
              </a:ext>
            </a:extLst>
          </p:cNvPr>
          <p:cNvSpPr txBox="1"/>
          <p:nvPr userDrawn="1"/>
        </p:nvSpPr>
        <p:spPr>
          <a:xfrm>
            <a:off x="6211820" y="6623438"/>
            <a:ext cx="1433086" cy="215444"/>
          </a:xfrm>
          <a:prstGeom prst="rect">
            <a:avLst/>
          </a:prstGeom>
          <a:noFill/>
          <a:ln>
            <a:noFill/>
          </a:ln>
        </p:spPr>
        <p:txBody>
          <a:bodyPr wrap="none" lIns="0" rIns="0" rtlCol="0">
            <a:spAutoFit/>
          </a:bodyPr>
          <a:lstStyle/>
          <a:p>
            <a:pPr algn="r"/>
            <a:r>
              <a:rPr kumimoji="0" lang="en-US" altLang="ja-JP" sz="800" dirty="0">
                <a:solidFill>
                  <a:schemeClr val="bg1"/>
                </a:solidFill>
                <a:latin typeface="+mn-lt"/>
                <a:cs typeface="Meiryo UI" pitchFamily="50" charset="-128"/>
              </a:rPr>
              <a:t>© 2022 NTT DATA Corporation</a:t>
            </a:r>
          </a:p>
        </p:txBody>
      </p:sp>
      <p:cxnSp>
        <p:nvCxnSpPr>
          <p:cNvPr id="15" name="直線コネクタ 14">
            <a:extLst>
              <a:ext uri="{FF2B5EF4-FFF2-40B4-BE49-F238E27FC236}">
                <a16:creationId xmlns:a16="http://schemas.microsoft.com/office/drawing/2014/main" id="{B3DBF0BE-6AA5-F745-9FC5-44881C89F49C}"/>
              </a:ext>
            </a:extLst>
          </p:cNvPr>
          <p:cNvCxnSpPr>
            <a:cxnSpLocks/>
          </p:cNvCxnSpPr>
          <p:nvPr userDrawn="1"/>
        </p:nvCxnSpPr>
        <p:spPr>
          <a:xfrm>
            <a:off x="7820324"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4" name="図 3">
            <a:extLst>
              <a:ext uri="{FF2B5EF4-FFF2-40B4-BE49-F238E27FC236}">
                <a16:creationId xmlns:a16="http://schemas.microsoft.com/office/drawing/2014/main" id="{9A14CAF1-A85E-9344-A0FE-8B8C363B83D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cxnSp>
        <p:nvCxnSpPr>
          <p:cNvPr id="16" name="直線コネクタ 15">
            <a:extLst>
              <a:ext uri="{FF2B5EF4-FFF2-40B4-BE49-F238E27FC236}">
                <a16:creationId xmlns:a16="http://schemas.microsoft.com/office/drawing/2014/main" id="{16B41417-B48C-CE43-966E-9152FFAC935E}"/>
              </a:ext>
            </a:extLst>
          </p:cNvPr>
          <p:cNvCxnSpPr>
            <a:cxnSpLocks/>
          </p:cNvCxnSpPr>
          <p:nvPr userDrawn="1"/>
        </p:nvCxnSpPr>
        <p:spPr>
          <a:xfrm>
            <a:off x="9083638"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2" name="テキスト ボックス 11">
            <a:extLst>
              <a:ext uri="{FF2B5EF4-FFF2-40B4-BE49-F238E27FC236}">
                <a16:creationId xmlns:a16="http://schemas.microsoft.com/office/drawing/2014/main" id="{00B52987-9405-2B46-8E23-D359E72DD129}"/>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bg1"/>
                </a:solidFill>
                <a:latin typeface="+mn-lt"/>
              </a:rPr>
              <a:pPr algn="r"/>
              <a:t>‹#›</a:t>
            </a:fld>
            <a:endParaRPr kumimoji="0" lang="en-US" altLang="ja-JP" sz="1100" dirty="0">
              <a:solidFill>
                <a:schemeClr val="bg1"/>
              </a:solidFill>
              <a:latin typeface="+mn-lt"/>
              <a:cs typeface="Meiryo UI" pitchFamily="50" charset="-128"/>
            </a:endParaRPr>
          </a:p>
        </p:txBody>
      </p:sp>
    </p:spTree>
    <p:extLst>
      <p:ext uri="{BB962C8B-B14F-4D97-AF65-F5344CB8AC3E}">
        <p14:creationId xmlns:p14="http://schemas.microsoft.com/office/powerpoint/2010/main" val="2598125596"/>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目次A_写真あり">
    <p:bg>
      <p:bgRef idx="1001">
        <a:schemeClr val="bg1"/>
      </p:bgRef>
    </p:bg>
    <p:spTree>
      <p:nvGrpSpPr>
        <p:cNvPr id="1" name=""/>
        <p:cNvGrpSpPr/>
        <p:nvPr/>
      </p:nvGrpSpPr>
      <p:grpSpPr>
        <a:xfrm>
          <a:off x="0" y="0"/>
          <a:ext cx="0" cy="0"/>
          <a:chOff x="0" y="0"/>
          <a:chExt cx="0" cy="0"/>
        </a:xfrm>
      </p:grpSpPr>
      <p:sp>
        <p:nvSpPr>
          <p:cNvPr id="19" name="タイトル 1">
            <a:extLst>
              <a:ext uri="{FF2B5EF4-FFF2-40B4-BE49-F238E27FC236}">
                <a16:creationId xmlns:a16="http://schemas.microsoft.com/office/drawing/2014/main" id="{264EF314-A64E-3F4C-B03B-CEB36A067F2C}"/>
              </a:ext>
            </a:extLst>
          </p:cNvPr>
          <p:cNvSpPr>
            <a:spLocks noGrp="1"/>
          </p:cNvSpPr>
          <p:nvPr>
            <p:ph type="title" hasCustomPrompt="1"/>
          </p:nvPr>
        </p:nvSpPr>
        <p:spPr>
          <a:xfrm>
            <a:off x="331491" y="164693"/>
            <a:ext cx="7321847" cy="412538"/>
          </a:xfrm>
        </p:spPr>
        <p:txBody>
          <a:bodyPr/>
          <a:lstStyle>
            <a:lvl1pPr>
              <a:defRPr>
                <a:solidFill>
                  <a:schemeClr val="tx1"/>
                </a:solidFill>
              </a:defRPr>
            </a:lvl1pPr>
          </a:lstStyle>
          <a:p>
            <a:r>
              <a:rPr kumimoji="1" lang="ja-JP" altLang="en-US"/>
              <a:t>目次</a:t>
            </a:r>
          </a:p>
        </p:txBody>
      </p:sp>
      <p:sp>
        <p:nvSpPr>
          <p:cNvPr id="20" name="テキスト プレースホルダー 4">
            <a:extLst>
              <a:ext uri="{FF2B5EF4-FFF2-40B4-BE49-F238E27FC236}">
                <a16:creationId xmlns:a16="http://schemas.microsoft.com/office/drawing/2014/main" id="{84FF02D6-BC24-774F-8606-E31273FFA372}"/>
              </a:ext>
            </a:extLst>
          </p:cNvPr>
          <p:cNvSpPr>
            <a:spLocks noGrp="1"/>
          </p:cNvSpPr>
          <p:nvPr>
            <p:ph type="body" sz="quarter" idx="10"/>
          </p:nvPr>
        </p:nvSpPr>
        <p:spPr>
          <a:xfrm>
            <a:off x="331491" y="692150"/>
            <a:ext cx="7321847" cy="5797550"/>
          </a:xfrm>
          <a:prstGeom prst="rect">
            <a:avLst/>
          </a:prstGeom>
        </p:spPr>
        <p:txBody>
          <a:bodyPr/>
          <a:lstStyle>
            <a:lvl1pPr>
              <a:defRPr>
                <a:solidFill>
                  <a:schemeClr val="tx1"/>
                </a:solidFill>
                <a:latin typeface="+mn-ea"/>
                <a:ea typeface="+mn-ea"/>
              </a:defRPr>
            </a:lvl1pPr>
            <a:lvl2pPr>
              <a:defRPr>
                <a:solidFill>
                  <a:schemeClr val="tx1"/>
                </a:solidFill>
                <a:latin typeface="+mn-ea"/>
                <a:ea typeface="+mn-ea"/>
              </a:defRPr>
            </a:lvl2pPr>
            <a:lvl3pPr>
              <a:defRPr>
                <a:solidFill>
                  <a:schemeClr val="tx1"/>
                </a:solidFill>
                <a:latin typeface="+mn-ea"/>
                <a:ea typeface="+mn-ea"/>
              </a:defRPr>
            </a:lvl3pPr>
            <a:lvl4pPr>
              <a:defRPr>
                <a:solidFill>
                  <a:schemeClr val="tx1"/>
                </a:solidFill>
                <a:latin typeface="+mn-ea"/>
                <a:ea typeface="+mn-ea"/>
              </a:defRPr>
            </a:lvl4pPr>
            <a:lvl5pPr>
              <a:defRPr>
                <a:solidFill>
                  <a:schemeClr val="tx1"/>
                </a:solidFill>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pic>
        <p:nvPicPr>
          <p:cNvPr id="9" name="図 8">
            <a:extLst>
              <a:ext uri="{FF2B5EF4-FFF2-40B4-BE49-F238E27FC236}">
                <a16:creationId xmlns:a16="http://schemas.microsoft.com/office/drawing/2014/main" id="{8B9AD09D-7861-AC4C-949E-615556979949}"/>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820025" y="0"/>
            <a:ext cx="2085969" cy="5797550"/>
          </a:xfrm>
          <a:prstGeom prst="rect">
            <a:avLst/>
          </a:prstGeom>
        </p:spPr>
      </p:pic>
      <p:pic>
        <p:nvPicPr>
          <p:cNvPr id="13" name="図 12">
            <a:extLst>
              <a:ext uri="{FF2B5EF4-FFF2-40B4-BE49-F238E27FC236}">
                <a16:creationId xmlns:a16="http://schemas.microsoft.com/office/drawing/2014/main" id="{540C2BEA-F93E-7248-AE16-D510BB0098D7}"/>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7820324" y="4772324"/>
            <a:ext cx="2085676" cy="2085676"/>
          </a:xfrm>
          <a:prstGeom prst="rect">
            <a:avLst/>
          </a:prstGeom>
        </p:spPr>
      </p:pic>
      <p:pic>
        <p:nvPicPr>
          <p:cNvPr id="17" name="図 16">
            <a:extLst>
              <a:ext uri="{FF2B5EF4-FFF2-40B4-BE49-F238E27FC236}">
                <a16:creationId xmlns:a16="http://schemas.microsoft.com/office/drawing/2014/main" id="{AC2E62F0-4FDE-A846-BFDD-7669922816D4}"/>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cxnSp>
        <p:nvCxnSpPr>
          <p:cNvPr id="21" name="直線コネクタ 20">
            <a:extLst>
              <a:ext uri="{FF2B5EF4-FFF2-40B4-BE49-F238E27FC236}">
                <a16:creationId xmlns:a16="http://schemas.microsoft.com/office/drawing/2014/main" id="{5D66D3D4-EF1C-8843-AC5F-3EA89964E73A}"/>
              </a:ext>
            </a:extLst>
          </p:cNvPr>
          <p:cNvCxnSpPr>
            <a:cxnSpLocks/>
          </p:cNvCxnSpPr>
          <p:nvPr userDrawn="1"/>
        </p:nvCxnSpPr>
        <p:spPr>
          <a:xfrm>
            <a:off x="9083638" y="6597650"/>
            <a:ext cx="0" cy="26035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671A9F73-31F2-2249-AD17-1198AE7673DC}"/>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tx1"/>
                </a:solidFill>
                <a:latin typeface="+mn-lt"/>
              </a:rPr>
              <a:pPr algn="r"/>
              <a:t>‹#›</a:t>
            </a:fld>
            <a:endParaRPr kumimoji="0" lang="en-US" altLang="ja-JP" sz="1100" dirty="0">
              <a:solidFill>
                <a:schemeClr val="tx1"/>
              </a:solidFill>
              <a:latin typeface="+mn-lt"/>
              <a:cs typeface="Meiryo UI" pitchFamily="50" charset="-128"/>
            </a:endParaRPr>
          </a:p>
        </p:txBody>
      </p:sp>
    </p:spTree>
    <p:extLst>
      <p:ext uri="{BB962C8B-B14F-4D97-AF65-F5344CB8AC3E}">
        <p14:creationId xmlns:p14="http://schemas.microsoft.com/office/powerpoint/2010/main" val="352395905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目次B_写真あり">
    <p:bg>
      <p:bgRef idx="1001">
        <a:schemeClr val="bg1"/>
      </p:bgRef>
    </p:bg>
    <p:spTree>
      <p:nvGrpSpPr>
        <p:cNvPr id="1" name=""/>
        <p:cNvGrpSpPr/>
        <p:nvPr/>
      </p:nvGrpSpPr>
      <p:grpSpPr>
        <a:xfrm>
          <a:off x="0" y="0"/>
          <a:ext cx="0" cy="0"/>
          <a:chOff x="0" y="0"/>
          <a:chExt cx="0" cy="0"/>
        </a:xfrm>
      </p:grpSpPr>
      <p:sp>
        <p:nvSpPr>
          <p:cNvPr id="19" name="タイトル 1">
            <a:extLst>
              <a:ext uri="{FF2B5EF4-FFF2-40B4-BE49-F238E27FC236}">
                <a16:creationId xmlns:a16="http://schemas.microsoft.com/office/drawing/2014/main" id="{860DBB8D-37BB-544C-930B-578D0CA14258}"/>
              </a:ext>
            </a:extLst>
          </p:cNvPr>
          <p:cNvSpPr>
            <a:spLocks noGrp="1"/>
          </p:cNvSpPr>
          <p:nvPr>
            <p:ph type="title" hasCustomPrompt="1"/>
          </p:nvPr>
        </p:nvSpPr>
        <p:spPr>
          <a:xfrm>
            <a:off x="331491" y="164693"/>
            <a:ext cx="7321847" cy="412538"/>
          </a:xfrm>
        </p:spPr>
        <p:txBody>
          <a:bodyPr/>
          <a:lstStyle>
            <a:lvl1pPr>
              <a:defRPr>
                <a:solidFill>
                  <a:schemeClr val="tx1"/>
                </a:solidFill>
              </a:defRPr>
            </a:lvl1pPr>
          </a:lstStyle>
          <a:p>
            <a:r>
              <a:rPr kumimoji="1" lang="ja-JP" altLang="en-US"/>
              <a:t>目次</a:t>
            </a:r>
          </a:p>
        </p:txBody>
      </p:sp>
      <p:sp>
        <p:nvSpPr>
          <p:cNvPr id="20" name="テキスト プレースホルダー 4">
            <a:extLst>
              <a:ext uri="{FF2B5EF4-FFF2-40B4-BE49-F238E27FC236}">
                <a16:creationId xmlns:a16="http://schemas.microsoft.com/office/drawing/2014/main" id="{D215D7FA-6DB9-8142-8780-45B677F4E7FE}"/>
              </a:ext>
            </a:extLst>
          </p:cNvPr>
          <p:cNvSpPr>
            <a:spLocks noGrp="1"/>
          </p:cNvSpPr>
          <p:nvPr>
            <p:ph type="body" sz="quarter" idx="10"/>
          </p:nvPr>
        </p:nvSpPr>
        <p:spPr>
          <a:xfrm>
            <a:off x="331491" y="692150"/>
            <a:ext cx="7321847" cy="5797550"/>
          </a:xfrm>
          <a:prstGeom prst="rect">
            <a:avLst/>
          </a:prstGeom>
        </p:spPr>
        <p:txBody>
          <a:bodyPr/>
          <a:lstStyle>
            <a:lvl1pPr>
              <a:defRPr>
                <a:solidFill>
                  <a:schemeClr val="tx1"/>
                </a:solidFill>
                <a:latin typeface="+mn-ea"/>
                <a:ea typeface="+mn-ea"/>
              </a:defRPr>
            </a:lvl1pPr>
            <a:lvl2pPr>
              <a:defRPr>
                <a:solidFill>
                  <a:schemeClr val="tx1"/>
                </a:solidFill>
                <a:latin typeface="+mn-ea"/>
                <a:ea typeface="+mn-ea"/>
              </a:defRPr>
            </a:lvl2pPr>
            <a:lvl3pPr>
              <a:defRPr>
                <a:solidFill>
                  <a:schemeClr val="tx1"/>
                </a:solidFill>
                <a:latin typeface="+mn-ea"/>
                <a:ea typeface="+mn-ea"/>
              </a:defRPr>
            </a:lvl3pPr>
            <a:lvl4pPr>
              <a:defRPr>
                <a:solidFill>
                  <a:schemeClr val="tx1"/>
                </a:solidFill>
                <a:latin typeface="+mn-ea"/>
                <a:ea typeface="+mn-ea"/>
              </a:defRPr>
            </a:lvl4pPr>
            <a:lvl5pPr>
              <a:defRPr>
                <a:solidFill>
                  <a:schemeClr val="tx1"/>
                </a:solidFill>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pic>
        <p:nvPicPr>
          <p:cNvPr id="14" name="図 13">
            <a:extLst>
              <a:ext uri="{FF2B5EF4-FFF2-40B4-BE49-F238E27FC236}">
                <a16:creationId xmlns:a16="http://schemas.microsoft.com/office/drawing/2014/main" id="{F4A40320-50A1-5E45-8BB4-741BF472A5DA}"/>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820025" y="0"/>
            <a:ext cx="2085969" cy="5797550"/>
          </a:xfrm>
          <a:prstGeom prst="rect">
            <a:avLst/>
          </a:prstGeom>
        </p:spPr>
      </p:pic>
      <p:pic>
        <p:nvPicPr>
          <p:cNvPr id="17" name="図 16">
            <a:extLst>
              <a:ext uri="{FF2B5EF4-FFF2-40B4-BE49-F238E27FC236}">
                <a16:creationId xmlns:a16="http://schemas.microsoft.com/office/drawing/2014/main" id="{356A0188-3C32-2D4F-A9EF-018E539E4FE4}"/>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7820324" y="4772324"/>
            <a:ext cx="2085676" cy="2085676"/>
          </a:xfrm>
          <a:prstGeom prst="rect">
            <a:avLst/>
          </a:prstGeom>
        </p:spPr>
      </p:pic>
      <p:pic>
        <p:nvPicPr>
          <p:cNvPr id="18" name="図 17">
            <a:extLst>
              <a:ext uri="{FF2B5EF4-FFF2-40B4-BE49-F238E27FC236}">
                <a16:creationId xmlns:a16="http://schemas.microsoft.com/office/drawing/2014/main" id="{93A5D981-D08E-E646-B3AB-9AEBF1409AF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cxnSp>
        <p:nvCxnSpPr>
          <p:cNvPr id="21" name="直線コネクタ 20">
            <a:extLst>
              <a:ext uri="{FF2B5EF4-FFF2-40B4-BE49-F238E27FC236}">
                <a16:creationId xmlns:a16="http://schemas.microsoft.com/office/drawing/2014/main" id="{7C34CA1B-8A8E-9C4E-A78F-3C2DDB5E8308}"/>
              </a:ext>
            </a:extLst>
          </p:cNvPr>
          <p:cNvCxnSpPr>
            <a:cxnSpLocks/>
          </p:cNvCxnSpPr>
          <p:nvPr userDrawn="1"/>
        </p:nvCxnSpPr>
        <p:spPr>
          <a:xfrm>
            <a:off x="9083638"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A4D4052D-347D-9F4A-B6E6-80BF39D7D634}"/>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bg1"/>
                </a:solidFill>
                <a:latin typeface="+mn-lt"/>
              </a:rPr>
              <a:pPr algn="r"/>
              <a:t>‹#›</a:t>
            </a:fld>
            <a:endParaRPr kumimoji="0" lang="en-US" altLang="ja-JP" sz="1100" dirty="0">
              <a:solidFill>
                <a:schemeClr val="bg1"/>
              </a:solidFill>
              <a:latin typeface="+mn-lt"/>
              <a:cs typeface="Meiryo UI" pitchFamily="50" charset="-128"/>
            </a:endParaRPr>
          </a:p>
        </p:txBody>
      </p:sp>
    </p:spTree>
    <p:extLst>
      <p:ext uri="{BB962C8B-B14F-4D97-AF65-F5344CB8AC3E}">
        <p14:creationId xmlns:p14="http://schemas.microsoft.com/office/powerpoint/2010/main" val="23432444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次C_写真あり">
    <p:bg>
      <p:bgPr>
        <a:solidFill>
          <a:schemeClr val="accent2"/>
        </a:solidFill>
        <a:effectLst/>
      </p:bgPr>
    </p:bg>
    <p:spTree>
      <p:nvGrpSpPr>
        <p:cNvPr id="1" name=""/>
        <p:cNvGrpSpPr/>
        <p:nvPr/>
      </p:nvGrpSpPr>
      <p:grpSpPr>
        <a:xfrm>
          <a:off x="0" y="0"/>
          <a:ext cx="0" cy="0"/>
          <a:chOff x="0" y="0"/>
          <a:chExt cx="0" cy="0"/>
        </a:xfrm>
      </p:grpSpPr>
      <p:sp>
        <p:nvSpPr>
          <p:cNvPr id="23" name="タイトル 1">
            <a:extLst>
              <a:ext uri="{FF2B5EF4-FFF2-40B4-BE49-F238E27FC236}">
                <a16:creationId xmlns:a16="http://schemas.microsoft.com/office/drawing/2014/main" id="{ADF530A1-940A-084C-A3F1-73ACF672CFD3}"/>
              </a:ext>
            </a:extLst>
          </p:cNvPr>
          <p:cNvSpPr>
            <a:spLocks noGrp="1"/>
          </p:cNvSpPr>
          <p:nvPr>
            <p:ph type="title" hasCustomPrompt="1"/>
          </p:nvPr>
        </p:nvSpPr>
        <p:spPr>
          <a:xfrm>
            <a:off x="331491" y="164693"/>
            <a:ext cx="7321847" cy="412538"/>
          </a:xfrm>
        </p:spPr>
        <p:txBody>
          <a:bodyPr/>
          <a:lstStyle>
            <a:lvl1pPr>
              <a:defRPr>
                <a:solidFill>
                  <a:schemeClr val="bg1"/>
                </a:solidFill>
              </a:defRPr>
            </a:lvl1pPr>
          </a:lstStyle>
          <a:p>
            <a:r>
              <a:rPr kumimoji="1" lang="ja-JP" altLang="en-US"/>
              <a:t>目次</a:t>
            </a:r>
          </a:p>
        </p:txBody>
      </p:sp>
      <p:sp>
        <p:nvSpPr>
          <p:cNvPr id="24" name="テキスト プレースホルダー 4">
            <a:extLst>
              <a:ext uri="{FF2B5EF4-FFF2-40B4-BE49-F238E27FC236}">
                <a16:creationId xmlns:a16="http://schemas.microsoft.com/office/drawing/2014/main" id="{FBF7112F-10B1-C64A-A941-0D666CB3AE73}"/>
              </a:ext>
            </a:extLst>
          </p:cNvPr>
          <p:cNvSpPr>
            <a:spLocks noGrp="1"/>
          </p:cNvSpPr>
          <p:nvPr>
            <p:ph type="body" sz="quarter" idx="10"/>
          </p:nvPr>
        </p:nvSpPr>
        <p:spPr>
          <a:xfrm>
            <a:off x="331491" y="692150"/>
            <a:ext cx="7321847" cy="5797550"/>
          </a:xfrm>
          <a:prstGeom prst="rect">
            <a:avLst/>
          </a:prstGeom>
        </p:spPr>
        <p:txBody>
          <a:bodyPr/>
          <a:lstStyle>
            <a:lvl1pPr>
              <a:defRPr>
                <a:solidFill>
                  <a:schemeClr val="bg1"/>
                </a:solidFill>
                <a:latin typeface="+mn-ea"/>
                <a:ea typeface="+mn-ea"/>
              </a:defRPr>
            </a:lvl1pPr>
            <a:lvl2pPr>
              <a:defRPr>
                <a:solidFill>
                  <a:schemeClr val="bg1"/>
                </a:solidFill>
                <a:latin typeface="+mn-ea"/>
                <a:ea typeface="+mn-ea"/>
              </a:defRPr>
            </a:lvl2pPr>
            <a:lvl3pPr>
              <a:defRPr>
                <a:solidFill>
                  <a:schemeClr val="bg1"/>
                </a:solidFill>
                <a:latin typeface="+mn-ea"/>
                <a:ea typeface="+mn-ea"/>
              </a:defRPr>
            </a:lvl3pPr>
            <a:lvl4pPr>
              <a:defRPr>
                <a:solidFill>
                  <a:schemeClr val="bg1"/>
                </a:solidFill>
                <a:latin typeface="+mn-ea"/>
                <a:ea typeface="+mn-ea"/>
              </a:defRPr>
            </a:lvl4pPr>
            <a:lvl5pPr>
              <a:defRPr>
                <a:solidFill>
                  <a:schemeClr val="bg1"/>
                </a:solidFill>
                <a:latin typeface="+mn-ea"/>
                <a:ea typeface="+mn-ea"/>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pic>
        <p:nvPicPr>
          <p:cNvPr id="3" name="図 2">
            <a:extLst>
              <a:ext uri="{FF2B5EF4-FFF2-40B4-BE49-F238E27FC236}">
                <a16:creationId xmlns:a16="http://schemas.microsoft.com/office/drawing/2014/main" id="{00377209-93BD-5040-90B5-0FDC7696F5E5}"/>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a:stretch/>
        </p:blipFill>
        <p:spPr>
          <a:xfrm>
            <a:off x="7820025" y="0"/>
            <a:ext cx="2085969" cy="5797550"/>
          </a:xfrm>
          <a:prstGeom prst="rect">
            <a:avLst/>
          </a:prstGeom>
        </p:spPr>
      </p:pic>
      <p:pic>
        <p:nvPicPr>
          <p:cNvPr id="20" name="図 19">
            <a:extLst>
              <a:ext uri="{FF2B5EF4-FFF2-40B4-BE49-F238E27FC236}">
                <a16:creationId xmlns:a16="http://schemas.microsoft.com/office/drawing/2014/main" id="{F9F5F86A-EFD6-6B44-A0DC-6C3EDE420C2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820324" y="4772324"/>
            <a:ext cx="2085676" cy="2085676"/>
          </a:xfrm>
          <a:prstGeom prst="rect">
            <a:avLst/>
          </a:prstGeom>
        </p:spPr>
      </p:pic>
      <p:sp>
        <p:nvSpPr>
          <p:cNvPr id="25" name="テキスト ボックス 24">
            <a:extLst>
              <a:ext uri="{FF2B5EF4-FFF2-40B4-BE49-F238E27FC236}">
                <a16:creationId xmlns:a16="http://schemas.microsoft.com/office/drawing/2014/main" id="{BCB35534-B5E4-414B-BFAF-18C4E6EEF077}"/>
              </a:ext>
            </a:extLst>
          </p:cNvPr>
          <p:cNvSpPr txBox="1"/>
          <p:nvPr userDrawn="1"/>
        </p:nvSpPr>
        <p:spPr>
          <a:xfrm>
            <a:off x="6211820" y="6623438"/>
            <a:ext cx="1433086" cy="215444"/>
          </a:xfrm>
          <a:prstGeom prst="rect">
            <a:avLst/>
          </a:prstGeom>
          <a:noFill/>
          <a:ln>
            <a:noFill/>
          </a:ln>
        </p:spPr>
        <p:txBody>
          <a:bodyPr wrap="none" lIns="0" rIns="0" rtlCol="0">
            <a:spAutoFit/>
          </a:bodyPr>
          <a:lstStyle/>
          <a:p>
            <a:pPr algn="r"/>
            <a:r>
              <a:rPr kumimoji="0" lang="en-US" altLang="ja-JP" sz="800" dirty="0">
                <a:solidFill>
                  <a:schemeClr val="bg1"/>
                </a:solidFill>
                <a:latin typeface="+mn-lt"/>
                <a:cs typeface="Meiryo UI" pitchFamily="50" charset="-128"/>
              </a:rPr>
              <a:t>© 2022 NTT DATA Corporation</a:t>
            </a:r>
          </a:p>
        </p:txBody>
      </p:sp>
      <p:cxnSp>
        <p:nvCxnSpPr>
          <p:cNvPr id="26" name="直線コネクタ 25">
            <a:extLst>
              <a:ext uri="{FF2B5EF4-FFF2-40B4-BE49-F238E27FC236}">
                <a16:creationId xmlns:a16="http://schemas.microsoft.com/office/drawing/2014/main" id="{05CA2898-8D53-C04F-81C0-162C913057B6}"/>
              </a:ext>
            </a:extLst>
          </p:cNvPr>
          <p:cNvCxnSpPr>
            <a:cxnSpLocks/>
          </p:cNvCxnSpPr>
          <p:nvPr userDrawn="1"/>
        </p:nvCxnSpPr>
        <p:spPr>
          <a:xfrm>
            <a:off x="7820324"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22" name="図 21">
            <a:extLst>
              <a:ext uri="{FF2B5EF4-FFF2-40B4-BE49-F238E27FC236}">
                <a16:creationId xmlns:a16="http://schemas.microsoft.com/office/drawing/2014/main" id="{CBBC4FBF-816A-D348-91E5-46F1CEC3FDD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cxnSp>
        <p:nvCxnSpPr>
          <p:cNvPr id="27" name="直線コネクタ 26">
            <a:extLst>
              <a:ext uri="{FF2B5EF4-FFF2-40B4-BE49-F238E27FC236}">
                <a16:creationId xmlns:a16="http://schemas.microsoft.com/office/drawing/2014/main" id="{7DA41307-8633-3741-A5DE-CEE78A9FC518}"/>
              </a:ext>
            </a:extLst>
          </p:cNvPr>
          <p:cNvCxnSpPr>
            <a:cxnSpLocks/>
          </p:cNvCxnSpPr>
          <p:nvPr userDrawn="1"/>
        </p:nvCxnSpPr>
        <p:spPr>
          <a:xfrm>
            <a:off x="9083638"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8" name="テキスト ボックス 27">
            <a:extLst>
              <a:ext uri="{FF2B5EF4-FFF2-40B4-BE49-F238E27FC236}">
                <a16:creationId xmlns:a16="http://schemas.microsoft.com/office/drawing/2014/main" id="{DFF85D3A-88A5-F441-8134-7A9761ADAC67}"/>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bg1"/>
                </a:solidFill>
                <a:latin typeface="+mn-lt"/>
              </a:rPr>
              <a:pPr algn="r"/>
              <a:t>‹#›</a:t>
            </a:fld>
            <a:endParaRPr kumimoji="0" lang="en-US" altLang="ja-JP" sz="1100" dirty="0">
              <a:solidFill>
                <a:schemeClr val="bg1"/>
              </a:solidFill>
              <a:latin typeface="+mn-lt"/>
              <a:cs typeface="Meiryo UI" pitchFamily="50" charset="-128"/>
            </a:endParaRPr>
          </a:p>
        </p:txBody>
      </p:sp>
    </p:spTree>
    <p:extLst>
      <p:ext uri="{BB962C8B-B14F-4D97-AF65-F5344CB8AC3E}">
        <p14:creationId xmlns:p14="http://schemas.microsoft.com/office/powerpoint/2010/main" val="221699393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中扉A">
    <p:bg>
      <p:bgPr>
        <a:solidFill>
          <a:schemeClr val="accent2"/>
        </a:solidFill>
        <a:effectLst/>
      </p:bgPr>
    </p:bg>
    <p:spTree>
      <p:nvGrpSpPr>
        <p:cNvPr id="1" name=""/>
        <p:cNvGrpSpPr/>
        <p:nvPr/>
      </p:nvGrpSpPr>
      <p:grpSpPr>
        <a:xfrm>
          <a:off x="0" y="0"/>
          <a:ext cx="0" cy="0"/>
          <a:chOff x="0" y="0"/>
          <a:chExt cx="0" cy="0"/>
        </a:xfrm>
      </p:grpSpPr>
      <p:sp>
        <p:nvSpPr>
          <p:cNvPr id="40" name="タイトル 3">
            <a:extLst>
              <a:ext uri="{FF2B5EF4-FFF2-40B4-BE49-F238E27FC236}">
                <a16:creationId xmlns:a16="http://schemas.microsoft.com/office/drawing/2014/main" id="{D06ABA6E-61F1-0D46-B98A-72EA24EB2996}"/>
              </a:ext>
            </a:extLst>
          </p:cNvPr>
          <p:cNvSpPr>
            <a:spLocks noGrp="1"/>
          </p:cNvSpPr>
          <p:nvPr>
            <p:ph type="title" hasCustomPrompt="1"/>
          </p:nvPr>
        </p:nvSpPr>
        <p:spPr>
          <a:xfrm>
            <a:off x="340550" y="1801775"/>
            <a:ext cx="4475757" cy="1374815"/>
          </a:xfrm>
        </p:spPr>
        <p:txBody>
          <a:bodyPr/>
          <a:lstStyle>
            <a:lvl1pPr>
              <a:defRPr>
                <a:solidFill>
                  <a:schemeClr val="bg1"/>
                </a:solidFill>
              </a:defRPr>
            </a:lvl1pPr>
          </a:lstStyle>
          <a:p>
            <a:r>
              <a:rPr kumimoji="1" lang="en-US" altLang="ja-JP" dirty="0"/>
              <a:t>01</a:t>
            </a:r>
            <a:endParaRPr kumimoji="1" lang="ja-JP" altLang="en-US"/>
          </a:p>
        </p:txBody>
      </p:sp>
      <p:sp>
        <p:nvSpPr>
          <p:cNvPr id="18" name="テキスト プレースホルダー 2">
            <a:extLst>
              <a:ext uri="{FF2B5EF4-FFF2-40B4-BE49-F238E27FC236}">
                <a16:creationId xmlns:a16="http://schemas.microsoft.com/office/drawing/2014/main" id="{FBD21E90-D61C-664D-A07C-16FB5CAB19BE}"/>
              </a:ext>
            </a:extLst>
          </p:cNvPr>
          <p:cNvSpPr>
            <a:spLocks noGrp="1"/>
          </p:cNvSpPr>
          <p:nvPr>
            <p:ph type="body" sz="quarter" idx="11" hasCustomPrompt="1"/>
          </p:nvPr>
        </p:nvSpPr>
        <p:spPr>
          <a:xfrm>
            <a:off x="331491" y="3429002"/>
            <a:ext cx="8185447" cy="2460171"/>
          </a:xfrm>
        </p:spPr>
        <p:txBody>
          <a:bodyPr/>
          <a:lstStyle>
            <a:lvl1pPr marL="0" indent="0">
              <a:buNone/>
              <a:defRPr>
                <a:solidFill>
                  <a:schemeClr val="bg1"/>
                </a:solidFill>
              </a:defRPr>
            </a:lvl1pPr>
          </a:lstStyle>
          <a:p>
            <a:pPr lvl="0"/>
            <a:r>
              <a:rPr kumimoji="1" lang="ja-JP" altLang="en-US"/>
              <a:t>中扉タイトル</a:t>
            </a:r>
          </a:p>
        </p:txBody>
      </p:sp>
      <p:pic>
        <p:nvPicPr>
          <p:cNvPr id="17" name="図 16">
            <a:extLst>
              <a:ext uri="{FF2B5EF4-FFF2-40B4-BE49-F238E27FC236}">
                <a16:creationId xmlns:a16="http://schemas.microsoft.com/office/drawing/2014/main" id="{E5EE7E5D-FF48-9946-85FE-56942DF2422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500" y="0"/>
            <a:ext cx="8318500" cy="6858000"/>
          </a:xfrm>
          <a:prstGeom prst="rect">
            <a:avLst/>
          </a:prstGeom>
        </p:spPr>
      </p:pic>
      <p:sp>
        <p:nvSpPr>
          <p:cNvPr id="13" name="テキスト ボックス 12">
            <a:extLst>
              <a:ext uri="{FF2B5EF4-FFF2-40B4-BE49-F238E27FC236}">
                <a16:creationId xmlns:a16="http://schemas.microsoft.com/office/drawing/2014/main" id="{A6D54925-3F26-2940-865D-4E585AEBEB80}"/>
              </a:ext>
            </a:extLst>
          </p:cNvPr>
          <p:cNvSpPr txBox="1"/>
          <p:nvPr userDrawn="1"/>
        </p:nvSpPr>
        <p:spPr>
          <a:xfrm>
            <a:off x="6211820" y="6623438"/>
            <a:ext cx="1433086" cy="215444"/>
          </a:xfrm>
          <a:prstGeom prst="rect">
            <a:avLst/>
          </a:prstGeom>
          <a:noFill/>
          <a:ln>
            <a:noFill/>
          </a:ln>
        </p:spPr>
        <p:txBody>
          <a:bodyPr wrap="none" lIns="0" rIns="0" rtlCol="0">
            <a:spAutoFit/>
          </a:bodyPr>
          <a:lstStyle/>
          <a:p>
            <a:pPr algn="r"/>
            <a:r>
              <a:rPr kumimoji="0" lang="en-US" altLang="ja-JP" sz="800" dirty="0">
                <a:solidFill>
                  <a:schemeClr val="bg1"/>
                </a:solidFill>
                <a:latin typeface="+mn-lt"/>
                <a:cs typeface="Meiryo UI" pitchFamily="50" charset="-128"/>
              </a:rPr>
              <a:t>© 2022 NTT DATA Corporation</a:t>
            </a:r>
          </a:p>
        </p:txBody>
      </p:sp>
      <p:cxnSp>
        <p:nvCxnSpPr>
          <p:cNvPr id="14" name="直線コネクタ 13">
            <a:extLst>
              <a:ext uri="{FF2B5EF4-FFF2-40B4-BE49-F238E27FC236}">
                <a16:creationId xmlns:a16="http://schemas.microsoft.com/office/drawing/2014/main" id="{76CC1A0B-C4A3-4248-B4CF-B6113BE11155}"/>
              </a:ext>
            </a:extLst>
          </p:cNvPr>
          <p:cNvCxnSpPr>
            <a:cxnSpLocks/>
          </p:cNvCxnSpPr>
          <p:nvPr userDrawn="1"/>
        </p:nvCxnSpPr>
        <p:spPr>
          <a:xfrm>
            <a:off x="7820324"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2" name="図 11">
            <a:extLst>
              <a:ext uri="{FF2B5EF4-FFF2-40B4-BE49-F238E27FC236}">
                <a16:creationId xmlns:a16="http://schemas.microsoft.com/office/drawing/2014/main" id="{98661BEC-251E-8B49-8B84-50AD218D285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cxnSp>
        <p:nvCxnSpPr>
          <p:cNvPr id="15" name="直線コネクタ 14">
            <a:extLst>
              <a:ext uri="{FF2B5EF4-FFF2-40B4-BE49-F238E27FC236}">
                <a16:creationId xmlns:a16="http://schemas.microsoft.com/office/drawing/2014/main" id="{55F7604E-B711-9544-B2A8-54BBBD1ED424}"/>
              </a:ext>
            </a:extLst>
          </p:cNvPr>
          <p:cNvCxnSpPr>
            <a:cxnSpLocks/>
          </p:cNvCxnSpPr>
          <p:nvPr userDrawn="1"/>
        </p:nvCxnSpPr>
        <p:spPr>
          <a:xfrm>
            <a:off x="9083638"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6" name="テキスト ボックス 15">
            <a:extLst>
              <a:ext uri="{FF2B5EF4-FFF2-40B4-BE49-F238E27FC236}">
                <a16:creationId xmlns:a16="http://schemas.microsoft.com/office/drawing/2014/main" id="{64B878C2-A842-6543-A0D7-CF1D12AA1D3F}"/>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bg1"/>
                </a:solidFill>
                <a:latin typeface="+mn-lt"/>
              </a:rPr>
              <a:pPr algn="r"/>
              <a:t>‹#›</a:t>
            </a:fld>
            <a:endParaRPr kumimoji="0" lang="en-US" altLang="ja-JP" sz="1100" dirty="0">
              <a:solidFill>
                <a:schemeClr val="bg1"/>
              </a:solidFill>
              <a:latin typeface="+mn-lt"/>
              <a:cs typeface="Meiryo UI" pitchFamily="50" charset="-128"/>
            </a:endParaRPr>
          </a:p>
        </p:txBody>
      </p:sp>
    </p:spTree>
    <p:extLst>
      <p:ext uri="{BB962C8B-B14F-4D97-AF65-F5344CB8AC3E}">
        <p14:creationId xmlns:p14="http://schemas.microsoft.com/office/powerpoint/2010/main" val="2677899358"/>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中扉B">
    <p:bg>
      <p:bgPr>
        <a:solidFill>
          <a:schemeClr val="accent1"/>
        </a:solid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DE8AA8-AC88-DE43-9C76-053127EAD250}"/>
              </a:ext>
            </a:extLst>
          </p:cNvPr>
          <p:cNvSpPr>
            <a:spLocks noGrp="1"/>
          </p:cNvSpPr>
          <p:nvPr>
            <p:ph type="title" hasCustomPrompt="1"/>
          </p:nvPr>
        </p:nvSpPr>
        <p:spPr>
          <a:xfrm>
            <a:off x="340549" y="1801775"/>
            <a:ext cx="4466401" cy="1374815"/>
          </a:xfrm>
        </p:spPr>
        <p:txBody>
          <a:bodyPr/>
          <a:lstStyle/>
          <a:p>
            <a:r>
              <a:rPr kumimoji="1" lang="en-US" altLang="ja-JP"/>
              <a:t>01</a:t>
            </a:r>
            <a:endParaRPr kumimoji="1" lang="ja-JP" altLang="en-US"/>
          </a:p>
        </p:txBody>
      </p:sp>
      <p:sp>
        <p:nvSpPr>
          <p:cNvPr id="8" name="テキスト プレースホルダー 2">
            <a:extLst>
              <a:ext uri="{FF2B5EF4-FFF2-40B4-BE49-F238E27FC236}">
                <a16:creationId xmlns:a16="http://schemas.microsoft.com/office/drawing/2014/main" id="{8725E56A-54BF-4142-B769-9F5FA6E05FDE}"/>
              </a:ext>
            </a:extLst>
          </p:cNvPr>
          <p:cNvSpPr>
            <a:spLocks noGrp="1"/>
          </p:cNvSpPr>
          <p:nvPr>
            <p:ph type="body" sz="quarter" idx="11" hasCustomPrompt="1"/>
          </p:nvPr>
        </p:nvSpPr>
        <p:spPr>
          <a:xfrm>
            <a:off x="331491" y="3429002"/>
            <a:ext cx="8185447" cy="2460171"/>
          </a:xfrm>
        </p:spPr>
        <p:txBody>
          <a:bodyPr/>
          <a:lstStyle>
            <a:lvl1pPr marL="0" indent="0">
              <a:buNone/>
              <a:defRPr/>
            </a:lvl1pPr>
          </a:lstStyle>
          <a:p>
            <a:pPr lvl="0"/>
            <a:r>
              <a:rPr kumimoji="1" lang="ja-JP" altLang="en-US"/>
              <a:t>中扉タイトル</a:t>
            </a:r>
          </a:p>
        </p:txBody>
      </p:sp>
      <p:pic>
        <p:nvPicPr>
          <p:cNvPr id="5" name="図 4">
            <a:extLst>
              <a:ext uri="{FF2B5EF4-FFF2-40B4-BE49-F238E27FC236}">
                <a16:creationId xmlns:a16="http://schemas.microsoft.com/office/drawing/2014/main" id="{73E2DB3A-ACF5-B24D-9522-EB6CFC1F5D38}"/>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500" y="0"/>
            <a:ext cx="8318500" cy="6858000"/>
          </a:xfrm>
          <a:prstGeom prst="rect">
            <a:avLst/>
          </a:prstGeom>
        </p:spPr>
      </p:pic>
      <p:pic>
        <p:nvPicPr>
          <p:cNvPr id="7" name="図 6">
            <a:extLst>
              <a:ext uri="{FF2B5EF4-FFF2-40B4-BE49-F238E27FC236}">
                <a16:creationId xmlns:a16="http://schemas.microsoft.com/office/drawing/2014/main" id="{A53CD543-A2EC-4C40-8EE3-13DA8F6767D8}"/>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spTree>
    <p:extLst>
      <p:ext uri="{BB962C8B-B14F-4D97-AF65-F5344CB8AC3E}">
        <p14:creationId xmlns:p14="http://schemas.microsoft.com/office/powerpoint/2010/main" val="3259182541"/>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中扉C">
    <p:bg>
      <p:bgPr>
        <a:solidFill>
          <a:schemeClr val="tx2"/>
        </a:solidFill>
        <a:effectLst/>
      </p:bgPr>
    </p:bg>
    <p:spTree>
      <p:nvGrpSpPr>
        <p:cNvPr id="1" name=""/>
        <p:cNvGrpSpPr/>
        <p:nvPr/>
      </p:nvGrpSpPr>
      <p:grpSpPr>
        <a:xfrm>
          <a:off x="0" y="0"/>
          <a:ext cx="0" cy="0"/>
          <a:chOff x="0" y="0"/>
          <a:chExt cx="0" cy="0"/>
        </a:xfrm>
      </p:grpSpPr>
      <p:sp>
        <p:nvSpPr>
          <p:cNvPr id="11" name="タイトル 1">
            <a:extLst>
              <a:ext uri="{FF2B5EF4-FFF2-40B4-BE49-F238E27FC236}">
                <a16:creationId xmlns:a16="http://schemas.microsoft.com/office/drawing/2014/main" id="{8501C116-C1BA-8D4F-AC9F-FBC22C0901E8}"/>
              </a:ext>
            </a:extLst>
          </p:cNvPr>
          <p:cNvSpPr>
            <a:spLocks noGrp="1"/>
          </p:cNvSpPr>
          <p:nvPr>
            <p:ph type="title" hasCustomPrompt="1"/>
          </p:nvPr>
        </p:nvSpPr>
        <p:spPr>
          <a:xfrm>
            <a:off x="340549" y="1801775"/>
            <a:ext cx="4466401" cy="1374815"/>
          </a:xfrm>
        </p:spPr>
        <p:txBody>
          <a:bodyPr/>
          <a:lstStyle/>
          <a:p>
            <a:r>
              <a:rPr kumimoji="1" lang="en-US" altLang="ja-JP"/>
              <a:t>01</a:t>
            </a:r>
            <a:endParaRPr kumimoji="1" lang="ja-JP" altLang="en-US"/>
          </a:p>
        </p:txBody>
      </p:sp>
      <p:sp>
        <p:nvSpPr>
          <p:cNvPr id="10" name="テキスト プレースホルダー 2">
            <a:extLst>
              <a:ext uri="{FF2B5EF4-FFF2-40B4-BE49-F238E27FC236}">
                <a16:creationId xmlns:a16="http://schemas.microsoft.com/office/drawing/2014/main" id="{C7607A4E-C8AC-7A47-BB25-513F9B5EC2F1}"/>
              </a:ext>
            </a:extLst>
          </p:cNvPr>
          <p:cNvSpPr>
            <a:spLocks noGrp="1"/>
          </p:cNvSpPr>
          <p:nvPr>
            <p:ph type="body" sz="quarter" idx="11" hasCustomPrompt="1"/>
          </p:nvPr>
        </p:nvSpPr>
        <p:spPr>
          <a:xfrm>
            <a:off x="331491" y="3429002"/>
            <a:ext cx="8185447" cy="2460171"/>
          </a:xfrm>
        </p:spPr>
        <p:txBody>
          <a:bodyPr/>
          <a:lstStyle>
            <a:lvl1pPr marL="0" indent="0">
              <a:buNone/>
              <a:defRPr/>
            </a:lvl1pPr>
          </a:lstStyle>
          <a:p>
            <a:pPr lvl="0"/>
            <a:r>
              <a:rPr kumimoji="1" lang="ja-JP" altLang="en-US"/>
              <a:t>中扉タイトル</a:t>
            </a:r>
          </a:p>
        </p:txBody>
      </p:sp>
      <p:pic>
        <p:nvPicPr>
          <p:cNvPr id="18" name="図 17">
            <a:extLst>
              <a:ext uri="{FF2B5EF4-FFF2-40B4-BE49-F238E27FC236}">
                <a16:creationId xmlns:a16="http://schemas.microsoft.com/office/drawing/2014/main" id="{3E568988-3791-0B4F-9A55-6E917AFF244D}"/>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500" y="0"/>
            <a:ext cx="8318500" cy="6858000"/>
          </a:xfrm>
          <a:prstGeom prst="rect">
            <a:avLst/>
          </a:prstGeom>
        </p:spPr>
      </p:pic>
      <p:pic>
        <p:nvPicPr>
          <p:cNvPr id="13" name="図 12">
            <a:extLst>
              <a:ext uri="{FF2B5EF4-FFF2-40B4-BE49-F238E27FC236}">
                <a16:creationId xmlns:a16="http://schemas.microsoft.com/office/drawing/2014/main" id="{456735C5-23DF-EE42-B413-655CF910577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spTree>
    <p:extLst>
      <p:ext uri="{BB962C8B-B14F-4D97-AF65-F5344CB8AC3E}">
        <p14:creationId xmlns:p14="http://schemas.microsoft.com/office/powerpoint/2010/main" val="777155619"/>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中扉D">
    <p:bg>
      <p:bgPr>
        <a:solidFill>
          <a:schemeClr val="accent3"/>
        </a:solidFill>
        <a:effectLst/>
      </p:bgPr>
    </p:bg>
    <p:spTree>
      <p:nvGrpSpPr>
        <p:cNvPr id="1" name=""/>
        <p:cNvGrpSpPr/>
        <p:nvPr/>
      </p:nvGrpSpPr>
      <p:grpSpPr>
        <a:xfrm>
          <a:off x="0" y="0"/>
          <a:ext cx="0" cy="0"/>
          <a:chOff x="0" y="0"/>
          <a:chExt cx="0" cy="0"/>
        </a:xfrm>
      </p:grpSpPr>
      <p:sp>
        <p:nvSpPr>
          <p:cNvPr id="7" name="タイトル 1">
            <a:extLst>
              <a:ext uri="{FF2B5EF4-FFF2-40B4-BE49-F238E27FC236}">
                <a16:creationId xmlns:a16="http://schemas.microsoft.com/office/drawing/2014/main" id="{9AD2935B-DBA7-8144-9755-03BE42EFFCF6}"/>
              </a:ext>
            </a:extLst>
          </p:cNvPr>
          <p:cNvSpPr>
            <a:spLocks noGrp="1"/>
          </p:cNvSpPr>
          <p:nvPr>
            <p:ph type="title" hasCustomPrompt="1"/>
          </p:nvPr>
        </p:nvSpPr>
        <p:spPr>
          <a:xfrm>
            <a:off x="340549" y="1801775"/>
            <a:ext cx="4466401" cy="1374815"/>
          </a:xfrm>
        </p:spPr>
        <p:txBody>
          <a:bodyPr/>
          <a:lstStyle/>
          <a:p>
            <a:r>
              <a:rPr kumimoji="1" lang="en-US" altLang="ja-JP"/>
              <a:t>01</a:t>
            </a:r>
            <a:endParaRPr kumimoji="1" lang="ja-JP" altLang="en-US"/>
          </a:p>
        </p:txBody>
      </p:sp>
      <p:sp>
        <p:nvSpPr>
          <p:cNvPr id="6" name="テキスト プレースホルダー 2">
            <a:extLst>
              <a:ext uri="{FF2B5EF4-FFF2-40B4-BE49-F238E27FC236}">
                <a16:creationId xmlns:a16="http://schemas.microsoft.com/office/drawing/2014/main" id="{F4077FE2-3CF4-2547-AB1C-F9F9F49775E4}"/>
              </a:ext>
            </a:extLst>
          </p:cNvPr>
          <p:cNvSpPr>
            <a:spLocks noGrp="1"/>
          </p:cNvSpPr>
          <p:nvPr>
            <p:ph type="body" sz="quarter" idx="11" hasCustomPrompt="1"/>
          </p:nvPr>
        </p:nvSpPr>
        <p:spPr>
          <a:xfrm>
            <a:off x="331491" y="3429002"/>
            <a:ext cx="8185447" cy="2460171"/>
          </a:xfrm>
        </p:spPr>
        <p:txBody>
          <a:bodyPr/>
          <a:lstStyle>
            <a:lvl1pPr marL="0" indent="0">
              <a:buNone/>
              <a:defRPr/>
            </a:lvl1pPr>
          </a:lstStyle>
          <a:p>
            <a:pPr lvl="0"/>
            <a:r>
              <a:rPr kumimoji="1" lang="ja-JP" altLang="en-US"/>
              <a:t>中扉タイトル</a:t>
            </a:r>
          </a:p>
        </p:txBody>
      </p:sp>
      <p:pic>
        <p:nvPicPr>
          <p:cNvPr id="9" name="図 8">
            <a:extLst>
              <a:ext uri="{FF2B5EF4-FFF2-40B4-BE49-F238E27FC236}">
                <a16:creationId xmlns:a16="http://schemas.microsoft.com/office/drawing/2014/main" id="{B8D01504-AC65-E347-BCF9-994D45A8FC56}"/>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500" y="0"/>
            <a:ext cx="8318500" cy="6858000"/>
          </a:xfrm>
          <a:prstGeom prst="rect">
            <a:avLst/>
          </a:prstGeom>
        </p:spPr>
      </p:pic>
      <p:pic>
        <p:nvPicPr>
          <p:cNvPr id="8" name="図 7">
            <a:extLst>
              <a:ext uri="{FF2B5EF4-FFF2-40B4-BE49-F238E27FC236}">
                <a16:creationId xmlns:a16="http://schemas.microsoft.com/office/drawing/2014/main" id="{BF63185B-C14D-594A-8CA9-1E5CEECDAD6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spTree>
    <p:extLst>
      <p:ext uri="{BB962C8B-B14F-4D97-AF65-F5344CB8AC3E}">
        <p14:creationId xmlns:p14="http://schemas.microsoft.com/office/powerpoint/2010/main" val="3281228451"/>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中扉E">
    <p:bg>
      <p:bgPr>
        <a:solidFill>
          <a:schemeClr val="accent4"/>
        </a:solidFill>
        <a:effectLst/>
      </p:bgPr>
    </p:bg>
    <p:spTree>
      <p:nvGrpSpPr>
        <p:cNvPr id="1" name=""/>
        <p:cNvGrpSpPr/>
        <p:nvPr/>
      </p:nvGrpSpPr>
      <p:grpSpPr>
        <a:xfrm>
          <a:off x="0" y="0"/>
          <a:ext cx="0" cy="0"/>
          <a:chOff x="0" y="0"/>
          <a:chExt cx="0" cy="0"/>
        </a:xfrm>
      </p:grpSpPr>
      <p:sp>
        <p:nvSpPr>
          <p:cNvPr id="37" name="タイトル 3">
            <a:extLst>
              <a:ext uri="{FF2B5EF4-FFF2-40B4-BE49-F238E27FC236}">
                <a16:creationId xmlns:a16="http://schemas.microsoft.com/office/drawing/2014/main" id="{4A1E99F5-3AB2-9C47-9EC1-D1DA3E78E501}"/>
              </a:ext>
            </a:extLst>
          </p:cNvPr>
          <p:cNvSpPr>
            <a:spLocks noGrp="1"/>
          </p:cNvSpPr>
          <p:nvPr>
            <p:ph type="title" hasCustomPrompt="1"/>
          </p:nvPr>
        </p:nvSpPr>
        <p:spPr>
          <a:xfrm>
            <a:off x="340550" y="1801775"/>
            <a:ext cx="4475757" cy="1374815"/>
          </a:xfrm>
        </p:spPr>
        <p:txBody>
          <a:bodyPr/>
          <a:lstStyle>
            <a:lvl1pPr>
              <a:defRPr>
                <a:solidFill>
                  <a:schemeClr val="bg1"/>
                </a:solidFill>
              </a:defRPr>
            </a:lvl1pPr>
          </a:lstStyle>
          <a:p>
            <a:r>
              <a:rPr kumimoji="1" lang="en-US" altLang="ja-JP" dirty="0"/>
              <a:t>01</a:t>
            </a:r>
            <a:endParaRPr kumimoji="1" lang="ja-JP" altLang="en-US"/>
          </a:p>
        </p:txBody>
      </p:sp>
      <p:sp>
        <p:nvSpPr>
          <p:cNvPr id="19" name="テキスト プレースホルダー 2">
            <a:extLst>
              <a:ext uri="{FF2B5EF4-FFF2-40B4-BE49-F238E27FC236}">
                <a16:creationId xmlns:a16="http://schemas.microsoft.com/office/drawing/2014/main" id="{D01BD5A1-6C50-FC47-89E3-4D411E18E979}"/>
              </a:ext>
            </a:extLst>
          </p:cNvPr>
          <p:cNvSpPr>
            <a:spLocks noGrp="1"/>
          </p:cNvSpPr>
          <p:nvPr>
            <p:ph type="body" sz="quarter" idx="11" hasCustomPrompt="1"/>
          </p:nvPr>
        </p:nvSpPr>
        <p:spPr>
          <a:xfrm>
            <a:off x="331491" y="3429002"/>
            <a:ext cx="8185447" cy="2460171"/>
          </a:xfrm>
        </p:spPr>
        <p:txBody>
          <a:bodyPr/>
          <a:lstStyle>
            <a:lvl1pPr marL="0" indent="0">
              <a:buNone/>
              <a:defRPr>
                <a:solidFill>
                  <a:schemeClr val="bg1"/>
                </a:solidFill>
              </a:defRPr>
            </a:lvl1pPr>
          </a:lstStyle>
          <a:p>
            <a:pPr lvl="0"/>
            <a:r>
              <a:rPr kumimoji="1" lang="ja-JP" altLang="en-US"/>
              <a:t>中扉タイトル</a:t>
            </a:r>
          </a:p>
        </p:txBody>
      </p:sp>
      <p:pic>
        <p:nvPicPr>
          <p:cNvPr id="18" name="図 17">
            <a:extLst>
              <a:ext uri="{FF2B5EF4-FFF2-40B4-BE49-F238E27FC236}">
                <a16:creationId xmlns:a16="http://schemas.microsoft.com/office/drawing/2014/main" id="{1F508F2E-1B31-DD4D-81BF-A890308F755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500" y="0"/>
            <a:ext cx="8318500" cy="6858000"/>
          </a:xfrm>
          <a:prstGeom prst="rect">
            <a:avLst/>
          </a:prstGeom>
        </p:spPr>
      </p:pic>
      <p:sp>
        <p:nvSpPr>
          <p:cNvPr id="14" name="テキスト ボックス 13">
            <a:extLst>
              <a:ext uri="{FF2B5EF4-FFF2-40B4-BE49-F238E27FC236}">
                <a16:creationId xmlns:a16="http://schemas.microsoft.com/office/drawing/2014/main" id="{1744B6AE-496C-5246-BC4C-6F625C7377EA}"/>
              </a:ext>
            </a:extLst>
          </p:cNvPr>
          <p:cNvSpPr txBox="1"/>
          <p:nvPr userDrawn="1"/>
        </p:nvSpPr>
        <p:spPr>
          <a:xfrm>
            <a:off x="6211820" y="6623438"/>
            <a:ext cx="1433086" cy="215444"/>
          </a:xfrm>
          <a:prstGeom prst="rect">
            <a:avLst/>
          </a:prstGeom>
          <a:noFill/>
          <a:ln>
            <a:noFill/>
          </a:ln>
        </p:spPr>
        <p:txBody>
          <a:bodyPr wrap="none" lIns="0" rIns="0" rtlCol="0">
            <a:spAutoFit/>
          </a:bodyPr>
          <a:lstStyle/>
          <a:p>
            <a:pPr algn="r"/>
            <a:r>
              <a:rPr kumimoji="0" lang="en-US" altLang="ja-JP" sz="800" dirty="0">
                <a:solidFill>
                  <a:schemeClr val="bg1"/>
                </a:solidFill>
                <a:latin typeface="+mn-lt"/>
                <a:cs typeface="Meiryo UI" pitchFamily="50" charset="-128"/>
              </a:rPr>
              <a:t>© 2022 NTT DATA Corporation</a:t>
            </a:r>
          </a:p>
        </p:txBody>
      </p:sp>
      <p:cxnSp>
        <p:nvCxnSpPr>
          <p:cNvPr id="15" name="直線コネクタ 14">
            <a:extLst>
              <a:ext uri="{FF2B5EF4-FFF2-40B4-BE49-F238E27FC236}">
                <a16:creationId xmlns:a16="http://schemas.microsoft.com/office/drawing/2014/main" id="{71B3BE39-54AD-2C43-92FF-B4978B112C73}"/>
              </a:ext>
            </a:extLst>
          </p:cNvPr>
          <p:cNvCxnSpPr>
            <a:cxnSpLocks/>
          </p:cNvCxnSpPr>
          <p:nvPr userDrawn="1"/>
        </p:nvCxnSpPr>
        <p:spPr>
          <a:xfrm>
            <a:off x="7820324"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3" name="図 12">
            <a:extLst>
              <a:ext uri="{FF2B5EF4-FFF2-40B4-BE49-F238E27FC236}">
                <a16:creationId xmlns:a16="http://schemas.microsoft.com/office/drawing/2014/main" id="{675F43DC-0DC0-A44D-A63F-7C6A39B3A50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cxnSp>
        <p:nvCxnSpPr>
          <p:cNvPr id="16" name="直線コネクタ 15">
            <a:extLst>
              <a:ext uri="{FF2B5EF4-FFF2-40B4-BE49-F238E27FC236}">
                <a16:creationId xmlns:a16="http://schemas.microsoft.com/office/drawing/2014/main" id="{EF3823C4-A5BA-7E4F-BC57-FF6C3DC7F9E3}"/>
              </a:ext>
            </a:extLst>
          </p:cNvPr>
          <p:cNvCxnSpPr>
            <a:cxnSpLocks/>
          </p:cNvCxnSpPr>
          <p:nvPr userDrawn="1"/>
        </p:nvCxnSpPr>
        <p:spPr>
          <a:xfrm>
            <a:off x="9083638"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B5D53225-B174-9B4A-B324-3AE9535FFD46}"/>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bg1"/>
                </a:solidFill>
                <a:latin typeface="+mn-lt"/>
              </a:rPr>
              <a:pPr algn="r"/>
              <a:t>‹#›</a:t>
            </a:fld>
            <a:endParaRPr kumimoji="0" lang="en-US" altLang="ja-JP" sz="1100" dirty="0">
              <a:solidFill>
                <a:schemeClr val="bg1"/>
              </a:solidFill>
              <a:latin typeface="+mn-lt"/>
              <a:cs typeface="Meiryo UI" pitchFamily="50" charset="-128"/>
            </a:endParaRPr>
          </a:p>
        </p:txBody>
      </p:sp>
    </p:spTree>
    <p:extLst>
      <p:ext uri="{BB962C8B-B14F-4D97-AF65-F5344CB8AC3E}">
        <p14:creationId xmlns:p14="http://schemas.microsoft.com/office/powerpoint/2010/main" val="3347665094"/>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中扉F">
    <p:bg>
      <p:bgPr>
        <a:solidFill>
          <a:schemeClr val="accent5"/>
        </a:solidFill>
        <a:effectLst/>
      </p:bgPr>
    </p:bg>
    <p:spTree>
      <p:nvGrpSpPr>
        <p:cNvPr id="1" name=""/>
        <p:cNvGrpSpPr/>
        <p:nvPr/>
      </p:nvGrpSpPr>
      <p:grpSpPr>
        <a:xfrm>
          <a:off x="0" y="0"/>
          <a:ext cx="0" cy="0"/>
          <a:chOff x="0" y="0"/>
          <a:chExt cx="0" cy="0"/>
        </a:xfrm>
      </p:grpSpPr>
      <p:sp>
        <p:nvSpPr>
          <p:cNvPr id="16" name="タイトル 3">
            <a:extLst>
              <a:ext uri="{FF2B5EF4-FFF2-40B4-BE49-F238E27FC236}">
                <a16:creationId xmlns:a16="http://schemas.microsoft.com/office/drawing/2014/main" id="{39ED6336-ADD5-2D4B-AA70-A57250EE3416}"/>
              </a:ext>
            </a:extLst>
          </p:cNvPr>
          <p:cNvSpPr>
            <a:spLocks noGrp="1"/>
          </p:cNvSpPr>
          <p:nvPr>
            <p:ph type="title" hasCustomPrompt="1"/>
          </p:nvPr>
        </p:nvSpPr>
        <p:spPr>
          <a:xfrm>
            <a:off x="340550" y="1801775"/>
            <a:ext cx="4475757" cy="1374815"/>
          </a:xfrm>
        </p:spPr>
        <p:txBody>
          <a:bodyPr/>
          <a:lstStyle/>
          <a:p>
            <a:r>
              <a:rPr kumimoji="1" lang="en-US" altLang="ja-JP" dirty="0"/>
              <a:t>01</a:t>
            </a:r>
            <a:endParaRPr kumimoji="1" lang="ja-JP" altLang="en-US"/>
          </a:p>
        </p:txBody>
      </p:sp>
      <p:sp>
        <p:nvSpPr>
          <p:cNvPr id="10" name="テキスト プレースホルダー 2">
            <a:extLst>
              <a:ext uri="{FF2B5EF4-FFF2-40B4-BE49-F238E27FC236}">
                <a16:creationId xmlns:a16="http://schemas.microsoft.com/office/drawing/2014/main" id="{B1D3D993-BFDC-7D4B-9634-F29232DC1AEC}"/>
              </a:ext>
            </a:extLst>
          </p:cNvPr>
          <p:cNvSpPr>
            <a:spLocks noGrp="1"/>
          </p:cNvSpPr>
          <p:nvPr>
            <p:ph type="body" sz="quarter" idx="11" hasCustomPrompt="1"/>
          </p:nvPr>
        </p:nvSpPr>
        <p:spPr>
          <a:xfrm>
            <a:off x="331491" y="3429002"/>
            <a:ext cx="8185447" cy="2460171"/>
          </a:xfrm>
        </p:spPr>
        <p:txBody>
          <a:bodyPr/>
          <a:lstStyle>
            <a:lvl1pPr marL="0" indent="0">
              <a:buNone/>
              <a:defRPr/>
            </a:lvl1pPr>
          </a:lstStyle>
          <a:p>
            <a:pPr lvl="0"/>
            <a:r>
              <a:rPr kumimoji="1" lang="ja-JP" altLang="en-US"/>
              <a:t>中扉タイトル</a:t>
            </a:r>
          </a:p>
        </p:txBody>
      </p:sp>
      <p:pic>
        <p:nvPicPr>
          <p:cNvPr id="9" name="図 8">
            <a:extLst>
              <a:ext uri="{FF2B5EF4-FFF2-40B4-BE49-F238E27FC236}">
                <a16:creationId xmlns:a16="http://schemas.microsoft.com/office/drawing/2014/main" id="{93DFFF59-5A99-E043-8163-240561EC5EFA}"/>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500" y="0"/>
            <a:ext cx="8318500" cy="6858000"/>
          </a:xfrm>
          <a:prstGeom prst="rect">
            <a:avLst/>
          </a:prstGeom>
        </p:spPr>
      </p:pic>
      <p:pic>
        <p:nvPicPr>
          <p:cNvPr id="8" name="図 7">
            <a:extLst>
              <a:ext uri="{FF2B5EF4-FFF2-40B4-BE49-F238E27FC236}">
                <a16:creationId xmlns:a16="http://schemas.microsoft.com/office/drawing/2014/main" id="{8BBCFD81-9A00-5643-907A-AA0BA4EE8FF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spTree>
    <p:extLst>
      <p:ext uri="{BB962C8B-B14F-4D97-AF65-F5344CB8AC3E}">
        <p14:creationId xmlns:p14="http://schemas.microsoft.com/office/powerpoint/2010/main" val="1393135994"/>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中扉G">
    <p:bg>
      <p:bgPr>
        <a:solidFill>
          <a:schemeClr val="accent6"/>
        </a:solidFill>
        <a:effectLst/>
      </p:bgPr>
    </p:bg>
    <p:spTree>
      <p:nvGrpSpPr>
        <p:cNvPr id="1" name=""/>
        <p:cNvGrpSpPr/>
        <p:nvPr/>
      </p:nvGrpSpPr>
      <p:grpSpPr>
        <a:xfrm>
          <a:off x="0" y="0"/>
          <a:ext cx="0" cy="0"/>
          <a:chOff x="0" y="0"/>
          <a:chExt cx="0" cy="0"/>
        </a:xfrm>
      </p:grpSpPr>
      <p:sp>
        <p:nvSpPr>
          <p:cNvPr id="33" name="タイトル 3">
            <a:extLst>
              <a:ext uri="{FF2B5EF4-FFF2-40B4-BE49-F238E27FC236}">
                <a16:creationId xmlns:a16="http://schemas.microsoft.com/office/drawing/2014/main" id="{65920A1F-5531-3E48-B6BC-CAC232DD4536}"/>
              </a:ext>
            </a:extLst>
          </p:cNvPr>
          <p:cNvSpPr>
            <a:spLocks noGrp="1"/>
          </p:cNvSpPr>
          <p:nvPr>
            <p:ph type="title" hasCustomPrompt="1"/>
          </p:nvPr>
        </p:nvSpPr>
        <p:spPr>
          <a:xfrm>
            <a:off x="340550" y="1801775"/>
            <a:ext cx="4475757" cy="1374815"/>
          </a:xfrm>
        </p:spPr>
        <p:txBody>
          <a:bodyPr/>
          <a:lstStyle>
            <a:lvl1pPr>
              <a:defRPr>
                <a:solidFill>
                  <a:schemeClr val="bg1"/>
                </a:solidFill>
              </a:defRPr>
            </a:lvl1pPr>
          </a:lstStyle>
          <a:p>
            <a:r>
              <a:rPr kumimoji="1" lang="en-US" altLang="ja-JP" dirty="0"/>
              <a:t>01</a:t>
            </a:r>
            <a:endParaRPr kumimoji="1" lang="ja-JP" altLang="en-US"/>
          </a:p>
        </p:txBody>
      </p:sp>
      <p:sp>
        <p:nvSpPr>
          <p:cNvPr id="19" name="テキスト プレースホルダー 2">
            <a:extLst>
              <a:ext uri="{FF2B5EF4-FFF2-40B4-BE49-F238E27FC236}">
                <a16:creationId xmlns:a16="http://schemas.microsoft.com/office/drawing/2014/main" id="{A3FD89DF-8A46-3E4D-84C1-412EC71605CF}"/>
              </a:ext>
            </a:extLst>
          </p:cNvPr>
          <p:cNvSpPr>
            <a:spLocks noGrp="1"/>
          </p:cNvSpPr>
          <p:nvPr>
            <p:ph type="body" sz="quarter" idx="11" hasCustomPrompt="1"/>
          </p:nvPr>
        </p:nvSpPr>
        <p:spPr>
          <a:xfrm>
            <a:off x="331491" y="3429002"/>
            <a:ext cx="8185447" cy="2460171"/>
          </a:xfrm>
        </p:spPr>
        <p:txBody>
          <a:bodyPr/>
          <a:lstStyle>
            <a:lvl1pPr marL="0" indent="0">
              <a:buNone/>
              <a:defRPr>
                <a:solidFill>
                  <a:schemeClr val="bg1"/>
                </a:solidFill>
              </a:defRPr>
            </a:lvl1pPr>
          </a:lstStyle>
          <a:p>
            <a:pPr lvl="0"/>
            <a:r>
              <a:rPr kumimoji="1" lang="ja-JP" altLang="en-US"/>
              <a:t>中扉タイトル</a:t>
            </a:r>
          </a:p>
        </p:txBody>
      </p:sp>
      <p:pic>
        <p:nvPicPr>
          <p:cNvPr id="18" name="図 17">
            <a:extLst>
              <a:ext uri="{FF2B5EF4-FFF2-40B4-BE49-F238E27FC236}">
                <a16:creationId xmlns:a16="http://schemas.microsoft.com/office/drawing/2014/main" id="{267C423B-6197-B641-AFF5-08B7A4C6802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500" y="0"/>
            <a:ext cx="8318500" cy="6858000"/>
          </a:xfrm>
          <a:prstGeom prst="rect">
            <a:avLst/>
          </a:prstGeom>
        </p:spPr>
      </p:pic>
      <p:sp>
        <p:nvSpPr>
          <p:cNvPr id="14" name="テキスト ボックス 13">
            <a:extLst>
              <a:ext uri="{FF2B5EF4-FFF2-40B4-BE49-F238E27FC236}">
                <a16:creationId xmlns:a16="http://schemas.microsoft.com/office/drawing/2014/main" id="{EB25806B-A0B3-084B-990E-521DD876C2D4}"/>
              </a:ext>
            </a:extLst>
          </p:cNvPr>
          <p:cNvSpPr txBox="1"/>
          <p:nvPr userDrawn="1"/>
        </p:nvSpPr>
        <p:spPr>
          <a:xfrm>
            <a:off x="6211820" y="6623438"/>
            <a:ext cx="1433086" cy="215444"/>
          </a:xfrm>
          <a:prstGeom prst="rect">
            <a:avLst/>
          </a:prstGeom>
          <a:noFill/>
          <a:ln>
            <a:noFill/>
          </a:ln>
        </p:spPr>
        <p:txBody>
          <a:bodyPr wrap="none" lIns="0" rIns="0" rtlCol="0">
            <a:spAutoFit/>
          </a:bodyPr>
          <a:lstStyle/>
          <a:p>
            <a:pPr algn="r"/>
            <a:r>
              <a:rPr kumimoji="0" lang="en-US" altLang="ja-JP" sz="800" dirty="0">
                <a:solidFill>
                  <a:schemeClr val="bg1"/>
                </a:solidFill>
                <a:latin typeface="+mn-lt"/>
                <a:cs typeface="Meiryo UI" pitchFamily="50" charset="-128"/>
              </a:rPr>
              <a:t>© 2022 NTT DATA Corporation</a:t>
            </a:r>
          </a:p>
        </p:txBody>
      </p:sp>
      <p:cxnSp>
        <p:nvCxnSpPr>
          <p:cNvPr id="15" name="直線コネクタ 14">
            <a:extLst>
              <a:ext uri="{FF2B5EF4-FFF2-40B4-BE49-F238E27FC236}">
                <a16:creationId xmlns:a16="http://schemas.microsoft.com/office/drawing/2014/main" id="{A0CB6A67-FC2B-FC44-BE84-EF4C223DF827}"/>
              </a:ext>
            </a:extLst>
          </p:cNvPr>
          <p:cNvCxnSpPr>
            <a:cxnSpLocks/>
          </p:cNvCxnSpPr>
          <p:nvPr userDrawn="1"/>
        </p:nvCxnSpPr>
        <p:spPr>
          <a:xfrm>
            <a:off x="7820324"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3" name="図 12">
            <a:extLst>
              <a:ext uri="{FF2B5EF4-FFF2-40B4-BE49-F238E27FC236}">
                <a16:creationId xmlns:a16="http://schemas.microsoft.com/office/drawing/2014/main" id="{53262D48-1540-B947-9F2C-8858D01F704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cxnSp>
        <p:nvCxnSpPr>
          <p:cNvPr id="16" name="直線コネクタ 15">
            <a:extLst>
              <a:ext uri="{FF2B5EF4-FFF2-40B4-BE49-F238E27FC236}">
                <a16:creationId xmlns:a16="http://schemas.microsoft.com/office/drawing/2014/main" id="{0558111B-6CF7-D146-B378-A78B4391F38E}"/>
              </a:ext>
            </a:extLst>
          </p:cNvPr>
          <p:cNvCxnSpPr>
            <a:cxnSpLocks/>
          </p:cNvCxnSpPr>
          <p:nvPr userDrawn="1"/>
        </p:nvCxnSpPr>
        <p:spPr>
          <a:xfrm>
            <a:off x="9083638"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B01173B4-8B84-5342-94B8-C3A9ACC66DF9}"/>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bg1"/>
                </a:solidFill>
                <a:latin typeface="+mn-lt"/>
              </a:rPr>
              <a:pPr algn="r"/>
              <a:t>‹#›</a:t>
            </a:fld>
            <a:endParaRPr kumimoji="0" lang="en-US" altLang="ja-JP" sz="1100" dirty="0">
              <a:solidFill>
                <a:schemeClr val="bg1"/>
              </a:solidFill>
              <a:latin typeface="+mn-lt"/>
              <a:cs typeface="Meiryo UI" pitchFamily="50" charset="-128"/>
            </a:endParaRPr>
          </a:p>
        </p:txBody>
      </p:sp>
    </p:spTree>
    <p:extLst>
      <p:ext uri="{BB962C8B-B14F-4D97-AF65-F5344CB8AC3E}">
        <p14:creationId xmlns:p14="http://schemas.microsoft.com/office/powerpoint/2010/main" val="703670500"/>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中扉H">
    <p:bg>
      <p:bgPr>
        <a:solidFill>
          <a:schemeClr val="bg2"/>
        </a:solidFill>
        <a:effectLst/>
      </p:bgPr>
    </p:bg>
    <p:spTree>
      <p:nvGrpSpPr>
        <p:cNvPr id="1" name=""/>
        <p:cNvGrpSpPr/>
        <p:nvPr/>
      </p:nvGrpSpPr>
      <p:grpSpPr>
        <a:xfrm>
          <a:off x="0" y="0"/>
          <a:ext cx="0" cy="0"/>
          <a:chOff x="0" y="0"/>
          <a:chExt cx="0" cy="0"/>
        </a:xfrm>
      </p:grpSpPr>
      <p:sp>
        <p:nvSpPr>
          <p:cNvPr id="16" name="タイトル 3">
            <a:extLst>
              <a:ext uri="{FF2B5EF4-FFF2-40B4-BE49-F238E27FC236}">
                <a16:creationId xmlns:a16="http://schemas.microsoft.com/office/drawing/2014/main" id="{8216DD4D-E1C2-6241-B3D3-560988A6C6AF}"/>
              </a:ext>
            </a:extLst>
          </p:cNvPr>
          <p:cNvSpPr>
            <a:spLocks noGrp="1"/>
          </p:cNvSpPr>
          <p:nvPr>
            <p:ph type="title" hasCustomPrompt="1"/>
          </p:nvPr>
        </p:nvSpPr>
        <p:spPr>
          <a:xfrm>
            <a:off x="340550" y="1801775"/>
            <a:ext cx="4475757" cy="1374815"/>
          </a:xfrm>
        </p:spPr>
        <p:txBody>
          <a:bodyPr/>
          <a:lstStyle/>
          <a:p>
            <a:r>
              <a:rPr kumimoji="1" lang="en-US" altLang="ja-JP" dirty="0"/>
              <a:t>01</a:t>
            </a:r>
            <a:endParaRPr kumimoji="1" lang="ja-JP" altLang="en-US"/>
          </a:p>
        </p:txBody>
      </p:sp>
      <p:sp>
        <p:nvSpPr>
          <p:cNvPr id="9" name="テキスト プレースホルダー 2">
            <a:extLst>
              <a:ext uri="{FF2B5EF4-FFF2-40B4-BE49-F238E27FC236}">
                <a16:creationId xmlns:a16="http://schemas.microsoft.com/office/drawing/2014/main" id="{6944D63C-AF07-E14A-AE43-B2299D8ED9CA}"/>
              </a:ext>
            </a:extLst>
          </p:cNvPr>
          <p:cNvSpPr>
            <a:spLocks noGrp="1"/>
          </p:cNvSpPr>
          <p:nvPr>
            <p:ph type="body" sz="quarter" idx="11" hasCustomPrompt="1"/>
          </p:nvPr>
        </p:nvSpPr>
        <p:spPr>
          <a:xfrm>
            <a:off x="331491" y="3429002"/>
            <a:ext cx="8185447" cy="2460171"/>
          </a:xfrm>
        </p:spPr>
        <p:txBody>
          <a:bodyPr/>
          <a:lstStyle>
            <a:lvl1pPr marL="0" indent="0">
              <a:buNone/>
              <a:defRPr/>
            </a:lvl1pPr>
          </a:lstStyle>
          <a:p>
            <a:pPr lvl="0"/>
            <a:r>
              <a:rPr kumimoji="1" lang="ja-JP" altLang="en-US"/>
              <a:t>中扉タイトル</a:t>
            </a:r>
          </a:p>
        </p:txBody>
      </p:sp>
      <p:pic>
        <p:nvPicPr>
          <p:cNvPr id="8" name="図 7">
            <a:extLst>
              <a:ext uri="{FF2B5EF4-FFF2-40B4-BE49-F238E27FC236}">
                <a16:creationId xmlns:a16="http://schemas.microsoft.com/office/drawing/2014/main" id="{A6C2C4FE-195B-E948-A8C9-8D628F1221D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587500" y="0"/>
            <a:ext cx="8318500" cy="6858000"/>
          </a:xfrm>
          <a:prstGeom prst="rect">
            <a:avLst/>
          </a:prstGeom>
        </p:spPr>
      </p:pic>
      <p:pic>
        <p:nvPicPr>
          <p:cNvPr id="7" name="図 6">
            <a:extLst>
              <a:ext uri="{FF2B5EF4-FFF2-40B4-BE49-F238E27FC236}">
                <a16:creationId xmlns:a16="http://schemas.microsoft.com/office/drawing/2014/main" id="{C4AF8165-79AD-C941-9268-BC3B2FA93B27}"/>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spTree>
    <p:extLst>
      <p:ext uri="{BB962C8B-B14F-4D97-AF65-F5344CB8AC3E}">
        <p14:creationId xmlns:p14="http://schemas.microsoft.com/office/powerpoint/2010/main" val="1196809870"/>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中扉I">
    <p:bg>
      <p:bgPr>
        <a:solidFill>
          <a:schemeClr val="bg1"/>
        </a:solidFill>
        <a:effectLst/>
      </p:bgPr>
    </p:bg>
    <p:spTree>
      <p:nvGrpSpPr>
        <p:cNvPr id="1" name=""/>
        <p:cNvGrpSpPr/>
        <p:nvPr/>
      </p:nvGrpSpPr>
      <p:grpSpPr>
        <a:xfrm>
          <a:off x="0" y="0"/>
          <a:ext cx="0" cy="0"/>
          <a:chOff x="0" y="0"/>
          <a:chExt cx="0" cy="0"/>
        </a:xfrm>
      </p:grpSpPr>
      <p:sp>
        <p:nvSpPr>
          <p:cNvPr id="11" name="タイトル 3">
            <a:extLst>
              <a:ext uri="{FF2B5EF4-FFF2-40B4-BE49-F238E27FC236}">
                <a16:creationId xmlns:a16="http://schemas.microsoft.com/office/drawing/2014/main" id="{E357830C-F5DF-4940-92AF-5D10338548AA}"/>
              </a:ext>
            </a:extLst>
          </p:cNvPr>
          <p:cNvSpPr>
            <a:spLocks noGrp="1"/>
          </p:cNvSpPr>
          <p:nvPr>
            <p:ph type="title" hasCustomPrompt="1"/>
          </p:nvPr>
        </p:nvSpPr>
        <p:spPr>
          <a:xfrm>
            <a:off x="340550" y="1801775"/>
            <a:ext cx="4475757" cy="1374815"/>
          </a:xfrm>
        </p:spPr>
        <p:txBody>
          <a:bodyPr/>
          <a:lstStyle/>
          <a:p>
            <a:r>
              <a:rPr kumimoji="1" lang="en-US" altLang="ja-JP" dirty="0"/>
              <a:t>01</a:t>
            </a:r>
            <a:endParaRPr kumimoji="1" lang="ja-JP" altLang="en-US"/>
          </a:p>
        </p:txBody>
      </p:sp>
      <p:sp>
        <p:nvSpPr>
          <p:cNvPr id="7" name="テキスト プレースホルダー 2">
            <a:extLst>
              <a:ext uri="{FF2B5EF4-FFF2-40B4-BE49-F238E27FC236}">
                <a16:creationId xmlns:a16="http://schemas.microsoft.com/office/drawing/2014/main" id="{E946C1C6-749F-8048-96ED-D0223F2681FD}"/>
              </a:ext>
            </a:extLst>
          </p:cNvPr>
          <p:cNvSpPr>
            <a:spLocks noGrp="1"/>
          </p:cNvSpPr>
          <p:nvPr>
            <p:ph type="body" sz="quarter" idx="11" hasCustomPrompt="1"/>
          </p:nvPr>
        </p:nvSpPr>
        <p:spPr>
          <a:xfrm>
            <a:off x="331491" y="3429002"/>
            <a:ext cx="8185447" cy="2460171"/>
          </a:xfrm>
        </p:spPr>
        <p:txBody>
          <a:bodyPr/>
          <a:lstStyle>
            <a:lvl1pPr marL="0" indent="0">
              <a:buNone/>
              <a:defRPr/>
            </a:lvl1pPr>
          </a:lstStyle>
          <a:p>
            <a:pPr lvl="0"/>
            <a:r>
              <a:rPr kumimoji="1" lang="ja-JP" altLang="en-US"/>
              <a:t>中扉タイトル</a:t>
            </a:r>
          </a:p>
        </p:txBody>
      </p:sp>
      <p:pic>
        <p:nvPicPr>
          <p:cNvPr id="6" name="図 5">
            <a:extLst>
              <a:ext uri="{FF2B5EF4-FFF2-40B4-BE49-F238E27FC236}">
                <a16:creationId xmlns:a16="http://schemas.microsoft.com/office/drawing/2014/main" id="{B8557579-55F2-E643-A3DC-3BE7A7E3BC56}"/>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587500" y="0"/>
            <a:ext cx="8318500" cy="6858000"/>
          </a:xfrm>
          <a:prstGeom prst="rect">
            <a:avLst/>
          </a:prstGeom>
        </p:spPr>
      </p:pic>
    </p:spTree>
    <p:extLst>
      <p:ext uri="{BB962C8B-B14F-4D97-AF65-F5344CB8AC3E}">
        <p14:creationId xmlns:p14="http://schemas.microsoft.com/office/powerpoint/2010/main" val="100655374"/>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中扉J">
    <p:bg>
      <p:bgPr>
        <a:solidFill>
          <a:schemeClr val="bg1"/>
        </a:solidFill>
        <a:effectLst/>
      </p:bgPr>
    </p:bg>
    <p:spTree>
      <p:nvGrpSpPr>
        <p:cNvPr id="1" name=""/>
        <p:cNvGrpSpPr/>
        <p:nvPr/>
      </p:nvGrpSpPr>
      <p:grpSpPr>
        <a:xfrm>
          <a:off x="0" y="0"/>
          <a:ext cx="0" cy="0"/>
          <a:chOff x="0" y="0"/>
          <a:chExt cx="0" cy="0"/>
        </a:xfrm>
      </p:grpSpPr>
      <p:sp>
        <p:nvSpPr>
          <p:cNvPr id="11" name="タイトル 3">
            <a:extLst>
              <a:ext uri="{FF2B5EF4-FFF2-40B4-BE49-F238E27FC236}">
                <a16:creationId xmlns:a16="http://schemas.microsoft.com/office/drawing/2014/main" id="{F98C28D5-A6FD-D946-A78E-EB2801FEEE72}"/>
              </a:ext>
            </a:extLst>
          </p:cNvPr>
          <p:cNvSpPr>
            <a:spLocks noGrp="1"/>
          </p:cNvSpPr>
          <p:nvPr>
            <p:ph type="title" hasCustomPrompt="1"/>
          </p:nvPr>
        </p:nvSpPr>
        <p:spPr>
          <a:xfrm>
            <a:off x="340550" y="1801775"/>
            <a:ext cx="4475757" cy="1374815"/>
          </a:xfrm>
        </p:spPr>
        <p:txBody>
          <a:bodyPr/>
          <a:lstStyle/>
          <a:p>
            <a:r>
              <a:rPr kumimoji="1" lang="en-US" altLang="ja-JP" dirty="0"/>
              <a:t>01</a:t>
            </a:r>
            <a:endParaRPr kumimoji="1" lang="ja-JP" altLang="en-US"/>
          </a:p>
        </p:txBody>
      </p:sp>
      <p:sp>
        <p:nvSpPr>
          <p:cNvPr id="8" name="テキスト プレースホルダー 2">
            <a:extLst>
              <a:ext uri="{FF2B5EF4-FFF2-40B4-BE49-F238E27FC236}">
                <a16:creationId xmlns:a16="http://schemas.microsoft.com/office/drawing/2014/main" id="{4CF3BAB1-B622-404D-A172-E9E184AEC5A6}"/>
              </a:ext>
            </a:extLst>
          </p:cNvPr>
          <p:cNvSpPr>
            <a:spLocks noGrp="1"/>
          </p:cNvSpPr>
          <p:nvPr>
            <p:ph type="body" sz="quarter" idx="11" hasCustomPrompt="1"/>
          </p:nvPr>
        </p:nvSpPr>
        <p:spPr>
          <a:xfrm>
            <a:off x="331491" y="3429002"/>
            <a:ext cx="8185447" cy="2460171"/>
          </a:xfrm>
        </p:spPr>
        <p:txBody>
          <a:bodyPr/>
          <a:lstStyle>
            <a:lvl1pPr marL="0" indent="0">
              <a:buNone/>
              <a:defRPr/>
            </a:lvl1pPr>
          </a:lstStyle>
          <a:p>
            <a:pPr lvl="0"/>
            <a:r>
              <a:rPr kumimoji="1" lang="ja-JP" altLang="en-US"/>
              <a:t>中扉タイトル</a:t>
            </a:r>
          </a:p>
        </p:txBody>
      </p:sp>
      <p:pic>
        <p:nvPicPr>
          <p:cNvPr id="7" name="図 6">
            <a:extLst>
              <a:ext uri="{FF2B5EF4-FFF2-40B4-BE49-F238E27FC236}">
                <a16:creationId xmlns:a16="http://schemas.microsoft.com/office/drawing/2014/main" id="{20D33AD6-D702-F542-B7B2-6D81E4AC1F7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1587500" y="0"/>
            <a:ext cx="8318500" cy="6858000"/>
          </a:xfrm>
          <a:prstGeom prst="rect">
            <a:avLst/>
          </a:prstGeom>
        </p:spPr>
      </p:pic>
    </p:spTree>
    <p:extLst>
      <p:ext uri="{BB962C8B-B14F-4D97-AF65-F5344CB8AC3E}">
        <p14:creationId xmlns:p14="http://schemas.microsoft.com/office/powerpoint/2010/main" val="3236068368"/>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コンテンツA">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9AD4885B-2DFA-D04D-AE48-F73602DA6A2E}"/>
              </a:ext>
            </a:extLst>
          </p:cNvPr>
          <p:cNvSpPr>
            <a:spLocks noGrp="1"/>
          </p:cNvSpPr>
          <p:nvPr>
            <p:ph type="title" hasCustomPrompt="1"/>
          </p:nvPr>
        </p:nvSpPr>
        <p:spPr/>
        <p:txBody>
          <a:bodyPr/>
          <a:lstStyle/>
          <a:p>
            <a:r>
              <a:rPr kumimoji="1" lang="ja-JP" altLang="en-US"/>
              <a:t>［タイトル］</a:t>
            </a:r>
          </a:p>
        </p:txBody>
      </p:sp>
      <p:sp>
        <p:nvSpPr>
          <p:cNvPr id="3" name="Text Placeholder 2">
            <a:extLst>
              <a:ext uri="{FF2B5EF4-FFF2-40B4-BE49-F238E27FC236}">
                <a16:creationId xmlns:a16="http://schemas.microsoft.com/office/drawing/2014/main" id="{C5C3BFEB-E3E2-40B7-A253-8DF9A4ADA8FA}"/>
              </a:ext>
            </a:extLst>
          </p:cNvPr>
          <p:cNvSpPr>
            <a:spLocks noGrp="1"/>
          </p:cNvSpPr>
          <p:nvPr>
            <p:ph type="body" sz="quarter" idx="12" hasCustomPrompt="1"/>
          </p:nvPr>
        </p:nvSpPr>
        <p:spPr>
          <a:xfrm>
            <a:off x="331490" y="689356"/>
            <a:ext cx="9243021" cy="363157"/>
          </a:xfrm>
          <a:prstGeom prst="rect">
            <a:avLst/>
          </a:prstGeom>
        </p:spPr>
        <p:txBody>
          <a:bodyPr tIns="46800" anchor="ctr" anchorCtr="0">
            <a:noAutofit/>
          </a:bodyPr>
          <a:lstStyle>
            <a:lvl1pPr>
              <a:defRPr lang="en-US" sz="2000" b="1" spc="0" baseline="0" dirty="0">
                <a:solidFill>
                  <a:schemeClr val="tx1"/>
                </a:solidFill>
                <a:latin typeface="+mj-ea"/>
                <a:ea typeface="+mj-ea"/>
                <a:cs typeface="Arial"/>
              </a:defRPr>
            </a:lvl1pPr>
          </a:lstStyle>
          <a:p>
            <a:pPr marL="226470" marR="0" lvl="0" indent="-226470">
              <a:lnSpc>
                <a:spcPct val="100000"/>
              </a:lnSpc>
              <a:spcBef>
                <a:spcPct val="20000"/>
              </a:spcBef>
              <a:buClrTx/>
              <a:buSzTx/>
              <a:buFont typeface="+mj-lt"/>
              <a:buNone/>
              <a:tabLst/>
            </a:pPr>
            <a:r>
              <a:rPr lang="ja-JP" altLang="en-US"/>
              <a:t>［サブタイトル］</a:t>
            </a:r>
            <a:endParaRPr lang="en-US" dirty="0"/>
          </a:p>
        </p:txBody>
      </p:sp>
      <p:sp>
        <p:nvSpPr>
          <p:cNvPr id="7" name="テキスト プレースホルダー 7">
            <a:extLst>
              <a:ext uri="{FF2B5EF4-FFF2-40B4-BE49-F238E27FC236}">
                <a16:creationId xmlns:a16="http://schemas.microsoft.com/office/drawing/2014/main" id="{C1BF904A-EDA9-CB42-9930-B694DF35C532}"/>
              </a:ext>
            </a:extLst>
          </p:cNvPr>
          <p:cNvSpPr>
            <a:spLocks noGrp="1"/>
          </p:cNvSpPr>
          <p:nvPr>
            <p:ph type="body" sz="quarter" idx="13" hasCustomPrompt="1"/>
          </p:nvPr>
        </p:nvSpPr>
        <p:spPr>
          <a:xfrm>
            <a:off x="331491" y="1160463"/>
            <a:ext cx="9243021"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396042262"/>
      </p:ext>
    </p:extLst>
  </p:cSld>
  <p:clrMapOvr>
    <a:masterClrMapping/>
  </p:clrMapOvr>
  <p:extLst>
    <p:ext uri="{DCECCB84-F9BA-43D5-87BE-67443E8EF086}">
      <p15:sldGuideLst xmlns:p15="http://schemas.microsoft.com/office/powerpoint/2012/main">
        <p15:guide id="3" orient="horz" pos="663" userDrawn="1">
          <p15:clr>
            <a:srgbClr val="FBAE40"/>
          </p15:clr>
        </p15:guide>
        <p15:guide id="4" orient="horz" pos="731"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コンテンツB">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1F77EE-9DF9-8847-B74D-DAE7D40F8D1E}"/>
              </a:ext>
            </a:extLst>
          </p:cNvPr>
          <p:cNvSpPr>
            <a:spLocks noGrp="1"/>
          </p:cNvSpPr>
          <p:nvPr>
            <p:ph type="title" hasCustomPrompt="1"/>
          </p:nvPr>
        </p:nvSpPr>
        <p:spPr/>
        <p:txBody>
          <a:bodyPr/>
          <a:lstStyle/>
          <a:p>
            <a:r>
              <a:rPr kumimoji="1" lang="ja-JP" altLang="en-US"/>
              <a:t>［タイトル］</a:t>
            </a:r>
          </a:p>
        </p:txBody>
      </p:sp>
      <p:sp>
        <p:nvSpPr>
          <p:cNvPr id="4" name="テキスト プレースホルダー 3">
            <a:extLst>
              <a:ext uri="{FF2B5EF4-FFF2-40B4-BE49-F238E27FC236}">
                <a16:creationId xmlns:a16="http://schemas.microsoft.com/office/drawing/2014/main" id="{257AB5C0-48AC-A342-8863-43A85345298E}"/>
              </a:ext>
            </a:extLst>
          </p:cNvPr>
          <p:cNvSpPr>
            <a:spLocks noGrp="1"/>
          </p:cNvSpPr>
          <p:nvPr>
            <p:ph type="body" sz="quarter" idx="10" hasCustomPrompt="1"/>
          </p:nvPr>
        </p:nvSpPr>
        <p:spPr>
          <a:xfrm>
            <a:off x="331788" y="692151"/>
            <a:ext cx="9242425" cy="648970"/>
          </a:xfrm>
        </p:spPr>
        <p:txBody>
          <a:bodyPr/>
          <a:lstStyle/>
          <a:p>
            <a:pPr lvl="0"/>
            <a:r>
              <a:rPr kumimoji="1" lang="ja-JP" altLang="en-US" dirty="0"/>
              <a:t>テキストの入力</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Tree>
    <p:extLst>
      <p:ext uri="{BB962C8B-B14F-4D97-AF65-F5344CB8AC3E}">
        <p14:creationId xmlns:p14="http://schemas.microsoft.com/office/powerpoint/2010/main" val="1606829036"/>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コンテンツC">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5284491" y="164693"/>
            <a:ext cx="4290020" cy="412538"/>
          </a:xfrm>
        </p:spPr>
        <p:txBody>
          <a:bodyPr/>
          <a:lstStyle/>
          <a:p>
            <a:r>
              <a:rPr kumimoji="1" lang="ja-JP" altLang="en-US"/>
              <a:t>［タイトル］</a:t>
            </a:r>
          </a:p>
        </p:txBody>
      </p:sp>
      <p:pic>
        <p:nvPicPr>
          <p:cNvPr id="2" name="図 1">
            <a:extLst>
              <a:ext uri="{FF2B5EF4-FFF2-40B4-BE49-F238E27FC236}">
                <a16:creationId xmlns:a16="http://schemas.microsoft.com/office/drawing/2014/main" id="{04FB84B0-3BCF-114D-8BC7-C7AEA4D473F5}"/>
              </a:ext>
            </a:extLst>
          </p:cNvPr>
          <p:cNvPicPr>
            <a:picLocks noChangeAspect="1"/>
          </p:cNvPicPr>
          <p:nvPr userDrawn="1"/>
        </p:nvPicPr>
        <p:blipFill>
          <a:blip r:embed="rId2"/>
          <a:stretch>
            <a:fillRect/>
          </a:stretch>
        </p:blipFill>
        <p:spPr>
          <a:xfrm>
            <a:off x="0" y="0"/>
            <a:ext cx="4953000" cy="6858000"/>
          </a:xfrm>
          <a:prstGeom prst="rect">
            <a:avLst/>
          </a:prstGeom>
        </p:spPr>
      </p:pic>
      <p:sp>
        <p:nvSpPr>
          <p:cNvPr id="8" name="テキスト プレースホルダー 7">
            <a:extLst>
              <a:ext uri="{FF2B5EF4-FFF2-40B4-BE49-F238E27FC236}">
                <a16:creationId xmlns:a16="http://schemas.microsoft.com/office/drawing/2014/main" id="{7A82C159-A3E3-5C4A-85F2-522452EB1EBD}"/>
              </a:ext>
            </a:extLst>
          </p:cNvPr>
          <p:cNvSpPr>
            <a:spLocks noGrp="1"/>
          </p:cNvSpPr>
          <p:nvPr>
            <p:ph type="body" sz="quarter" idx="13" hasCustomPrompt="1"/>
          </p:nvPr>
        </p:nvSpPr>
        <p:spPr>
          <a:xfrm>
            <a:off x="5284492" y="692151"/>
            <a:ext cx="4290020"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893088525"/>
      </p:ext>
    </p:extLst>
  </p:cSld>
  <p:clrMapOvr>
    <a:masterClrMapping/>
  </p:clrMapOvr>
  <p:extLst>
    <p:ext uri="{DCECCB84-F9BA-43D5-87BE-67443E8EF086}">
      <p15:sldGuideLst xmlns:p15="http://schemas.microsoft.com/office/powerpoint/2012/main">
        <p15:guide id="1" pos="3322"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コンテンツ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31491" y="3700676"/>
            <a:ext cx="9243020" cy="412538"/>
          </a:xfrm>
        </p:spPr>
        <p:txBody>
          <a:bodyPr/>
          <a:lstStyle/>
          <a:p>
            <a:r>
              <a:rPr kumimoji="1" lang="ja-JP" altLang="en-US"/>
              <a:t>［タイトル］</a:t>
            </a:r>
          </a:p>
        </p:txBody>
      </p:sp>
      <p:pic>
        <p:nvPicPr>
          <p:cNvPr id="2" name="図 1">
            <a:extLst>
              <a:ext uri="{FF2B5EF4-FFF2-40B4-BE49-F238E27FC236}">
                <a16:creationId xmlns:a16="http://schemas.microsoft.com/office/drawing/2014/main" id="{E240AB3A-033A-AD4A-9002-9D106C05D0C0}"/>
              </a:ext>
            </a:extLst>
          </p:cNvPr>
          <p:cNvPicPr>
            <a:picLocks noChangeAspect="1"/>
          </p:cNvPicPr>
          <p:nvPr userDrawn="1"/>
        </p:nvPicPr>
        <p:blipFill>
          <a:blip r:embed="rId2"/>
          <a:stretch>
            <a:fillRect/>
          </a:stretch>
        </p:blipFill>
        <p:spPr>
          <a:xfrm>
            <a:off x="0" y="0"/>
            <a:ext cx="9906000" cy="3429000"/>
          </a:xfrm>
          <a:prstGeom prst="rect">
            <a:avLst/>
          </a:prstGeom>
        </p:spPr>
      </p:pic>
      <p:sp>
        <p:nvSpPr>
          <p:cNvPr id="8" name="テキスト プレースホルダー 7">
            <a:extLst>
              <a:ext uri="{FF2B5EF4-FFF2-40B4-BE49-F238E27FC236}">
                <a16:creationId xmlns:a16="http://schemas.microsoft.com/office/drawing/2014/main" id="{7A82C159-A3E3-5C4A-85F2-522452EB1EBD}"/>
              </a:ext>
            </a:extLst>
          </p:cNvPr>
          <p:cNvSpPr>
            <a:spLocks noGrp="1"/>
          </p:cNvSpPr>
          <p:nvPr>
            <p:ph type="body" sz="quarter" idx="13" hasCustomPrompt="1"/>
          </p:nvPr>
        </p:nvSpPr>
        <p:spPr>
          <a:xfrm>
            <a:off x="331491" y="4221163"/>
            <a:ext cx="9243020"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165515069"/>
      </p:ext>
    </p:extLst>
  </p:cSld>
  <p:clrMapOvr>
    <a:masterClrMapping/>
  </p:clrMapOvr>
  <p:extLst>
    <p:ext uri="{DCECCB84-F9BA-43D5-87BE-67443E8EF086}">
      <p15:sldGuideLst xmlns:p15="http://schemas.microsoft.com/office/powerpoint/2012/main">
        <p15:guide id="1" orient="horz" pos="2591" userDrawn="1">
          <p15:clr>
            <a:srgbClr val="FBAE40"/>
          </p15:clr>
        </p15:guide>
        <p15:guide id="2" orient="horz" pos="2659"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コンテンツA">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9AD4885B-2DFA-D04D-AE48-F73602DA6A2E}"/>
              </a:ext>
            </a:extLst>
          </p:cNvPr>
          <p:cNvSpPr>
            <a:spLocks noGrp="1"/>
          </p:cNvSpPr>
          <p:nvPr>
            <p:ph type="title" hasCustomPrompt="1"/>
          </p:nvPr>
        </p:nvSpPr>
        <p:spPr/>
        <p:txBody>
          <a:bodyPr/>
          <a:lstStyle/>
          <a:p>
            <a:r>
              <a:rPr kumimoji="1" lang="ja-JP" altLang="en-US"/>
              <a:t>［タイトル］</a:t>
            </a:r>
          </a:p>
        </p:txBody>
      </p:sp>
      <p:sp>
        <p:nvSpPr>
          <p:cNvPr id="3" name="Text Placeholder 2">
            <a:extLst>
              <a:ext uri="{FF2B5EF4-FFF2-40B4-BE49-F238E27FC236}">
                <a16:creationId xmlns:a16="http://schemas.microsoft.com/office/drawing/2014/main" id="{C5C3BFEB-E3E2-40B7-A253-8DF9A4ADA8FA}"/>
              </a:ext>
            </a:extLst>
          </p:cNvPr>
          <p:cNvSpPr>
            <a:spLocks noGrp="1"/>
          </p:cNvSpPr>
          <p:nvPr>
            <p:ph type="body" sz="quarter" idx="12" hasCustomPrompt="1"/>
          </p:nvPr>
        </p:nvSpPr>
        <p:spPr>
          <a:xfrm>
            <a:off x="331490" y="689356"/>
            <a:ext cx="9243021" cy="363157"/>
          </a:xfrm>
          <a:prstGeom prst="rect">
            <a:avLst/>
          </a:prstGeom>
        </p:spPr>
        <p:txBody>
          <a:bodyPr tIns="46800" anchor="ctr" anchorCtr="0">
            <a:noAutofit/>
          </a:bodyPr>
          <a:lstStyle>
            <a:lvl1pPr>
              <a:defRPr lang="en-US" sz="2000" b="1" spc="0" baseline="0" dirty="0">
                <a:solidFill>
                  <a:schemeClr val="bg1"/>
                </a:solidFill>
                <a:latin typeface="+mj-ea"/>
                <a:ea typeface="+mj-ea"/>
                <a:cs typeface="Arial"/>
              </a:defRPr>
            </a:lvl1pPr>
          </a:lstStyle>
          <a:p>
            <a:pPr marL="226470" marR="0" lvl="0" indent="-226470">
              <a:lnSpc>
                <a:spcPct val="100000"/>
              </a:lnSpc>
              <a:spcBef>
                <a:spcPct val="20000"/>
              </a:spcBef>
              <a:buClrTx/>
              <a:buSzTx/>
              <a:buFont typeface="+mj-lt"/>
              <a:buNone/>
              <a:tabLst/>
            </a:pPr>
            <a:r>
              <a:rPr lang="ja-JP" altLang="en-US"/>
              <a:t>［サブタイトル］</a:t>
            </a:r>
            <a:endParaRPr lang="en-US" dirty="0"/>
          </a:p>
        </p:txBody>
      </p:sp>
      <p:sp>
        <p:nvSpPr>
          <p:cNvPr id="7" name="テキスト プレースホルダー 7">
            <a:extLst>
              <a:ext uri="{FF2B5EF4-FFF2-40B4-BE49-F238E27FC236}">
                <a16:creationId xmlns:a16="http://schemas.microsoft.com/office/drawing/2014/main" id="{7D31131B-AA9F-174B-B0F4-E06C45EFB247}"/>
              </a:ext>
            </a:extLst>
          </p:cNvPr>
          <p:cNvSpPr>
            <a:spLocks noGrp="1"/>
          </p:cNvSpPr>
          <p:nvPr>
            <p:ph type="body" sz="quarter" idx="13" hasCustomPrompt="1"/>
          </p:nvPr>
        </p:nvSpPr>
        <p:spPr>
          <a:xfrm>
            <a:off x="331491" y="1160463"/>
            <a:ext cx="9243021"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998639116"/>
      </p:ext>
    </p:extLst>
  </p:cSld>
  <p:clrMapOvr>
    <a:masterClrMapping/>
  </p:clrMapOvr>
  <p:extLst>
    <p:ext uri="{DCECCB84-F9BA-43D5-87BE-67443E8EF086}">
      <p15:sldGuideLst xmlns:p15="http://schemas.microsoft.com/office/powerpoint/2012/main">
        <p15:guide id="3" orient="horz" pos="663" userDrawn="1">
          <p15:clr>
            <a:srgbClr val="FBAE40"/>
          </p15:clr>
        </p15:guide>
        <p15:guide id="4" orient="horz" pos="731"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コンテンツB">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p:txBody>
          <a:bodyPr/>
          <a:lstStyle/>
          <a:p>
            <a:r>
              <a:rPr kumimoji="1" lang="ja-JP" altLang="en-US"/>
              <a:t>［タイトル］</a:t>
            </a:r>
          </a:p>
        </p:txBody>
      </p:sp>
      <p:sp>
        <p:nvSpPr>
          <p:cNvPr id="4" name="テキスト プレースホルダー 7">
            <a:extLst>
              <a:ext uri="{FF2B5EF4-FFF2-40B4-BE49-F238E27FC236}">
                <a16:creationId xmlns:a16="http://schemas.microsoft.com/office/drawing/2014/main" id="{C02BC9B8-0AC5-0141-A592-2D1CBD062239}"/>
              </a:ext>
            </a:extLst>
          </p:cNvPr>
          <p:cNvSpPr>
            <a:spLocks noGrp="1"/>
          </p:cNvSpPr>
          <p:nvPr>
            <p:ph type="body" sz="quarter" idx="13" hasCustomPrompt="1"/>
          </p:nvPr>
        </p:nvSpPr>
        <p:spPr>
          <a:xfrm>
            <a:off x="331491" y="692151"/>
            <a:ext cx="9243021" cy="669290"/>
          </a:xfrm>
          <a:prstGeom prst="rect">
            <a:avLst/>
          </a:prstGeom>
        </p:spPr>
        <p:txBody>
          <a:bodyPr/>
          <a:lstStyle>
            <a:lvl1pPr marL="0" indent="0">
              <a:buNone/>
              <a:tabLst/>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endParaRPr kumimoji="1" lang="en-US" altLang="ja-JP" dirty="0"/>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306979746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コンテンツC">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5284491" y="164693"/>
            <a:ext cx="4290020" cy="412538"/>
          </a:xfrm>
        </p:spPr>
        <p:txBody>
          <a:bodyPr/>
          <a:lstStyle/>
          <a:p>
            <a:r>
              <a:rPr kumimoji="1" lang="ja-JP" altLang="en-US"/>
              <a:t>［タイトル］</a:t>
            </a:r>
          </a:p>
        </p:txBody>
      </p:sp>
      <p:pic>
        <p:nvPicPr>
          <p:cNvPr id="2" name="図 1">
            <a:extLst>
              <a:ext uri="{FF2B5EF4-FFF2-40B4-BE49-F238E27FC236}">
                <a16:creationId xmlns:a16="http://schemas.microsoft.com/office/drawing/2014/main" id="{722DC13E-7840-E648-9BD6-FC3234B28E59}"/>
              </a:ext>
            </a:extLst>
          </p:cNvPr>
          <p:cNvPicPr>
            <a:picLocks noChangeAspect="1"/>
          </p:cNvPicPr>
          <p:nvPr userDrawn="1"/>
        </p:nvPicPr>
        <p:blipFill>
          <a:blip r:embed="rId2"/>
          <a:stretch>
            <a:fillRect/>
          </a:stretch>
        </p:blipFill>
        <p:spPr>
          <a:xfrm>
            <a:off x="0" y="0"/>
            <a:ext cx="4953000" cy="6858000"/>
          </a:xfrm>
          <a:prstGeom prst="rect">
            <a:avLst/>
          </a:prstGeom>
        </p:spPr>
      </p:pic>
      <p:sp>
        <p:nvSpPr>
          <p:cNvPr id="7" name="テキスト プレースホルダー 7">
            <a:extLst>
              <a:ext uri="{FF2B5EF4-FFF2-40B4-BE49-F238E27FC236}">
                <a16:creationId xmlns:a16="http://schemas.microsoft.com/office/drawing/2014/main" id="{D3E057B5-B95A-F142-9C2C-4A17527A5A6F}"/>
              </a:ext>
            </a:extLst>
          </p:cNvPr>
          <p:cNvSpPr>
            <a:spLocks noGrp="1"/>
          </p:cNvSpPr>
          <p:nvPr>
            <p:ph type="body" sz="quarter" idx="13" hasCustomPrompt="1"/>
          </p:nvPr>
        </p:nvSpPr>
        <p:spPr>
          <a:xfrm>
            <a:off x="5284492" y="692151"/>
            <a:ext cx="4290020"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2728986482"/>
      </p:ext>
    </p:extLst>
  </p:cSld>
  <p:clrMapOvr>
    <a:masterClrMapping/>
  </p:clrMapOvr>
  <p:extLst>
    <p:ext uri="{DCECCB84-F9BA-43D5-87BE-67443E8EF086}">
      <p15:sldGuideLst xmlns:p15="http://schemas.microsoft.com/office/powerpoint/2012/main">
        <p15:guide id="1" pos="3322"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コンテンツD">
    <p:spTree>
      <p:nvGrpSpPr>
        <p:cNvPr id="1" name=""/>
        <p:cNvGrpSpPr/>
        <p:nvPr/>
      </p:nvGrpSpPr>
      <p:grpSpPr>
        <a:xfrm>
          <a:off x="0" y="0"/>
          <a:ext cx="0" cy="0"/>
          <a:chOff x="0" y="0"/>
          <a:chExt cx="0" cy="0"/>
        </a:xfrm>
      </p:grpSpPr>
      <p:sp>
        <p:nvSpPr>
          <p:cNvPr id="6" name="タイトル 5">
            <a:extLst>
              <a:ext uri="{FF2B5EF4-FFF2-40B4-BE49-F238E27FC236}">
                <a16:creationId xmlns:a16="http://schemas.microsoft.com/office/drawing/2014/main" id="{740B46CC-2CF9-284F-9F56-02D00E754E63}"/>
              </a:ext>
            </a:extLst>
          </p:cNvPr>
          <p:cNvSpPr>
            <a:spLocks noGrp="1"/>
          </p:cNvSpPr>
          <p:nvPr>
            <p:ph type="title" hasCustomPrompt="1"/>
          </p:nvPr>
        </p:nvSpPr>
        <p:spPr>
          <a:xfrm>
            <a:off x="331491" y="3700676"/>
            <a:ext cx="9243020" cy="412538"/>
          </a:xfrm>
        </p:spPr>
        <p:txBody>
          <a:bodyPr/>
          <a:lstStyle/>
          <a:p>
            <a:r>
              <a:rPr kumimoji="1" lang="ja-JP" altLang="en-US"/>
              <a:t>［タイトル］</a:t>
            </a:r>
          </a:p>
        </p:txBody>
      </p:sp>
      <p:pic>
        <p:nvPicPr>
          <p:cNvPr id="2" name="図 1">
            <a:extLst>
              <a:ext uri="{FF2B5EF4-FFF2-40B4-BE49-F238E27FC236}">
                <a16:creationId xmlns:a16="http://schemas.microsoft.com/office/drawing/2014/main" id="{B374F8D8-F53B-A349-A350-56D8A9906484}"/>
              </a:ext>
            </a:extLst>
          </p:cNvPr>
          <p:cNvPicPr>
            <a:picLocks noChangeAspect="1"/>
          </p:cNvPicPr>
          <p:nvPr userDrawn="1"/>
        </p:nvPicPr>
        <p:blipFill>
          <a:blip r:embed="rId2"/>
          <a:stretch>
            <a:fillRect/>
          </a:stretch>
        </p:blipFill>
        <p:spPr>
          <a:xfrm>
            <a:off x="0" y="0"/>
            <a:ext cx="9906000" cy="3429000"/>
          </a:xfrm>
          <a:prstGeom prst="rect">
            <a:avLst/>
          </a:prstGeom>
        </p:spPr>
      </p:pic>
      <p:sp>
        <p:nvSpPr>
          <p:cNvPr id="7" name="テキスト プレースホルダー 7">
            <a:extLst>
              <a:ext uri="{FF2B5EF4-FFF2-40B4-BE49-F238E27FC236}">
                <a16:creationId xmlns:a16="http://schemas.microsoft.com/office/drawing/2014/main" id="{141577B3-E425-974F-8C9C-0D7B9B327BDD}"/>
              </a:ext>
            </a:extLst>
          </p:cNvPr>
          <p:cNvSpPr>
            <a:spLocks noGrp="1"/>
          </p:cNvSpPr>
          <p:nvPr>
            <p:ph type="body" sz="quarter" idx="13" hasCustomPrompt="1"/>
          </p:nvPr>
        </p:nvSpPr>
        <p:spPr>
          <a:xfrm>
            <a:off x="331491" y="4221163"/>
            <a:ext cx="9243020" cy="669290"/>
          </a:xfrm>
          <a:prstGeom prst="rect">
            <a:avLst/>
          </a:prstGeom>
        </p:spPr>
        <p:txBody>
          <a:bodyPr/>
          <a:lstStyle>
            <a:lvl1pPr marL="0" indent="0">
              <a:buNone/>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a:r>
              <a:rPr kumimoji="1" lang="ja-JP" altLang="en-US" dirty="0"/>
              <a:t>テキストの入力</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Tree>
    <p:extLst>
      <p:ext uri="{BB962C8B-B14F-4D97-AF65-F5344CB8AC3E}">
        <p14:creationId xmlns:p14="http://schemas.microsoft.com/office/powerpoint/2010/main" val="545887075"/>
      </p:ext>
    </p:extLst>
  </p:cSld>
  <p:clrMapOvr>
    <a:masterClrMapping/>
  </p:clrMapOvr>
  <p:extLst>
    <p:ext uri="{DCECCB84-F9BA-43D5-87BE-67443E8EF086}">
      <p15:sldGuideLst xmlns:p15="http://schemas.microsoft.com/office/powerpoint/2012/main">
        <p15:guide id="1" orient="horz" pos="2591" userDrawn="1">
          <p15:clr>
            <a:srgbClr val="FBAE40"/>
          </p15:clr>
        </p15:guide>
        <p15:guide id="2" orient="horz" pos="2659"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裏表紙A">
    <p:bg>
      <p:bgPr>
        <a:solidFill>
          <a:schemeClr val="bg1"/>
        </a:solidFill>
        <a:effectLst/>
      </p:bgPr>
    </p:bg>
    <p:spTree>
      <p:nvGrpSpPr>
        <p:cNvPr id="1" name=""/>
        <p:cNvGrpSpPr/>
        <p:nvPr/>
      </p:nvGrpSpPr>
      <p:grpSpPr>
        <a:xfrm>
          <a:off x="0" y="0"/>
          <a:ext cx="0" cy="0"/>
          <a:chOff x="0" y="0"/>
          <a:chExt cx="0" cy="0"/>
        </a:xfrm>
      </p:grpSpPr>
      <p:pic>
        <p:nvPicPr>
          <p:cNvPr id="4" name="図 3">
            <a:extLst>
              <a:ext uri="{FF2B5EF4-FFF2-40B4-BE49-F238E27FC236}">
                <a16:creationId xmlns:a16="http://schemas.microsoft.com/office/drawing/2014/main" id="{3DE3DF6E-7C0D-4243-A88A-1FEDAF3DA0EF}"/>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2077465"/>
            <a:ext cx="6482082" cy="4780535"/>
          </a:xfrm>
          <a:prstGeom prst="rect">
            <a:avLst/>
          </a:prstGeom>
        </p:spPr>
      </p:pic>
      <p:pic>
        <p:nvPicPr>
          <p:cNvPr id="5" name="図 4">
            <a:extLst>
              <a:ext uri="{FF2B5EF4-FFF2-40B4-BE49-F238E27FC236}">
                <a16:creationId xmlns:a16="http://schemas.microsoft.com/office/drawing/2014/main" id="{390A487B-16B8-2244-AC81-C53D9CB66D3F}"/>
              </a:ext>
            </a:extLst>
          </p:cNvPr>
          <p:cNvPicPr>
            <a:picLocks noChangeAspect="1"/>
          </p:cNvPicPr>
          <p:nvPr userDrawn="1"/>
        </p:nvPicPr>
        <p:blipFill>
          <a:blip r:embed="rId3"/>
          <a:srcRect/>
          <a:stretch/>
        </p:blipFill>
        <p:spPr>
          <a:xfrm>
            <a:off x="5987435" y="2792937"/>
            <a:ext cx="3302596" cy="1131445"/>
          </a:xfrm>
          <a:prstGeom prst="rect">
            <a:avLst/>
          </a:prstGeom>
        </p:spPr>
      </p:pic>
    </p:spTree>
    <p:extLst>
      <p:ext uri="{BB962C8B-B14F-4D97-AF65-F5344CB8AC3E}">
        <p14:creationId xmlns:p14="http://schemas.microsoft.com/office/powerpoint/2010/main" val="3276699012"/>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裏表紙B">
    <p:bg>
      <p:bgPr>
        <a:solidFill>
          <a:schemeClr val="bg1"/>
        </a:solidFill>
        <a:effectLst/>
      </p:bgPr>
    </p:bg>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4543F6B6-14E2-F441-AE02-931CA94084D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2077465"/>
            <a:ext cx="6482081" cy="4780535"/>
          </a:xfrm>
          <a:prstGeom prst="rect">
            <a:avLst/>
          </a:prstGeom>
        </p:spPr>
      </p:pic>
      <p:pic>
        <p:nvPicPr>
          <p:cNvPr id="7" name="図 6">
            <a:extLst>
              <a:ext uri="{FF2B5EF4-FFF2-40B4-BE49-F238E27FC236}">
                <a16:creationId xmlns:a16="http://schemas.microsoft.com/office/drawing/2014/main" id="{41F090B0-1BEE-0D4C-9408-D8891D31BBC2}"/>
              </a:ext>
            </a:extLst>
          </p:cNvPr>
          <p:cNvPicPr>
            <a:picLocks noChangeAspect="1"/>
          </p:cNvPicPr>
          <p:nvPr userDrawn="1"/>
        </p:nvPicPr>
        <p:blipFill>
          <a:blip r:embed="rId3"/>
          <a:srcRect/>
          <a:stretch/>
        </p:blipFill>
        <p:spPr>
          <a:xfrm>
            <a:off x="5987435" y="2792937"/>
            <a:ext cx="3302596" cy="1131445"/>
          </a:xfrm>
          <a:prstGeom prst="rect">
            <a:avLst/>
          </a:prstGeom>
        </p:spPr>
      </p:pic>
    </p:spTree>
    <p:extLst>
      <p:ext uri="{BB962C8B-B14F-4D97-AF65-F5344CB8AC3E}">
        <p14:creationId xmlns:p14="http://schemas.microsoft.com/office/powerpoint/2010/main" val="1453211106"/>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裏表紙C">
    <p:bg>
      <p:bgPr>
        <a:solidFill>
          <a:schemeClr val="accent2"/>
        </a:solidFill>
        <a:effectLst/>
      </p:bgPr>
    </p:bg>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677DC0DD-4963-3A48-A8D2-06F39F353C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077466"/>
            <a:ext cx="6482081" cy="4780534"/>
          </a:xfrm>
          <a:prstGeom prst="rect">
            <a:avLst/>
          </a:prstGeom>
        </p:spPr>
      </p:pic>
      <p:pic>
        <p:nvPicPr>
          <p:cNvPr id="8" name="図 7">
            <a:extLst>
              <a:ext uri="{FF2B5EF4-FFF2-40B4-BE49-F238E27FC236}">
                <a16:creationId xmlns:a16="http://schemas.microsoft.com/office/drawing/2014/main" id="{53D56238-4CA6-0845-852C-0F7A39C6A664}"/>
              </a:ext>
            </a:extLst>
          </p:cNvPr>
          <p:cNvPicPr>
            <a:picLocks noChangeAspect="1"/>
          </p:cNvPicPr>
          <p:nvPr userDrawn="1"/>
        </p:nvPicPr>
        <p:blipFill>
          <a:blip r:embed="rId3"/>
          <a:srcRect/>
          <a:stretch/>
        </p:blipFill>
        <p:spPr>
          <a:xfrm>
            <a:off x="5987433" y="2791445"/>
            <a:ext cx="3302598" cy="1132937"/>
          </a:xfrm>
          <a:prstGeom prst="rect">
            <a:avLst/>
          </a:prstGeom>
        </p:spPr>
      </p:pic>
      <p:sp>
        <p:nvSpPr>
          <p:cNvPr id="7" name="テキスト ボックス 6">
            <a:extLst>
              <a:ext uri="{FF2B5EF4-FFF2-40B4-BE49-F238E27FC236}">
                <a16:creationId xmlns:a16="http://schemas.microsoft.com/office/drawing/2014/main" id="{6EBFAA56-E08A-CB4D-83B5-C3ADE95A5CE5}"/>
              </a:ext>
            </a:extLst>
          </p:cNvPr>
          <p:cNvSpPr txBox="1"/>
          <p:nvPr userDrawn="1"/>
        </p:nvSpPr>
        <p:spPr>
          <a:xfrm>
            <a:off x="8141426" y="6623438"/>
            <a:ext cx="1433086" cy="215444"/>
          </a:xfrm>
          <a:prstGeom prst="rect">
            <a:avLst/>
          </a:prstGeom>
          <a:noFill/>
          <a:ln>
            <a:noFill/>
          </a:ln>
        </p:spPr>
        <p:txBody>
          <a:bodyPr wrap="none" lIns="0" rIns="0" rtlCol="0">
            <a:spAutoFit/>
          </a:bodyPr>
          <a:lstStyle/>
          <a:p>
            <a:pPr algn="r"/>
            <a:r>
              <a:rPr kumimoji="0" lang="en-US" altLang="ja-JP" sz="800" dirty="0">
                <a:solidFill>
                  <a:schemeClr val="bg1"/>
                </a:solidFill>
                <a:latin typeface="+mn-lt"/>
                <a:cs typeface="Meiryo UI" pitchFamily="50" charset="-128"/>
              </a:rPr>
              <a:t>© 2022 NTT DATA Corporation</a:t>
            </a:r>
          </a:p>
        </p:txBody>
      </p:sp>
    </p:spTree>
    <p:extLst>
      <p:ext uri="{BB962C8B-B14F-4D97-AF65-F5344CB8AC3E}">
        <p14:creationId xmlns:p14="http://schemas.microsoft.com/office/powerpoint/2010/main" val="3455033850"/>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3_カラーサンプル">
    <p:spTree>
      <p:nvGrpSpPr>
        <p:cNvPr id="1" name=""/>
        <p:cNvGrpSpPr/>
        <p:nvPr/>
      </p:nvGrpSpPr>
      <p:grpSpPr>
        <a:xfrm>
          <a:off x="0" y="0"/>
          <a:ext cx="0" cy="0"/>
          <a:chOff x="0" y="0"/>
          <a:chExt cx="0" cy="0"/>
        </a:xfrm>
      </p:grpSpPr>
      <p:pic>
        <p:nvPicPr>
          <p:cNvPr id="2" name="図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214630" y="6407161"/>
            <a:ext cx="9476740" cy="262128"/>
          </a:xfrm>
          <a:prstGeom prst="rect">
            <a:avLst/>
          </a:prstGeom>
        </p:spPr>
      </p:pic>
      <p:sp>
        <p:nvSpPr>
          <p:cNvPr id="4" name="日付プレースホルダー 32"/>
          <p:cNvSpPr txBox="1">
            <a:spLocks/>
          </p:cNvSpPr>
          <p:nvPr userDrawn="1"/>
        </p:nvSpPr>
        <p:spPr>
          <a:xfrm>
            <a:off x="335478" y="6357513"/>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lang="en-US" altLang="ja-JP" sz="700" dirty="0">
                <a:solidFill>
                  <a:schemeClr val="bg1"/>
                </a:solidFill>
                <a:latin typeface="+mn-lt"/>
              </a:rPr>
              <a:t>© MITSUBISHI HEAVY INDUSTRIES, LTD.  All Rights Reserved.</a:t>
            </a:r>
            <a:endParaRPr lang="ja-JP" altLang="en-US" sz="700" dirty="0">
              <a:solidFill>
                <a:schemeClr val="bg1"/>
              </a:solidFill>
              <a:latin typeface="+mn-lt"/>
            </a:endParaRPr>
          </a:p>
        </p:txBody>
      </p:sp>
      <p:sp>
        <p:nvSpPr>
          <p:cNvPr id="7" name="スライド番号プレースホルダー 5"/>
          <p:cNvSpPr txBox="1">
            <a:spLocks/>
          </p:cNvSpPr>
          <p:nvPr userDrawn="1"/>
        </p:nvSpPr>
        <p:spPr>
          <a:xfrm>
            <a:off x="9071901" y="6356608"/>
            <a:ext cx="564092" cy="365125"/>
          </a:xfrm>
          <a:prstGeom prst="rect">
            <a:avLst/>
          </a:prstGeom>
          <a:ln>
            <a:noFill/>
          </a:ln>
        </p:spPr>
        <p:txBody>
          <a:bodyPr vert="horz" wrap="square" lIns="91440" tIns="45720" rIns="91440" bIns="45720" numCol="1" anchor="ctr" anchorCtr="0" compatLnSpc="1">
            <a:prstTxWarp prst="textNoShape">
              <a:avLst/>
            </a:prstTxWarp>
          </a:bodyPr>
          <a:lstStyle>
            <a:defPPr>
              <a:defRPr lang="ja-JP"/>
            </a:defPPr>
            <a:lvl1pPr algn="r" defTabSz="457200" rtl="0" fontAlgn="base">
              <a:lnSpc>
                <a:spcPct val="100000"/>
              </a:lnSpc>
              <a:spcBef>
                <a:spcPct val="0"/>
              </a:spcBef>
              <a:spcAft>
                <a:spcPct val="0"/>
              </a:spcAft>
              <a:buFontTx/>
              <a:buNone/>
              <a:defRPr kumimoji="1" sz="1000" b="0" kern="1200">
                <a:solidFill>
                  <a:srgbClr val="FFFFFF"/>
                </a:solidFill>
                <a:latin typeface="+mn-lt"/>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fld id="{2336B973-55D6-4CA0-852C-851A571EFE2A}" type="slidenum">
              <a:rPr lang="ja-JP" altLang="en-US" sz="1000" smtClean="0">
                <a:latin typeface="Arial"/>
              </a:rPr>
              <a:pPr>
                <a:defRPr/>
              </a:pPr>
              <a:t>‹#›</a:t>
            </a:fld>
            <a:endParaRPr lang="en-US" altLang="ja-JP" sz="1000" dirty="0">
              <a:latin typeface="Arial"/>
            </a:endParaRPr>
          </a:p>
        </p:txBody>
      </p:sp>
      <p:sp>
        <p:nvSpPr>
          <p:cNvPr id="15" name="タイトル 1"/>
          <p:cNvSpPr>
            <a:spLocks noGrp="1"/>
          </p:cNvSpPr>
          <p:nvPr>
            <p:ph type="title" hasCustomPrompt="1"/>
          </p:nvPr>
        </p:nvSpPr>
        <p:spPr>
          <a:xfrm>
            <a:off x="249822" y="128799"/>
            <a:ext cx="6922598" cy="349961"/>
          </a:xfrm>
          <a:prstGeom prst="rect">
            <a:avLst/>
          </a:prstGeom>
        </p:spPr>
        <p:txBody>
          <a:bodyPr/>
          <a:lstStyle>
            <a:lvl1pPr>
              <a:lnSpc>
                <a:spcPct val="100000"/>
              </a:lnSpc>
              <a:defRPr sz="2200" b="1">
                <a:latin typeface="+mj-ea"/>
                <a:ea typeface="+mj-ea"/>
                <a:cs typeface="メイリオ" pitchFamily="50" charset="-128"/>
              </a:defRPr>
            </a:lvl1pPr>
          </a:lstStyle>
          <a:p>
            <a:r>
              <a:rPr kumimoji="1" lang="ja-JP" altLang="en-US" dirty="0"/>
              <a:t>ページタイトル </a:t>
            </a:r>
            <a:r>
              <a:rPr kumimoji="1" lang="en-US" altLang="ja-JP" dirty="0"/>
              <a:t>22pt</a:t>
            </a:r>
            <a:endParaRPr kumimoji="1" lang="ja-JP" altLang="en-US" dirty="0"/>
          </a:p>
        </p:txBody>
      </p:sp>
      <p:cxnSp>
        <p:nvCxnSpPr>
          <p:cNvPr id="21" name="直線コネクタ 20"/>
          <p:cNvCxnSpPr/>
          <p:nvPr userDrawn="1"/>
        </p:nvCxnSpPr>
        <p:spPr>
          <a:xfrm>
            <a:off x="212807" y="564204"/>
            <a:ext cx="94734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6" name="Picture 2" descr="\\S-server2-pc\l\1805_MHI_PPTテンプレート修正\FromDOS\180514\MHI_PPTテンプレート_0514\PPT用ロゴデータ_0514\三菱重工（念のため）\JP01\Fullcolor\Positive\MHI_JP01_FC_POS_RGB.jpg"/>
          <p:cNvPicPr>
            <a:picLocks noChangeAspect="1" noChangeArrowheads="1"/>
          </p:cNvPicPr>
          <p:nvPr userDrawn="1"/>
        </p:nvPicPr>
        <p:blipFill>
          <a:blip r:embed="rId3" cstate="print">
            <a:extLst>
              <a:ext uri="{28A0092B-C50C-407E-A947-70E740481C1C}">
                <a14:useLocalDpi xmlns:a14="http://schemas.microsoft.com/office/drawing/2010/main"/>
              </a:ext>
            </a:extLst>
          </a:blip>
          <a:srcRect/>
          <a:stretch>
            <a:fillRect/>
          </a:stretch>
        </p:blipFill>
        <p:spPr bwMode="auto">
          <a:xfrm>
            <a:off x="8332854" y="86759"/>
            <a:ext cx="1434975" cy="374744"/>
          </a:xfrm>
          <a:prstGeom prst="rect">
            <a:avLst/>
          </a:prstGeom>
          <a:noFill/>
          <a:extLst>
            <a:ext uri="{909E8E84-426E-40DD-AFC4-6F175D3DCCD1}">
              <a14:hiddenFill xmlns:a14="http://schemas.microsoft.com/office/drawing/2010/main">
                <a:solidFill>
                  <a:srgbClr val="FFFFFF"/>
                </a:solidFill>
              </a14:hiddenFill>
            </a:ext>
          </a:extLst>
        </p:spPr>
      </p:pic>
      <p:sp>
        <p:nvSpPr>
          <p:cNvPr id="5" name="テキスト プレースホルダー 4">
            <a:extLst>
              <a:ext uri="{FF2B5EF4-FFF2-40B4-BE49-F238E27FC236}">
                <a16:creationId xmlns:a16="http://schemas.microsoft.com/office/drawing/2014/main" id="{064617E2-0202-4D92-8F99-966C5F637E45}"/>
              </a:ext>
            </a:extLst>
          </p:cNvPr>
          <p:cNvSpPr>
            <a:spLocks noGrp="1"/>
          </p:cNvSpPr>
          <p:nvPr>
            <p:ph type="body" sz="quarter" idx="10"/>
          </p:nvPr>
        </p:nvSpPr>
        <p:spPr>
          <a:xfrm>
            <a:off x="249822" y="573018"/>
            <a:ext cx="9437102" cy="1395413"/>
          </a:xfrm>
          <a:prstGeom prst="rect">
            <a:avLst/>
          </a:prstGeom>
        </p:spPr>
        <p:txBody>
          <a:bodyPr/>
          <a:lstStyle>
            <a:lvl1pPr marL="0" indent="0">
              <a:buNone/>
              <a:defRPr sz="1600">
                <a:latin typeface="Meiryo UI" panose="020B0604030504040204" pitchFamily="50" charset="-128"/>
                <a:ea typeface="Meiryo UI" panose="020B0604030504040204" pitchFamily="50" charset="-128"/>
              </a:defRPr>
            </a:lvl1pPr>
            <a:lvl2pPr>
              <a:defRPr sz="1400">
                <a:latin typeface="Meiryo UI" panose="020B0604030504040204" pitchFamily="50" charset="-128"/>
                <a:ea typeface="Meiryo UI" panose="020B0604030504040204" pitchFamily="50" charset="-128"/>
              </a:defRPr>
            </a:lvl2pPr>
            <a:lvl3pPr>
              <a:defRPr sz="1400">
                <a:latin typeface="Meiryo UI" panose="020B0604030504040204" pitchFamily="50" charset="-128"/>
                <a:ea typeface="Meiryo UI" panose="020B0604030504040204" pitchFamily="50" charset="-128"/>
              </a:defRPr>
            </a:lvl3pPr>
            <a:lvl4pPr>
              <a:defRPr sz="1200">
                <a:latin typeface="Meiryo UI" panose="020B0604030504040204" pitchFamily="50" charset="-128"/>
                <a:ea typeface="Meiryo UI" panose="020B0604030504040204" pitchFamily="50" charset="-128"/>
              </a:defRPr>
            </a:lvl4pPr>
            <a:lvl5pPr>
              <a:defRPr sz="1200">
                <a:latin typeface="Meiryo UI" panose="020B0604030504040204" pitchFamily="50" charset="-128"/>
                <a:ea typeface="Meiryo UI" panose="020B0604030504040204" pitchFamily="50" charset="-128"/>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endParaRPr kumimoji="1" lang="en-US" dirty="0"/>
          </a:p>
        </p:txBody>
      </p:sp>
    </p:spTree>
    <p:extLst>
      <p:ext uri="{BB962C8B-B14F-4D97-AF65-F5344CB8AC3E}">
        <p14:creationId xmlns:p14="http://schemas.microsoft.com/office/powerpoint/2010/main" val="287025779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表紙1">
    <p:spTree>
      <p:nvGrpSpPr>
        <p:cNvPr id="1" name=""/>
        <p:cNvGrpSpPr/>
        <p:nvPr/>
      </p:nvGrpSpPr>
      <p:grpSpPr>
        <a:xfrm>
          <a:off x="0" y="0"/>
          <a:ext cx="0" cy="0"/>
          <a:chOff x="0" y="0"/>
          <a:chExt cx="0" cy="0"/>
        </a:xfrm>
      </p:grpSpPr>
      <p:sp>
        <p:nvSpPr>
          <p:cNvPr id="6" name="テキスト プレースホルダー 5"/>
          <p:cNvSpPr>
            <a:spLocks noGrp="1"/>
          </p:cNvSpPr>
          <p:nvPr>
            <p:ph type="body" sz="quarter" idx="10" hasCustomPrompt="1"/>
          </p:nvPr>
        </p:nvSpPr>
        <p:spPr>
          <a:xfrm>
            <a:off x="334453" y="5566335"/>
            <a:ext cx="2586024" cy="351288"/>
          </a:xfrm>
          <a:prstGeom prst="rect">
            <a:avLst/>
          </a:prstGeom>
        </p:spPr>
        <p:txBody>
          <a:bodyPr anchor="ctr"/>
          <a:lstStyle>
            <a:lvl1pPr marL="0" indent="0">
              <a:lnSpc>
                <a:spcPct val="100000"/>
              </a:lnSpc>
              <a:spcBef>
                <a:spcPts val="0"/>
              </a:spcBef>
              <a:buNone/>
              <a:defRPr sz="1300" b="0" i="0">
                <a:latin typeface="Meiryo UI" panose="020B0604030504040204" pitchFamily="34" charset="-128"/>
                <a:ea typeface="Meiryo UI" panose="020B0604030504040204" pitchFamily="34" charset="-128"/>
                <a:cs typeface="Meiryo UI" panose="020B0604030504040204" pitchFamily="34" charset="-128"/>
              </a:defRPr>
            </a:lvl1pPr>
          </a:lstStyle>
          <a:p>
            <a:pPr lvl="0"/>
            <a:r>
              <a:rPr kumimoji="1" lang="en-US" altLang="ja-JP" dirty="0"/>
              <a:t>2020.6.1</a:t>
            </a:r>
            <a:endParaRPr kumimoji="1" lang="ja-JP" altLang="en-US"/>
          </a:p>
        </p:txBody>
      </p:sp>
      <p:sp>
        <p:nvSpPr>
          <p:cNvPr id="16" name="タイトル 2"/>
          <p:cNvSpPr>
            <a:spLocks noGrp="1"/>
          </p:cNvSpPr>
          <p:nvPr>
            <p:ph type="title" hasCustomPrompt="1"/>
          </p:nvPr>
        </p:nvSpPr>
        <p:spPr>
          <a:xfrm>
            <a:off x="334452" y="2699386"/>
            <a:ext cx="9242972" cy="585575"/>
          </a:xfrm>
          <a:prstGeom prst="rect">
            <a:avLst/>
          </a:prstGeom>
        </p:spPr>
        <p:txBody>
          <a:bodyPr/>
          <a:lstStyle>
            <a:lvl1pPr>
              <a:lnSpc>
                <a:spcPct val="100000"/>
              </a:lnSpc>
              <a:spcBef>
                <a:spcPts val="0"/>
              </a:spcBef>
              <a:defRPr sz="3200" b="0" i="0" baseline="0">
                <a:solidFill>
                  <a:schemeClr val="tx1"/>
                </a:solidFill>
                <a:latin typeface="Meiryo UI" panose="020B0604030504040204" pitchFamily="34" charset="-128"/>
                <a:ea typeface="Meiryo UI" panose="020B0604030504040204" pitchFamily="34" charset="-128"/>
                <a:cs typeface="Meiryo UI" panose="020B0604030504040204" pitchFamily="34" charset="-128"/>
              </a:defRPr>
            </a:lvl1pPr>
          </a:lstStyle>
          <a:p>
            <a:r>
              <a:rPr kumimoji="1" lang="ja-JP" altLang="en-US"/>
              <a:t>表紙タイトル </a:t>
            </a:r>
            <a:r>
              <a:rPr kumimoji="1" lang="en-US" altLang="ja-JP" dirty="0"/>
              <a:t>32pt</a:t>
            </a:r>
            <a:endParaRPr kumimoji="1" lang="ja-JP" altLang="en-US"/>
          </a:p>
        </p:txBody>
      </p:sp>
      <p:pic>
        <p:nvPicPr>
          <p:cNvPr id="11" name="図 10"/>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212807" y="201827"/>
            <a:ext cx="9473438" cy="944880"/>
          </a:xfrm>
          <a:prstGeom prst="rect">
            <a:avLst/>
          </a:prstGeom>
        </p:spPr>
      </p:pic>
      <p:sp>
        <p:nvSpPr>
          <p:cNvPr id="9" name="日付プレースホルダー 32"/>
          <p:cNvSpPr txBox="1">
            <a:spLocks/>
          </p:cNvSpPr>
          <p:nvPr userDrawn="1"/>
        </p:nvSpPr>
        <p:spPr>
          <a:xfrm>
            <a:off x="212807" y="6370975"/>
            <a:ext cx="5852552" cy="365125"/>
          </a:xfrm>
          <a:prstGeom prst="rect">
            <a:avLst/>
          </a:prstGeom>
          <a:ln>
            <a:noFill/>
          </a:ln>
        </p:spPr>
        <p:txBody>
          <a:bodyPr vert="horz" wrap="square" lIns="0" tIns="45720" rIns="91440" bIns="45720" numCol="1" anchor="ctr" anchorCtr="0" compatLnSpc="1">
            <a:prstTxWarp prst="textNoShape">
              <a:avLst/>
            </a:prstTxWarp>
          </a:bodyPr>
          <a:lstStyle>
            <a:defPPr>
              <a:defRPr lang="ja-JP"/>
            </a:defPPr>
            <a:lvl1pPr algn="l" defTabSz="457200" rtl="0" fontAlgn="base">
              <a:lnSpc>
                <a:spcPct val="100000"/>
              </a:lnSpc>
              <a:spcBef>
                <a:spcPct val="0"/>
              </a:spcBef>
              <a:spcAft>
                <a:spcPct val="0"/>
              </a:spcAft>
              <a:buFontTx/>
              <a:buNone/>
              <a:defRPr kumimoji="1" sz="1000" kern="1200" smtClean="0">
                <a:solidFill>
                  <a:schemeClr val="tx1"/>
                </a:solidFill>
                <a:latin typeface="Arial" pitchFamily="34" charset="0"/>
                <a:ea typeface="ＭＳ Ｐゴシック" pitchFamily="50" charset="-128"/>
                <a:cs typeface="+mn-cs"/>
              </a:defRPr>
            </a:lvl1pPr>
            <a:lvl2pPr marL="4572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2pPr>
            <a:lvl3pPr marL="9144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3pPr>
            <a:lvl4pPr marL="13716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4pPr>
            <a:lvl5pPr marL="1828800" algn="ctr" defTabSz="457200" rtl="0" fontAlgn="base">
              <a:lnSpc>
                <a:spcPct val="90000"/>
              </a:lnSpc>
              <a:spcBef>
                <a:spcPct val="20000"/>
              </a:spcBef>
              <a:spcAft>
                <a:spcPct val="0"/>
              </a:spcAft>
              <a:buFont typeface="Arial" pitchFamily="34" charset="0"/>
              <a:defRPr kumimoji="1" sz="1600" kern="1200">
                <a:solidFill>
                  <a:schemeClr val="tx1"/>
                </a:solidFill>
                <a:latin typeface="Arial" pitchFamily="34" charset="0"/>
                <a:ea typeface="ＭＳ Ｐゴシック" pitchFamily="50" charset="-128"/>
                <a:cs typeface="+mn-cs"/>
              </a:defRPr>
            </a:lvl5pPr>
            <a:lvl6pPr marL="2286000" algn="l" defTabSz="914400" rtl="0" eaLnBrk="1" latinLnBrk="0" hangingPunct="1">
              <a:defRPr kumimoji="1" sz="1600" kern="1200">
                <a:solidFill>
                  <a:schemeClr val="tx1"/>
                </a:solidFill>
                <a:latin typeface="Arial" pitchFamily="34" charset="0"/>
                <a:ea typeface="ＭＳ Ｐゴシック" pitchFamily="50" charset="-128"/>
                <a:cs typeface="+mn-cs"/>
              </a:defRPr>
            </a:lvl6pPr>
            <a:lvl7pPr marL="2743200" algn="l" defTabSz="914400" rtl="0" eaLnBrk="1" latinLnBrk="0" hangingPunct="1">
              <a:defRPr kumimoji="1" sz="1600" kern="1200">
                <a:solidFill>
                  <a:schemeClr val="tx1"/>
                </a:solidFill>
                <a:latin typeface="Arial" pitchFamily="34" charset="0"/>
                <a:ea typeface="ＭＳ Ｐゴシック" pitchFamily="50" charset="-128"/>
                <a:cs typeface="+mn-cs"/>
              </a:defRPr>
            </a:lvl7pPr>
            <a:lvl8pPr marL="3200400" algn="l" defTabSz="914400" rtl="0" eaLnBrk="1" latinLnBrk="0" hangingPunct="1">
              <a:defRPr kumimoji="1" sz="1600" kern="1200">
                <a:solidFill>
                  <a:schemeClr val="tx1"/>
                </a:solidFill>
                <a:latin typeface="Arial" pitchFamily="34" charset="0"/>
                <a:ea typeface="ＭＳ Ｐゴシック" pitchFamily="50" charset="-128"/>
                <a:cs typeface="+mn-cs"/>
              </a:defRPr>
            </a:lvl8pPr>
            <a:lvl9pPr marL="3657600" algn="l" defTabSz="914400" rtl="0" eaLnBrk="1" latinLnBrk="0" hangingPunct="1">
              <a:defRPr kumimoji="1" sz="1600" kern="1200">
                <a:solidFill>
                  <a:schemeClr val="tx1"/>
                </a:solidFill>
                <a:latin typeface="Arial" pitchFamily="34" charset="0"/>
                <a:ea typeface="ＭＳ Ｐゴシック" pitchFamily="50" charset="-128"/>
                <a:cs typeface="+mn-cs"/>
              </a:defRPr>
            </a:lvl9pPr>
          </a:lstStyle>
          <a:p>
            <a:pPr>
              <a:defRPr/>
            </a:pPr>
            <a:r>
              <a:rPr kumimoji="1" lang="en-US" altLang="ja-JP" sz="700" b="0" i="0" kern="1200" dirty="0">
                <a:solidFill>
                  <a:schemeClr val="tx1"/>
                </a:solidFill>
                <a:latin typeface="Meiryo UI" panose="020B0604030504040204" pitchFamily="34" charset="-128"/>
                <a:ea typeface="ＭＳ Ｐゴシック" pitchFamily="50" charset="-128"/>
                <a:cs typeface="+mn-cs"/>
              </a:rPr>
              <a:t>Mitsubishi Power, Ltd. All Rights Reserved.</a:t>
            </a:r>
          </a:p>
        </p:txBody>
      </p:sp>
      <p:pic>
        <p:nvPicPr>
          <p:cNvPr id="12" name="図 11">
            <a:extLst>
              <a:ext uri="{FF2B5EF4-FFF2-40B4-BE49-F238E27FC236}">
                <a16:creationId xmlns:a16="http://schemas.microsoft.com/office/drawing/2014/main" id="{EBFDCA56-A79F-7F4A-816A-231E8FA56A73}"/>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29088" y="5966807"/>
            <a:ext cx="1619739" cy="150984"/>
          </a:xfrm>
          <a:prstGeom prst="rect">
            <a:avLst/>
          </a:prstGeom>
        </p:spPr>
      </p:pic>
      <p:pic>
        <p:nvPicPr>
          <p:cNvPr id="8" name="図 7">
            <a:extLst>
              <a:ext uri="{FF2B5EF4-FFF2-40B4-BE49-F238E27FC236}">
                <a16:creationId xmlns:a16="http://schemas.microsoft.com/office/drawing/2014/main" id="{45B694BC-EF5E-8F44-90FF-BC4538A9106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8210137" y="6291194"/>
            <a:ext cx="1362075" cy="304800"/>
          </a:xfrm>
          <a:prstGeom prst="rect">
            <a:avLst/>
          </a:prstGeom>
        </p:spPr>
      </p:pic>
      <p:sp>
        <p:nvSpPr>
          <p:cNvPr id="13" name="テキスト プレースホルダー 21">
            <a:extLst>
              <a:ext uri="{FF2B5EF4-FFF2-40B4-BE49-F238E27FC236}">
                <a16:creationId xmlns:a16="http://schemas.microsoft.com/office/drawing/2014/main" id="{468847F3-99F9-4059-9FAF-30C5C70FABF8}"/>
              </a:ext>
            </a:extLst>
          </p:cNvPr>
          <p:cNvSpPr>
            <a:spLocks noGrp="1"/>
          </p:cNvSpPr>
          <p:nvPr>
            <p:ph type="body" sz="quarter" idx="14" hasCustomPrompt="1"/>
          </p:nvPr>
        </p:nvSpPr>
        <p:spPr>
          <a:xfrm>
            <a:off x="334452" y="3361113"/>
            <a:ext cx="9242972" cy="1676400"/>
          </a:xfrm>
          <a:prstGeom prst="rect">
            <a:avLst/>
          </a:prstGeom>
        </p:spPr>
        <p:txBody>
          <a:bodyPr/>
          <a:lstStyle>
            <a:lvl1pPr marL="0" marR="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sz="1600" b="0" i="0" baseline="0">
                <a:solidFill>
                  <a:schemeClr val="tx1"/>
                </a:solidFill>
                <a:latin typeface="Meiryo UI" panose="020B0604030504040204" pitchFamily="34" charset="-128"/>
                <a:ea typeface="Meiryo UI" panose="020B0604030504040204" pitchFamily="34" charset="-128"/>
                <a:cs typeface="Meiryo UI" panose="020B0604030504040204" pitchFamily="34" charset="-128"/>
              </a:defRPr>
            </a:lvl1pPr>
          </a:lstStyle>
          <a:p>
            <a:pPr marL="0" marR="0" lvl="0" indent="0" algn="l" defTabSz="685800" rtl="0" eaLnBrk="1" fontAlgn="auto" latinLnBrk="0" hangingPunct="1">
              <a:lnSpc>
                <a:spcPct val="120000"/>
              </a:lnSpc>
              <a:spcBef>
                <a:spcPts val="0"/>
              </a:spcBef>
              <a:spcAft>
                <a:spcPts val="0"/>
              </a:spcAft>
              <a:buClrTx/>
              <a:buSzTx/>
              <a:buFont typeface="Arial" panose="020B0604020202020204" pitchFamily="34" charset="0"/>
              <a:buNone/>
              <a:tabLst/>
              <a:defRPr/>
            </a:pPr>
            <a:r>
              <a:rPr kumimoji="1" lang="ja-JP" altLang="en-US"/>
              <a:t>サブタイトル </a:t>
            </a:r>
            <a:r>
              <a:rPr kumimoji="1" lang="en-US" altLang="ja-JP" dirty="0"/>
              <a:t>16pt</a:t>
            </a:r>
            <a:r>
              <a:rPr kumimoji="1" lang="ja-JP" altLang="en-US"/>
              <a:t>　　　　　　　　　　　　　　　　　　　　　　　　　　　　　　　　</a:t>
            </a:r>
          </a:p>
        </p:txBody>
      </p:sp>
    </p:spTree>
    <p:extLst>
      <p:ext uri="{BB962C8B-B14F-4D97-AF65-F5344CB8AC3E}">
        <p14:creationId xmlns:p14="http://schemas.microsoft.com/office/powerpoint/2010/main" val="15798523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0.xml"/><Relationship Id="rId7"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5" Type="http://schemas.openxmlformats.org/officeDocument/2006/relationships/slideLayout" Target="../slideLayouts/slideLayout12.xml"/><Relationship Id="rId4" Type="http://schemas.openxmlformats.org/officeDocument/2006/relationships/slideLayout" Target="../slideLayouts/slideLayout1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image" Target="../media/image13.gif"/><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theme" Target="../theme/theme3.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26.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image" Target="../media/image13.gif"/><Relationship Id="rId5" Type="http://schemas.openxmlformats.org/officeDocument/2006/relationships/theme" Target="../theme/theme4.xml"/><Relationship Id="rId4" Type="http://schemas.openxmlformats.org/officeDocument/2006/relationships/slideLayout" Target="../slideLayouts/slideLayout27.xml"/></Relationships>
</file>

<file path=ppt/slideMasters/_rels/slideMaster5.xml.rels><?xml version="1.0" encoding="UTF-8" standalone="yes"?>
<Relationships xmlns="http://schemas.openxmlformats.org/package/2006/relationships"><Relationship Id="rId3" Type="http://schemas.openxmlformats.org/officeDocument/2006/relationships/slideLayout" Target="../slideLayouts/slideLayout30.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image" Target="../media/image9.gif"/><Relationship Id="rId5" Type="http://schemas.openxmlformats.org/officeDocument/2006/relationships/theme" Target="../theme/theme5.xml"/><Relationship Id="rId4" Type="http://schemas.openxmlformats.org/officeDocument/2006/relationships/slideLayout" Target="../slideLayouts/slideLayout31.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34.xml"/><Relationship Id="rId2" Type="http://schemas.openxmlformats.org/officeDocument/2006/relationships/slideLayout" Target="../slideLayouts/slideLayout33.xml"/><Relationship Id="rId1" Type="http://schemas.openxmlformats.org/officeDocument/2006/relationships/slideLayout" Target="../slideLayouts/slideLayout32.xml"/><Relationship Id="rId6" Type="http://schemas.openxmlformats.org/officeDocument/2006/relationships/theme" Target="../theme/theme6.xml"/><Relationship Id="rId5" Type="http://schemas.openxmlformats.org/officeDocument/2006/relationships/slideLayout" Target="../slideLayouts/slideLayout36.xml"/><Relationship Id="rId4"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3" name="タイトル プレースホルダー 2">
            <a:extLst>
              <a:ext uri="{FF2B5EF4-FFF2-40B4-BE49-F238E27FC236}">
                <a16:creationId xmlns:a16="http://schemas.microsoft.com/office/drawing/2014/main" id="{8D373499-E559-1940-9889-99FA98286D29}"/>
              </a:ext>
            </a:extLst>
          </p:cNvPr>
          <p:cNvSpPr>
            <a:spLocks noGrp="1"/>
          </p:cNvSpPr>
          <p:nvPr>
            <p:ph type="title"/>
          </p:nvPr>
        </p:nvSpPr>
        <p:spPr>
          <a:xfrm>
            <a:off x="331787" y="2718664"/>
            <a:ext cx="7177087" cy="307777"/>
          </a:xfrm>
          <a:prstGeom prst="rect">
            <a:avLst/>
          </a:prstGeom>
        </p:spPr>
        <p:txBody>
          <a:bodyPr vert="horz" wrap="square" lIns="0" tIns="0" rIns="0" bIns="0" rtlCol="0" anchor="t" anchorCtr="0">
            <a:noAutofit/>
          </a:bodyPr>
          <a:lstStyle/>
          <a:p>
            <a:r>
              <a:rPr kumimoji="1" lang="ja-JP" altLang="en-US"/>
              <a:t>マスター タイトルの書式設定</a:t>
            </a:r>
          </a:p>
        </p:txBody>
      </p:sp>
      <p:sp>
        <p:nvSpPr>
          <p:cNvPr id="8" name="テキスト ボックス 7">
            <a:extLst>
              <a:ext uri="{FF2B5EF4-FFF2-40B4-BE49-F238E27FC236}">
                <a16:creationId xmlns:a16="http://schemas.microsoft.com/office/drawing/2014/main" id="{56B23970-ECEC-DA4B-A68E-FE269BD873BC}"/>
              </a:ext>
            </a:extLst>
          </p:cNvPr>
          <p:cNvSpPr txBox="1"/>
          <p:nvPr userDrawn="1"/>
        </p:nvSpPr>
        <p:spPr>
          <a:xfrm>
            <a:off x="8141426" y="6623438"/>
            <a:ext cx="1433086" cy="215444"/>
          </a:xfrm>
          <a:prstGeom prst="rect">
            <a:avLst/>
          </a:prstGeom>
          <a:noFill/>
          <a:ln>
            <a:noFill/>
          </a:ln>
        </p:spPr>
        <p:txBody>
          <a:bodyPr wrap="none" lIns="0" rIns="0" rtlCol="0">
            <a:spAutoFit/>
          </a:bodyPr>
          <a:lstStyle/>
          <a:p>
            <a:pPr algn="r"/>
            <a:r>
              <a:rPr kumimoji="0" lang="en-US" altLang="ja-JP" sz="800" dirty="0">
                <a:solidFill>
                  <a:schemeClr val="tx1"/>
                </a:solidFill>
                <a:latin typeface="+mn-lt"/>
                <a:cs typeface="Meiryo UI" pitchFamily="50" charset="-128"/>
              </a:rPr>
              <a:t>© 2022 NTT DATA Corporation</a:t>
            </a:r>
          </a:p>
        </p:txBody>
      </p:sp>
    </p:spTree>
    <p:extLst>
      <p:ext uri="{BB962C8B-B14F-4D97-AF65-F5344CB8AC3E}">
        <p14:creationId xmlns:p14="http://schemas.microsoft.com/office/powerpoint/2010/main" val="2208126996"/>
      </p:ext>
    </p:extLst>
  </p:cSld>
  <p:clrMap bg1="lt1" tx1="dk1" bg2="lt2" tx2="dk2" accent1="accent1" accent2="accent2" accent3="accent3" accent4="accent4" accent5="accent5" accent6="accent6" hlink="hlink" folHlink="folHlink"/>
  <p:sldLayoutIdLst>
    <p:sldLayoutId id="2147483927" r:id="rId1"/>
    <p:sldLayoutId id="2147483926" r:id="rId2"/>
    <p:sldLayoutId id="2147483925" r:id="rId3"/>
    <p:sldLayoutId id="2147483930" r:id="rId4"/>
    <p:sldLayoutId id="2147483929" r:id="rId5"/>
    <p:sldLayoutId id="2147483928" r:id="rId6"/>
    <p:sldLayoutId id="2147483932" r:id="rId7"/>
  </p:sldLayoutIdLst>
  <p:hf hdr="0" ftr="0" dt="0"/>
  <p:txStyles>
    <p:titleStyle>
      <a:lvl1pPr algn="l" defTabSz="609559" rtl="0" eaLnBrk="1" fontAlgn="base" hangingPunct="1">
        <a:spcBef>
          <a:spcPct val="0"/>
        </a:spcBef>
        <a:spcAft>
          <a:spcPct val="0"/>
        </a:spcAft>
        <a:defRPr kumimoji="1" sz="2000" b="0" i="0" kern="1200" spc="0" baseline="0">
          <a:solidFill>
            <a:schemeClr val="tx1"/>
          </a:solidFill>
          <a:latin typeface="+mn-ea"/>
          <a:ea typeface="+mn-ea"/>
          <a:cs typeface="HGPGothicE" charset="-128"/>
        </a:defRPr>
      </a:lvl1pPr>
      <a:lvl2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9"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8"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76"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34"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9"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105" indent="-300545"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51" indent="-234935"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77" indent="-230703"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18" indent="-228585"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9" rtl="0" eaLnBrk="1" latinLnBrk="0" hangingPunct="1">
        <a:defRPr kumimoji="1" sz="2400" kern="1200">
          <a:solidFill>
            <a:schemeClr val="tx1"/>
          </a:solidFill>
          <a:latin typeface="+mn-lt"/>
          <a:ea typeface="+mn-ea"/>
          <a:cs typeface="+mn-cs"/>
        </a:defRPr>
      </a:lvl1pPr>
      <a:lvl2pPr marL="609559" algn="l" defTabSz="609559" rtl="0" eaLnBrk="1" latinLnBrk="0" hangingPunct="1">
        <a:defRPr kumimoji="1" sz="2400" kern="1200">
          <a:solidFill>
            <a:schemeClr val="tx1"/>
          </a:solidFill>
          <a:latin typeface="+mn-lt"/>
          <a:ea typeface="+mn-ea"/>
          <a:cs typeface="+mn-cs"/>
        </a:defRPr>
      </a:lvl2pPr>
      <a:lvl3pPr marL="1219118" algn="l" defTabSz="609559" rtl="0" eaLnBrk="1" latinLnBrk="0" hangingPunct="1">
        <a:defRPr kumimoji="1" sz="2400" kern="1200">
          <a:solidFill>
            <a:schemeClr val="tx1"/>
          </a:solidFill>
          <a:latin typeface="+mn-lt"/>
          <a:ea typeface="+mn-ea"/>
          <a:cs typeface="+mn-cs"/>
        </a:defRPr>
      </a:lvl3pPr>
      <a:lvl4pPr marL="1828676" algn="l" defTabSz="609559" rtl="0" eaLnBrk="1" latinLnBrk="0" hangingPunct="1">
        <a:defRPr kumimoji="1" sz="2400" kern="1200">
          <a:solidFill>
            <a:schemeClr val="tx1"/>
          </a:solidFill>
          <a:latin typeface="+mn-lt"/>
          <a:ea typeface="+mn-ea"/>
          <a:cs typeface="+mn-cs"/>
        </a:defRPr>
      </a:lvl4pPr>
      <a:lvl5pPr marL="2438234" algn="l" defTabSz="609559" rtl="0" eaLnBrk="1" latinLnBrk="0" hangingPunct="1">
        <a:defRPr kumimoji="1" sz="2400" kern="1200">
          <a:solidFill>
            <a:schemeClr val="tx1"/>
          </a:solidFill>
          <a:latin typeface="+mn-lt"/>
          <a:ea typeface="+mn-ea"/>
          <a:cs typeface="+mn-cs"/>
        </a:defRPr>
      </a:lvl5pPr>
      <a:lvl6pPr marL="3047792" algn="l" defTabSz="609559" rtl="0" eaLnBrk="1" latinLnBrk="0" hangingPunct="1">
        <a:defRPr kumimoji="1" sz="2400" kern="1200">
          <a:solidFill>
            <a:schemeClr val="tx1"/>
          </a:solidFill>
          <a:latin typeface="+mn-lt"/>
          <a:ea typeface="+mn-ea"/>
          <a:cs typeface="+mn-cs"/>
        </a:defRPr>
      </a:lvl6pPr>
      <a:lvl7pPr marL="3657351" algn="l" defTabSz="609559" rtl="0" eaLnBrk="1" latinLnBrk="0" hangingPunct="1">
        <a:defRPr kumimoji="1" sz="2400" kern="1200">
          <a:solidFill>
            <a:schemeClr val="tx1"/>
          </a:solidFill>
          <a:latin typeface="+mn-lt"/>
          <a:ea typeface="+mn-ea"/>
          <a:cs typeface="+mn-cs"/>
        </a:defRPr>
      </a:lvl7pPr>
      <a:lvl8pPr marL="4266908" algn="l" defTabSz="609559" rtl="0" eaLnBrk="1" latinLnBrk="0" hangingPunct="1">
        <a:defRPr kumimoji="1" sz="2400" kern="1200">
          <a:solidFill>
            <a:schemeClr val="tx1"/>
          </a:solidFill>
          <a:latin typeface="+mn-lt"/>
          <a:ea typeface="+mn-ea"/>
          <a:cs typeface="+mn-cs"/>
        </a:defRPr>
      </a:lvl8pPr>
      <a:lvl9pPr marL="4876467" algn="l" defTabSz="609559"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09">
          <p15:clr>
            <a:srgbClr val="F26B43"/>
          </p15:clr>
        </p15:guide>
        <p15:guide id="2" pos="4730" userDrawn="1">
          <p15:clr>
            <a:srgbClr val="F26B43"/>
          </p15:clr>
        </p15:guide>
        <p15:guide id="3" orient="horz" pos="1706" userDrawn="1">
          <p15:clr>
            <a:srgbClr val="F26B43"/>
          </p15:clr>
        </p15:guide>
        <p15:guide id="4" pos="6031">
          <p15:clr>
            <a:srgbClr val="F26B43"/>
          </p15:clr>
        </p15:guide>
        <p15:guide id="5" orient="horz" pos="4269">
          <p15:clr>
            <a:srgbClr val="F26B43"/>
          </p15:clr>
        </p15:guide>
        <p15:guide id="6" orient="horz" pos="4201">
          <p15:clr>
            <a:srgbClr val="F26B43"/>
          </p15:clr>
        </p15:guide>
        <p15:guide id="7" orient="horz" pos="2047" userDrawn="1">
          <p15:clr>
            <a:srgbClr val="F26B43"/>
          </p15:clr>
        </p15:guide>
        <p15:guide id="8" orient="horz" pos="3702">
          <p15:clr>
            <a:srgbClr val="F26B43"/>
          </p15:clr>
        </p15:guide>
        <p15:guide id="9" orient="horz" pos="1911" userDrawn="1">
          <p15:clr>
            <a:srgbClr val="F26B43"/>
          </p15:clr>
        </p15:guide>
        <p15:guide id="10" orient="horz" pos="504">
          <p15:clr>
            <a:srgbClr val="F26B43"/>
          </p15:clr>
        </p15:guide>
        <p15:guide id="11" orient="horz" pos="21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331491" y="164693"/>
            <a:ext cx="7321847" cy="412538"/>
          </a:xfrm>
          <a:prstGeom prst="rect">
            <a:avLst/>
          </a:prstGeom>
        </p:spPr>
        <p:txBody>
          <a:bodyPr vert="horz" lIns="0" tIns="45720" rIns="0" bIns="45720" rtlCol="0" anchor="t" anchorCtr="0">
            <a:noAutofit/>
          </a:bodyPr>
          <a:lstStyle/>
          <a:p>
            <a:r>
              <a:rPr kumimoji="1" lang="ja-JP" altLang="en-US"/>
              <a:t>マスター タイトルの書式設定</a:t>
            </a:r>
          </a:p>
        </p:txBody>
      </p:sp>
      <p:sp>
        <p:nvSpPr>
          <p:cNvPr id="12" name="テキスト プレースホルダー 2">
            <a:extLst>
              <a:ext uri="{FF2B5EF4-FFF2-40B4-BE49-F238E27FC236}">
                <a16:creationId xmlns:a16="http://schemas.microsoft.com/office/drawing/2014/main" id="{1E7F193E-E725-A748-98D4-293E16F59813}"/>
              </a:ext>
            </a:extLst>
          </p:cNvPr>
          <p:cNvSpPr>
            <a:spLocks noGrp="1"/>
          </p:cNvSpPr>
          <p:nvPr>
            <p:ph type="body" idx="1"/>
          </p:nvPr>
        </p:nvSpPr>
        <p:spPr>
          <a:xfrm>
            <a:off x="331491" y="692150"/>
            <a:ext cx="7321847" cy="5797550"/>
          </a:xfrm>
          <a:prstGeom prst="rect">
            <a:avLst/>
          </a:prstGeom>
        </p:spPr>
        <p:txBody>
          <a:bodyPr vert="horz" lIns="0" tIns="45720" rIns="0" bIns="4572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6" name="テキスト ボックス 5">
            <a:extLst>
              <a:ext uri="{FF2B5EF4-FFF2-40B4-BE49-F238E27FC236}">
                <a16:creationId xmlns:a16="http://schemas.microsoft.com/office/drawing/2014/main" id="{0323A1CE-F105-904C-B58C-B516875892B3}"/>
              </a:ext>
            </a:extLst>
          </p:cNvPr>
          <p:cNvSpPr txBox="1"/>
          <p:nvPr userDrawn="1"/>
        </p:nvSpPr>
        <p:spPr>
          <a:xfrm>
            <a:off x="6211820" y="6623438"/>
            <a:ext cx="1433086" cy="215444"/>
          </a:xfrm>
          <a:prstGeom prst="rect">
            <a:avLst/>
          </a:prstGeom>
          <a:noFill/>
          <a:ln>
            <a:noFill/>
          </a:ln>
        </p:spPr>
        <p:txBody>
          <a:bodyPr wrap="none" lIns="0" rIns="0" rtlCol="0">
            <a:spAutoFit/>
          </a:bodyPr>
          <a:lstStyle/>
          <a:p>
            <a:pPr algn="r"/>
            <a:r>
              <a:rPr kumimoji="0" lang="en-US" altLang="ja-JP" sz="800" dirty="0">
                <a:solidFill>
                  <a:schemeClr val="tx1"/>
                </a:solidFill>
                <a:latin typeface="+mn-lt"/>
                <a:cs typeface="Meiryo UI" pitchFamily="50" charset="-128"/>
              </a:rPr>
              <a:t>© 2022 NTT DATA Corporation</a:t>
            </a:r>
          </a:p>
        </p:txBody>
      </p:sp>
    </p:spTree>
    <p:extLst>
      <p:ext uri="{BB962C8B-B14F-4D97-AF65-F5344CB8AC3E}">
        <p14:creationId xmlns:p14="http://schemas.microsoft.com/office/powerpoint/2010/main" val="3806586037"/>
      </p:ext>
    </p:extLst>
  </p:cSld>
  <p:clrMap bg1="lt1" tx1="dk1" bg2="lt2" tx2="dk2" accent1="accent1" accent2="accent2" accent3="accent3" accent4="accent4" accent5="accent5" accent6="accent6" hlink="hlink" folHlink="folHlink"/>
  <p:sldLayoutIdLst>
    <p:sldLayoutId id="2147483830" r:id="rId1"/>
    <p:sldLayoutId id="2147483831" r:id="rId2"/>
    <p:sldLayoutId id="2147483791" r:id="rId3"/>
    <p:sldLayoutId id="2147483834" r:id="rId4"/>
    <p:sldLayoutId id="2147483833" r:id="rId5"/>
    <p:sldLayoutId id="2147483832" r:id="rId6"/>
  </p:sldLayoutIdLst>
  <p:hf hdr="0" ftr="0" dt="0"/>
  <p:txStyles>
    <p:titleStyle>
      <a:lvl1pPr algn="l" defTabSz="609559" rtl="0" eaLnBrk="1" fontAlgn="base" hangingPunct="1">
        <a:spcBef>
          <a:spcPct val="0"/>
        </a:spcBef>
        <a:spcAft>
          <a:spcPct val="0"/>
        </a:spcAft>
        <a:defRPr kumimoji="1" sz="2400" b="1" i="0" kern="1200" spc="0" baseline="0">
          <a:solidFill>
            <a:schemeClr val="tx1"/>
          </a:solidFill>
          <a:latin typeface="+mj-ea"/>
          <a:ea typeface="+mj-ea"/>
          <a:cs typeface="HGPGothicE" charset="-128"/>
        </a:defRPr>
      </a:lvl1pPr>
      <a:lvl2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9"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8"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76"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34"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9" rtl="0" eaLnBrk="1" latinLnBrk="0" hangingPunct="1">
        <a:defRPr kumimoji="1" sz="2400" kern="1200">
          <a:solidFill>
            <a:schemeClr val="tx1"/>
          </a:solidFill>
          <a:latin typeface="+mn-lt"/>
          <a:ea typeface="+mn-ea"/>
          <a:cs typeface="+mn-cs"/>
        </a:defRPr>
      </a:lvl1pPr>
      <a:lvl2pPr marL="609559" algn="l" defTabSz="609559" rtl="0" eaLnBrk="1" latinLnBrk="0" hangingPunct="1">
        <a:defRPr kumimoji="1" sz="2400" kern="1200">
          <a:solidFill>
            <a:schemeClr val="tx1"/>
          </a:solidFill>
          <a:latin typeface="+mn-lt"/>
          <a:ea typeface="+mn-ea"/>
          <a:cs typeface="+mn-cs"/>
        </a:defRPr>
      </a:lvl2pPr>
      <a:lvl3pPr marL="1219118" algn="l" defTabSz="609559" rtl="0" eaLnBrk="1" latinLnBrk="0" hangingPunct="1">
        <a:defRPr kumimoji="1" sz="2400" kern="1200">
          <a:solidFill>
            <a:schemeClr val="tx1"/>
          </a:solidFill>
          <a:latin typeface="+mn-lt"/>
          <a:ea typeface="+mn-ea"/>
          <a:cs typeface="+mn-cs"/>
        </a:defRPr>
      </a:lvl3pPr>
      <a:lvl4pPr marL="1828676" algn="l" defTabSz="609559" rtl="0" eaLnBrk="1" latinLnBrk="0" hangingPunct="1">
        <a:defRPr kumimoji="1" sz="2400" kern="1200">
          <a:solidFill>
            <a:schemeClr val="tx1"/>
          </a:solidFill>
          <a:latin typeface="+mn-lt"/>
          <a:ea typeface="+mn-ea"/>
          <a:cs typeface="+mn-cs"/>
        </a:defRPr>
      </a:lvl4pPr>
      <a:lvl5pPr marL="2438234" algn="l" defTabSz="609559" rtl="0" eaLnBrk="1" latinLnBrk="0" hangingPunct="1">
        <a:defRPr kumimoji="1" sz="2400" kern="1200">
          <a:solidFill>
            <a:schemeClr val="tx1"/>
          </a:solidFill>
          <a:latin typeface="+mn-lt"/>
          <a:ea typeface="+mn-ea"/>
          <a:cs typeface="+mn-cs"/>
        </a:defRPr>
      </a:lvl5pPr>
      <a:lvl6pPr marL="3047792" algn="l" defTabSz="609559" rtl="0" eaLnBrk="1" latinLnBrk="0" hangingPunct="1">
        <a:defRPr kumimoji="1" sz="2400" kern="1200">
          <a:solidFill>
            <a:schemeClr val="tx1"/>
          </a:solidFill>
          <a:latin typeface="+mn-lt"/>
          <a:ea typeface="+mn-ea"/>
          <a:cs typeface="+mn-cs"/>
        </a:defRPr>
      </a:lvl6pPr>
      <a:lvl7pPr marL="3657351" algn="l" defTabSz="609559" rtl="0" eaLnBrk="1" latinLnBrk="0" hangingPunct="1">
        <a:defRPr kumimoji="1" sz="2400" kern="1200">
          <a:solidFill>
            <a:schemeClr val="tx1"/>
          </a:solidFill>
          <a:latin typeface="+mn-lt"/>
          <a:ea typeface="+mn-ea"/>
          <a:cs typeface="+mn-cs"/>
        </a:defRPr>
      </a:lvl7pPr>
      <a:lvl8pPr marL="4266908" algn="l" defTabSz="609559" rtl="0" eaLnBrk="1" latinLnBrk="0" hangingPunct="1">
        <a:defRPr kumimoji="1" sz="2400" kern="1200">
          <a:solidFill>
            <a:schemeClr val="tx1"/>
          </a:solidFill>
          <a:latin typeface="+mn-lt"/>
          <a:ea typeface="+mn-ea"/>
          <a:cs typeface="+mn-cs"/>
        </a:defRPr>
      </a:lvl8pPr>
      <a:lvl9pPr marL="4876467" algn="l" defTabSz="609559"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09">
          <p15:clr>
            <a:srgbClr val="F26B43"/>
          </p15:clr>
        </p15:guide>
        <p15:guide id="2" pos="4926">
          <p15:clr>
            <a:srgbClr val="F26B43"/>
          </p15:clr>
        </p15:guide>
        <p15:guide id="3" pos="4821">
          <p15:clr>
            <a:srgbClr val="F26B43"/>
          </p15:clr>
        </p15:guide>
        <p15:guide id="4" orient="horz" pos="2160">
          <p15:clr>
            <a:srgbClr val="F26B43"/>
          </p15:clr>
        </p15:guide>
        <p15:guide id="5" orient="horz" pos="4088">
          <p15:clr>
            <a:srgbClr val="F26B43"/>
          </p15:clr>
        </p15:guide>
        <p15:guide id="6" orient="horz" pos="436">
          <p15:clr>
            <a:srgbClr val="F26B43"/>
          </p15:clr>
        </p15:guide>
        <p15:guide id="7" orient="horz" pos="4269">
          <p15:clr>
            <a:srgbClr val="F26B43"/>
          </p15:clr>
        </p15:guide>
        <p15:guide id="8" pos="6031">
          <p15:clr>
            <a:srgbClr val="F26B43"/>
          </p15:clr>
        </p15:guide>
        <p15:guide id="9" orient="horz" pos="415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340549" y="1801775"/>
            <a:ext cx="11783313" cy="1374815"/>
          </a:xfrm>
          <a:prstGeom prst="rect">
            <a:avLst/>
          </a:prstGeom>
        </p:spPr>
        <p:txBody>
          <a:bodyPr vert="horz" lIns="0" tIns="45720" rIns="0" bIns="45720" rtlCol="0" anchor="t" anchorCtr="0">
            <a:noAutofit/>
          </a:bodyPr>
          <a:lstStyle/>
          <a:p>
            <a:r>
              <a:rPr kumimoji="1" lang="ja-JP" altLang="en-US"/>
              <a:t>マスター タイトルの書式設定</a:t>
            </a:r>
          </a:p>
        </p:txBody>
      </p:sp>
      <p:sp>
        <p:nvSpPr>
          <p:cNvPr id="10" name="テキスト ボックス 9">
            <a:extLst>
              <a:ext uri="{FF2B5EF4-FFF2-40B4-BE49-F238E27FC236}">
                <a16:creationId xmlns:a16="http://schemas.microsoft.com/office/drawing/2014/main" id="{FABE1F5C-44E3-2745-A6E0-D87D45F262F1}"/>
              </a:ext>
            </a:extLst>
          </p:cNvPr>
          <p:cNvSpPr txBox="1"/>
          <p:nvPr userDrawn="1"/>
        </p:nvSpPr>
        <p:spPr>
          <a:xfrm>
            <a:off x="6211820" y="6623438"/>
            <a:ext cx="1433086" cy="215444"/>
          </a:xfrm>
          <a:prstGeom prst="rect">
            <a:avLst/>
          </a:prstGeom>
          <a:noFill/>
          <a:ln>
            <a:noFill/>
          </a:ln>
        </p:spPr>
        <p:txBody>
          <a:bodyPr wrap="none" lIns="0" rIns="0" rtlCol="0">
            <a:spAutoFit/>
          </a:bodyPr>
          <a:lstStyle/>
          <a:p>
            <a:pPr algn="r"/>
            <a:r>
              <a:rPr kumimoji="0" lang="en-US" altLang="ja-JP" sz="800" dirty="0">
                <a:solidFill>
                  <a:schemeClr val="tx1"/>
                </a:solidFill>
                <a:latin typeface="+mn-lt"/>
                <a:cs typeface="Meiryo UI" pitchFamily="50" charset="-128"/>
              </a:rPr>
              <a:t>© 2022 NTT DATA Corporation</a:t>
            </a:r>
          </a:p>
        </p:txBody>
      </p:sp>
      <p:sp>
        <p:nvSpPr>
          <p:cNvPr id="4" name="テキスト プレースホルダー 3">
            <a:extLst>
              <a:ext uri="{FF2B5EF4-FFF2-40B4-BE49-F238E27FC236}">
                <a16:creationId xmlns:a16="http://schemas.microsoft.com/office/drawing/2014/main" id="{CCADAF22-691C-254C-B297-E5ACCA5FEA47}"/>
              </a:ext>
            </a:extLst>
          </p:cNvPr>
          <p:cNvSpPr>
            <a:spLocks noGrp="1"/>
          </p:cNvSpPr>
          <p:nvPr>
            <p:ph type="body" idx="1"/>
          </p:nvPr>
        </p:nvSpPr>
        <p:spPr>
          <a:xfrm>
            <a:off x="331489" y="3429002"/>
            <a:ext cx="8185449" cy="2358189"/>
          </a:xfrm>
          <a:prstGeom prst="rect">
            <a:avLst/>
          </a:prstGeom>
        </p:spPr>
        <p:txBody>
          <a:bodyPr vert="horz" lIns="0" tIns="45720" rIns="0" bIns="45720" rtlCol="0">
            <a:noAutofit/>
          </a:bodyPr>
          <a:lstStyle/>
          <a:p>
            <a:pPr lvl="0"/>
            <a:r>
              <a:rPr kumimoji="1" lang="ja-JP" altLang="en-US"/>
              <a:t>マスター テキストの書式設定</a:t>
            </a:r>
            <a:endParaRPr kumimoji="1" lang="en-US" altLang="ja-JP" dirty="0"/>
          </a:p>
          <a:p>
            <a:pPr lvl="1"/>
            <a:r>
              <a:rPr kumimoji="1" lang="ja-JP" altLang="en-US"/>
              <a:t>第</a:t>
            </a:r>
            <a:r>
              <a:rPr kumimoji="1" lang="en-US" altLang="ja-JP" dirty="0"/>
              <a:t>2</a:t>
            </a:r>
            <a:r>
              <a:rPr kumimoji="1" lang="ja-JP" altLang="en-US"/>
              <a:t>レベル</a:t>
            </a:r>
            <a:endParaRPr kumimoji="1" lang="en-US" altLang="ja-JP" dirty="0"/>
          </a:p>
          <a:p>
            <a:pPr lvl="2"/>
            <a:r>
              <a:rPr kumimoji="1" lang="ja-JP" altLang="en-US"/>
              <a:t>第</a:t>
            </a:r>
            <a:r>
              <a:rPr kumimoji="1" lang="en-US" altLang="ja-JP" dirty="0"/>
              <a:t>3</a:t>
            </a:r>
            <a:r>
              <a:rPr kumimoji="1" lang="ja-JP" altLang="en-US"/>
              <a:t>レベル</a:t>
            </a:r>
            <a:endParaRPr kumimoji="1" lang="en-US" altLang="ja-JP" dirty="0"/>
          </a:p>
          <a:p>
            <a:pPr lvl="3"/>
            <a:r>
              <a:rPr kumimoji="1" lang="ja-JP" altLang="en-US"/>
              <a:t>第</a:t>
            </a:r>
            <a:r>
              <a:rPr kumimoji="1" lang="en-US" altLang="ja-JP" dirty="0"/>
              <a:t>4</a:t>
            </a:r>
            <a:r>
              <a:rPr kumimoji="1" lang="ja-JP" altLang="en-US"/>
              <a:t>レベル</a:t>
            </a:r>
            <a:endParaRPr kumimoji="1" lang="en-US" altLang="ja-JP" dirty="0"/>
          </a:p>
          <a:p>
            <a:pPr lvl="4"/>
            <a:r>
              <a:rPr kumimoji="1" lang="ja-JP" altLang="en-US"/>
              <a:t>第</a:t>
            </a:r>
            <a:r>
              <a:rPr kumimoji="1" lang="en-US" altLang="ja-JP" dirty="0"/>
              <a:t>5</a:t>
            </a:r>
            <a:r>
              <a:rPr kumimoji="1" lang="ja-JP" altLang="en-US"/>
              <a:t>レベル</a:t>
            </a:r>
            <a:endParaRPr kumimoji="1" lang="en-US" altLang="ja-JP" dirty="0"/>
          </a:p>
          <a:p>
            <a:pPr lvl="0"/>
            <a:endParaRPr kumimoji="1" lang="ja-JP" altLang="en-US"/>
          </a:p>
        </p:txBody>
      </p:sp>
      <p:cxnSp>
        <p:nvCxnSpPr>
          <p:cNvPr id="11" name="直線コネクタ 10">
            <a:extLst>
              <a:ext uri="{FF2B5EF4-FFF2-40B4-BE49-F238E27FC236}">
                <a16:creationId xmlns:a16="http://schemas.microsoft.com/office/drawing/2014/main" id="{395DF888-D4B6-4949-862D-D304657D9910}"/>
              </a:ext>
            </a:extLst>
          </p:cNvPr>
          <p:cNvCxnSpPr>
            <a:cxnSpLocks/>
          </p:cNvCxnSpPr>
          <p:nvPr userDrawn="1"/>
        </p:nvCxnSpPr>
        <p:spPr>
          <a:xfrm>
            <a:off x="7820324" y="6597650"/>
            <a:ext cx="0" cy="26035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9" name="図 8">
            <a:extLst>
              <a:ext uri="{FF2B5EF4-FFF2-40B4-BE49-F238E27FC236}">
                <a16:creationId xmlns:a16="http://schemas.microsoft.com/office/drawing/2014/main" id="{56E6DBED-05EC-ED4C-BA1C-98816793ED10}"/>
              </a:ext>
            </a:extLst>
          </p:cNvPr>
          <p:cNvPicPr>
            <a:picLocks noChangeAspect="1"/>
          </p:cNvPicPr>
          <p:nvPr userDrawn="1"/>
        </p:nvPicPr>
        <p:blipFill>
          <a:blip r:embed="rId12" cstate="email">
            <a:extLst>
              <a:ext uri="{28A0092B-C50C-407E-A947-70E740481C1C}">
                <a14:useLocalDpi xmlns:a14="http://schemas.microsoft.com/office/drawing/2010/main"/>
              </a:ext>
            </a:extLst>
          </a:blip>
          <a:srcRect/>
          <a:stretch/>
        </p:blipFill>
        <p:spPr>
          <a:xfrm>
            <a:off x="7991572" y="6600825"/>
            <a:ext cx="920819" cy="234560"/>
          </a:xfrm>
          <a:prstGeom prst="rect">
            <a:avLst/>
          </a:prstGeom>
        </p:spPr>
      </p:pic>
      <p:cxnSp>
        <p:nvCxnSpPr>
          <p:cNvPr id="12" name="直線コネクタ 11">
            <a:extLst>
              <a:ext uri="{FF2B5EF4-FFF2-40B4-BE49-F238E27FC236}">
                <a16:creationId xmlns:a16="http://schemas.microsoft.com/office/drawing/2014/main" id="{E441C67B-44D0-444E-A28E-6186DDF7ABC3}"/>
              </a:ext>
            </a:extLst>
          </p:cNvPr>
          <p:cNvCxnSpPr>
            <a:cxnSpLocks/>
          </p:cNvCxnSpPr>
          <p:nvPr userDrawn="1"/>
        </p:nvCxnSpPr>
        <p:spPr>
          <a:xfrm>
            <a:off x="9083638" y="6597650"/>
            <a:ext cx="0" cy="26035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テキスト ボックス 12">
            <a:extLst>
              <a:ext uri="{FF2B5EF4-FFF2-40B4-BE49-F238E27FC236}">
                <a16:creationId xmlns:a16="http://schemas.microsoft.com/office/drawing/2014/main" id="{0E7DACEB-658B-9C4D-8B1A-4FF85BB060FC}"/>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tx1"/>
                </a:solidFill>
                <a:latin typeface="+mn-lt"/>
              </a:rPr>
              <a:pPr algn="r"/>
              <a:t>‹#›</a:t>
            </a:fld>
            <a:endParaRPr kumimoji="0" lang="en-US" altLang="ja-JP" sz="1100" dirty="0">
              <a:solidFill>
                <a:schemeClr val="tx1"/>
              </a:solidFill>
              <a:latin typeface="+mn-lt"/>
              <a:cs typeface="Meiryo UI" pitchFamily="50" charset="-128"/>
            </a:endParaRPr>
          </a:p>
        </p:txBody>
      </p:sp>
    </p:spTree>
    <p:extLst>
      <p:ext uri="{BB962C8B-B14F-4D97-AF65-F5344CB8AC3E}">
        <p14:creationId xmlns:p14="http://schemas.microsoft.com/office/powerpoint/2010/main" val="2057136539"/>
      </p:ext>
    </p:extLst>
  </p:cSld>
  <p:clrMap bg1="lt1" tx1="dk1" bg2="lt2" tx2="dk2" accent1="accent1" accent2="accent2" accent3="accent3" accent4="accent4" accent5="accent5" accent6="accent6" hlink="hlink" folHlink="folHlink"/>
  <p:sldLayoutIdLst>
    <p:sldLayoutId id="2147483915" r:id="rId1"/>
    <p:sldLayoutId id="2147483914" r:id="rId2"/>
    <p:sldLayoutId id="2147483916" r:id="rId3"/>
    <p:sldLayoutId id="2147483917" r:id="rId4"/>
    <p:sldLayoutId id="2147483918" r:id="rId5"/>
    <p:sldLayoutId id="2147483919" r:id="rId6"/>
    <p:sldLayoutId id="2147483920" r:id="rId7"/>
    <p:sldLayoutId id="2147483921" r:id="rId8"/>
    <p:sldLayoutId id="2147483922" r:id="rId9"/>
    <p:sldLayoutId id="2147483923" r:id="rId10"/>
  </p:sldLayoutIdLst>
  <p:hf hdr="0" ftr="0" dt="0"/>
  <p:txStyles>
    <p:titleStyle>
      <a:lvl1pPr algn="l" defTabSz="609559" rtl="0" eaLnBrk="1" fontAlgn="base" hangingPunct="1">
        <a:spcBef>
          <a:spcPct val="0"/>
        </a:spcBef>
        <a:spcAft>
          <a:spcPct val="0"/>
        </a:spcAft>
        <a:defRPr kumimoji="1" sz="8000" b="0" i="0" kern="1200" spc="200" baseline="0">
          <a:solidFill>
            <a:schemeClr val="tx1"/>
          </a:solidFill>
          <a:latin typeface="+mj-ea"/>
          <a:ea typeface="+mj-ea"/>
          <a:cs typeface="HGPGothicE" charset="-128"/>
        </a:defRPr>
      </a:lvl1pPr>
      <a:lvl2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9"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8"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76"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34"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2" rtl="0" eaLnBrk="1" fontAlgn="base" hangingPunct="1">
        <a:spcBef>
          <a:spcPts val="550"/>
        </a:spcBef>
        <a:spcAft>
          <a:spcPct val="0"/>
        </a:spcAft>
        <a:buFont typeface="Arial" panose="020B0604020202020204" pitchFamily="34" charset="0"/>
        <a:buNone/>
        <a:tabLst/>
        <a:defRPr kumimoji="1" sz="2400" b="1" i="0" kern="1200" spc="0">
          <a:solidFill>
            <a:schemeClr val="tx1"/>
          </a:solidFill>
          <a:latin typeface="+mn-ea"/>
          <a:ea typeface="+mn-ea"/>
          <a:cs typeface="Arial"/>
        </a:defRPr>
      </a:lvl1pPr>
      <a:lvl2pPr marL="360002" indent="-180001" algn="l" defTabSz="288002" rtl="0" eaLnBrk="1" fontAlgn="base" hangingPunct="1">
        <a:spcBef>
          <a:spcPts val="550"/>
        </a:spcBef>
        <a:spcAft>
          <a:spcPct val="0"/>
        </a:spcAft>
        <a:buFont typeface="Arial" panose="020B0604020202020204" pitchFamily="34" charset="0"/>
        <a:buChar char="•"/>
        <a:tabLst/>
        <a:defRPr kumimoji="1" sz="2400" b="1" i="0" kern="1200" spc="0">
          <a:solidFill>
            <a:schemeClr val="tx1"/>
          </a:solidFill>
          <a:latin typeface="+mn-ea"/>
          <a:ea typeface="+mn-ea"/>
          <a:cs typeface="Arial"/>
        </a:defRPr>
      </a:lvl2pPr>
      <a:lvl3pPr marL="540004" indent="-180001" algn="l" defTabSz="288002" rtl="0" eaLnBrk="1" fontAlgn="base" hangingPunct="1">
        <a:spcBef>
          <a:spcPts val="550"/>
        </a:spcBef>
        <a:spcAft>
          <a:spcPct val="0"/>
        </a:spcAft>
        <a:buFont typeface="Arial" panose="020B0604020202020204" pitchFamily="34" charset="0"/>
        <a:buChar char="•"/>
        <a:tabLst/>
        <a:defRPr kumimoji="1" sz="2400" b="1" i="0" kern="1200" spc="0">
          <a:solidFill>
            <a:schemeClr val="tx1"/>
          </a:solidFill>
          <a:latin typeface="+mn-ea"/>
          <a:ea typeface="+mn-ea"/>
          <a:cs typeface="Arial"/>
        </a:defRPr>
      </a:lvl3pPr>
      <a:lvl4pPr marL="720005" indent="-180001" algn="l" defTabSz="288002" rtl="0" eaLnBrk="1" fontAlgn="base" hangingPunct="1">
        <a:spcBef>
          <a:spcPts val="550"/>
        </a:spcBef>
        <a:spcAft>
          <a:spcPct val="0"/>
        </a:spcAft>
        <a:buFont typeface="Arial" panose="020B0604020202020204" pitchFamily="34" charset="0"/>
        <a:buChar char="•"/>
        <a:tabLst/>
        <a:defRPr kumimoji="1" sz="2400" b="1" i="0" kern="1200" spc="0">
          <a:solidFill>
            <a:schemeClr val="tx1"/>
          </a:solidFill>
          <a:latin typeface="+mn-ea"/>
          <a:ea typeface="+mn-ea"/>
          <a:cs typeface="Arial"/>
        </a:defRPr>
      </a:lvl4pPr>
      <a:lvl5pPr marL="900006" indent="-180001" algn="l" defTabSz="288002" rtl="0" eaLnBrk="1" fontAlgn="base" hangingPunct="1">
        <a:spcBef>
          <a:spcPts val="550"/>
        </a:spcBef>
        <a:spcAft>
          <a:spcPct val="0"/>
        </a:spcAft>
        <a:buFont typeface="Arial" panose="020B0604020202020204" pitchFamily="34" charset="0"/>
        <a:buChar char="•"/>
        <a:tabLst/>
        <a:defRPr kumimoji="1" sz="2400" b="1" i="0" kern="1200" spc="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9" rtl="0" eaLnBrk="1" latinLnBrk="0" hangingPunct="1">
        <a:defRPr kumimoji="1" sz="2400" kern="1200">
          <a:solidFill>
            <a:schemeClr val="tx1"/>
          </a:solidFill>
          <a:latin typeface="+mn-lt"/>
          <a:ea typeface="+mn-ea"/>
          <a:cs typeface="+mn-cs"/>
        </a:defRPr>
      </a:lvl1pPr>
      <a:lvl2pPr marL="609559" algn="l" defTabSz="609559" rtl="0" eaLnBrk="1" latinLnBrk="0" hangingPunct="1">
        <a:defRPr kumimoji="1" sz="2400" kern="1200">
          <a:solidFill>
            <a:schemeClr val="tx1"/>
          </a:solidFill>
          <a:latin typeface="+mn-lt"/>
          <a:ea typeface="+mn-ea"/>
          <a:cs typeface="+mn-cs"/>
        </a:defRPr>
      </a:lvl2pPr>
      <a:lvl3pPr marL="1219118" algn="l" defTabSz="609559" rtl="0" eaLnBrk="1" latinLnBrk="0" hangingPunct="1">
        <a:defRPr kumimoji="1" sz="2400" kern="1200">
          <a:solidFill>
            <a:schemeClr val="tx1"/>
          </a:solidFill>
          <a:latin typeface="+mn-lt"/>
          <a:ea typeface="+mn-ea"/>
          <a:cs typeface="+mn-cs"/>
        </a:defRPr>
      </a:lvl3pPr>
      <a:lvl4pPr marL="1828676" algn="l" defTabSz="609559" rtl="0" eaLnBrk="1" latinLnBrk="0" hangingPunct="1">
        <a:defRPr kumimoji="1" sz="2400" kern="1200">
          <a:solidFill>
            <a:schemeClr val="tx1"/>
          </a:solidFill>
          <a:latin typeface="+mn-lt"/>
          <a:ea typeface="+mn-ea"/>
          <a:cs typeface="+mn-cs"/>
        </a:defRPr>
      </a:lvl4pPr>
      <a:lvl5pPr marL="2438234" algn="l" defTabSz="609559" rtl="0" eaLnBrk="1" latinLnBrk="0" hangingPunct="1">
        <a:defRPr kumimoji="1" sz="2400" kern="1200">
          <a:solidFill>
            <a:schemeClr val="tx1"/>
          </a:solidFill>
          <a:latin typeface="+mn-lt"/>
          <a:ea typeface="+mn-ea"/>
          <a:cs typeface="+mn-cs"/>
        </a:defRPr>
      </a:lvl5pPr>
      <a:lvl6pPr marL="3047792" algn="l" defTabSz="609559" rtl="0" eaLnBrk="1" latinLnBrk="0" hangingPunct="1">
        <a:defRPr kumimoji="1" sz="2400" kern="1200">
          <a:solidFill>
            <a:schemeClr val="tx1"/>
          </a:solidFill>
          <a:latin typeface="+mn-lt"/>
          <a:ea typeface="+mn-ea"/>
          <a:cs typeface="+mn-cs"/>
        </a:defRPr>
      </a:lvl6pPr>
      <a:lvl7pPr marL="3657351" algn="l" defTabSz="609559" rtl="0" eaLnBrk="1" latinLnBrk="0" hangingPunct="1">
        <a:defRPr kumimoji="1" sz="2400" kern="1200">
          <a:solidFill>
            <a:schemeClr val="tx1"/>
          </a:solidFill>
          <a:latin typeface="+mn-lt"/>
          <a:ea typeface="+mn-ea"/>
          <a:cs typeface="+mn-cs"/>
        </a:defRPr>
      </a:lvl7pPr>
      <a:lvl8pPr marL="4266908" algn="l" defTabSz="609559" rtl="0" eaLnBrk="1" latinLnBrk="0" hangingPunct="1">
        <a:defRPr kumimoji="1" sz="2400" kern="1200">
          <a:solidFill>
            <a:schemeClr val="tx1"/>
          </a:solidFill>
          <a:latin typeface="+mn-lt"/>
          <a:ea typeface="+mn-ea"/>
          <a:cs typeface="+mn-cs"/>
        </a:defRPr>
      </a:lvl8pPr>
      <a:lvl9pPr marL="4876467" algn="l" defTabSz="609559"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09" userDrawn="1">
          <p15:clr>
            <a:srgbClr val="F26B43"/>
          </p15:clr>
        </p15:guide>
        <p15:guide id="4" orient="horz" pos="2160" userDrawn="1">
          <p15:clr>
            <a:srgbClr val="F26B43"/>
          </p15:clr>
        </p15:guide>
        <p15:guide id="7" pos="6031" userDrawn="1">
          <p15:clr>
            <a:srgbClr val="F26B43"/>
          </p15:clr>
        </p15:guide>
        <p15:guide id="8" orient="horz" pos="4269" userDrawn="1">
          <p15:clr>
            <a:srgbClr val="F26B43"/>
          </p15:clr>
        </p15:guide>
        <p15:guide id="9" orient="horz" pos="4156" userDrawn="1">
          <p15:clr>
            <a:srgbClr val="F26B43"/>
          </p15:clr>
        </p15:guide>
        <p15:guide id="10" orient="horz" pos="4088" userDrawn="1">
          <p15:clr>
            <a:srgbClr val="F26B43"/>
          </p15:clr>
        </p15:guide>
        <p15:guide id="11" orient="horz" pos="2001" userDrawn="1">
          <p15:clr>
            <a:srgbClr val="F26B43"/>
          </p15:clr>
        </p15:guide>
        <p15:guide id="12" pos="3028" userDrawn="1">
          <p15:clr>
            <a:srgbClr val="F26B43"/>
          </p15:clr>
        </p15:guide>
        <p15:guide id="13" pos="5365"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331490" y="164693"/>
            <a:ext cx="9243021" cy="412538"/>
          </a:xfrm>
          <a:prstGeom prst="rect">
            <a:avLst/>
          </a:prstGeom>
        </p:spPr>
        <p:txBody>
          <a:bodyPr vert="horz" lIns="0" tIns="45720" rIns="0" bIns="45720" rtlCol="0" anchor="t" anchorCtr="0">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6DD323A-9269-AE42-951E-F08FD291D3E6}"/>
              </a:ext>
            </a:extLst>
          </p:cNvPr>
          <p:cNvSpPr>
            <a:spLocks noGrp="1"/>
          </p:cNvSpPr>
          <p:nvPr>
            <p:ph type="body" idx="1"/>
          </p:nvPr>
        </p:nvSpPr>
        <p:spPr>
          <a:xfrm>
            <a:off x="331491" y="692150"/>
            <a:ext cx="9252068" cy="5797550"/>
          </a:xfrm>
          <a:prstGeom prst="rect">
            <a:avLst/>
          </a:prstGeom>
        </p:spPr>
        <p:txBody>
          <a:bodyPr vert="horz" lIns="0" tIns="45720" rIns="0" bIns="4572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2" name="テキスト ボックス 11">
            <a:extLst>
              <a:ext uri="{FF2B5EF4-FFF2-40B4-BE49-F238E27FC236}">
                <a16:creationId xmlns:a16="http://schemas.microsoft.com/office/drawing/2014/main" id="{2EC0FE39-FF8A-854D-B052-AD48F672F869}"/>
              </a:ext>
            </a:extLst>
          </p:cNvPr>
          <p:cNvSpPr txBox="1"/>
          <p:nvPr userDrawn="1"/>
        </p:nvSpPr>
        <p:spPr>
          <a:xfrm>
            <a:off x="6211820" y="6623438"/>
            <a:ext cx="1433086" cy="215444"/>
          </a:xfrm>
          <a:prstGeom prst="rect">
            <a:avLst/>
          </a:prstGeom>
          <a:noFill/>
          <a:ln>
            <a:noFill/>
          </a:ln>
        </p:spPr>
        <p:txBody>
          <a:bodyPr wrap="none" lIns="0" rIns="0" rtlCol="0">
            <a:spAutoFit/>
          </a:bodyPr>
          <a:lstStyle/>
          <a:p>
            <a:pPr algn="r"/>
            <a:r>
              <a:rPr kumimoji="0" lang="en-US" altLang="ja-JP" sz="800" dirty="0">
                <a:solidFill>
                  <a:schemeClr val="tx1"/>
                </a:solidFill>
                <a:latin typeface="+mn-lt"/>
                <a:cs typeface="Meiryo UI" pitchFamily="50" charset="-128"/>
              </a:rPr>
              <a:t>© 2022 NTT DATA Corporation</a:t>
            </a:r>
          </a:p>
        </p:txBody>
      </p:sp>
      <p:cxnSp>
        <p:nvCxnSpPr>
          <p:cNvPr id="14" name="直線コネクタ 13">
            <a:extLst>
              <a:ext uri="{FF2B5EF4-FFF2-40B4-BE49-F238E27FC236}">
                <a16:creationId xmlns:a16="http://schemas.microsoft.com/office/drawing/2014/main" id="{6E0AB67B-3BB7-D24C-B6E4-8AEC718F26B0}"/>
              </a:ext>
            </a:extLst>
          </p:cNvPr>
          <p:cNvCxnSpPr>
            <a:cxnSpLocks/>
          </p:cNvCxnSpPr>
          <p:nvPr userDrawn="1"/>
        </p:nvCxnSpPr>
        <p:spPr>
          <a:xfrm>
            <a:off x="7820324" y="6597650"/>
            <a:ext cx="0" cy="26035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pic>
        <p:nvPicPr>
          <p:cNvPr id="11" name="図 10">
            <a:extLst>
              <a:ext uri="{FF2B5EF4-FFF2-40B4-BE49-F238E27FC236}">
                <a16:creationId xmlns:a16="http://schemas.microsoft.com/office/drawing/2014/main" id="{419A274F-C600-0040-8334-12E71497BD00}"/>
              </a:ext>
            </a:extLst>
          </p:cNvPr>
          <p:cNvPicPr>
            <a:picLocks noChangeAspect="1"/>
          </p:cNvPicPr>
          <p:nvPr userDrawn="1"/>
        </p:nvPicPr>
        <p:blipFill>
          <a:blip r:embed="rId6" cstate="email">
            <a:extLst>
              <a:ext uri="{28A0092B-C50C-407E-A947-70E740481C1C}">
                <a14:useLocalDpi xmlns:a14="http://schemas.microsoft.com/office/drawing/2010/main"/>
              </a:ext>
            </a:extLst>
          </a:blip>
          <a:srcRect/>
          <a:stretch/>
        </p:blipFill>
        <p:spPr>
          <a:xfrm>
            <a:off x="7991572" y="6600825"/>
            <a:ext cx="920819" cy="234560"/>
          </a:xfrm>
          <a:prstGeom prst="rect">
            <a:avLst/>
          </a:prstGeom>
        </p:spPr>
      </p:pic>
      <p:cxnSp>
        <p:nvCxnSpPr>
          <p:cNvPr id="16" name="直線コネクタ 15">
            <a:extLst>
              <a:ext uri="{FF2B5EF4-FFF2-40B4-BE49-F238E27FC236}">
                <a16:creationId xmlns:a16="http://schemas.microsoft.com/office/drawing/2014/main" id="{0408FE47-3BFF-0A42-8F48-D66777FF6E91}"/>
              </a:ext>
            </a:extLst>
          </p:cNvPr>
          <p:cNvCxnSpPr>
            <a:cxnSpLocks/>
          </p:cNvCxnSpPr>
          <p:nvPr userDrawn="1"/>
        </p:nvCxnSpPr>
        <p:spPr>
          <a:xfrm>
            <a:off x="9083638" y="6597650"/>
            <a:ext cx="0" cy="260350"/>
          </a:xfrm>
          <a:prstGeom prst="line">
            <a:avLst/>
          </a:prstGeom>
          <a:ln w="9525">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F8FAFC4E-F3F0-D947-B10D-2319BEB244D1}"/>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tx1"/>
                </a:solidFill>
                <a:latin typeface="+mn-lt"/>
              </a:rPr>
              <a:pPr algn="r"/>
              <a:t>‹#›</a:t>
            </a:fld>
            <a:endParaRPr kumimoji="0" lang="en-US" altLang="ja-JP" sz="1100" dirty="0">
              <a:solidFill>
                <a:schemeClr val="tx1"/>
              </a:solidFill>
              <a:latin typeface="+mn-lt"/>
              <a:cs typeface="Meiryo UI" pitchFamily="50" charset="-128"/>
            </a:endParaRPr>
          </a:p>
        </p:txBody>
      </p:sp>
    </p:spTree>
    <p:extLst>
      <p:ext uri="{BB962C8B-B14F-4D97-AF65-F5344CB8AC3E}">
        <p14:creationId xmlns:p14="http://schemas.microsoft.com/office/powerpoint/2010/main" val="3713879408"/>
      </p:ext>
    </p:extLst>
  </p:cSld>
  <p:clrMap bg1="lt1" tx1="dk1" bg2="lt2" tx2="dk2" accent1="accent1" accent2="accent2" accent3="accent3" accent4="accent4" accent5="accent5" accent6="accent6" hlink="hlink" folHlink="folHlink"/>
  <p:sldLayoutIdLst>
    <p:sldLayoutId id="2147483910" r:id="rId1"/>
    <p:sldLayoutId id="2147483909" r:id="rId2"/>
    <p:sldLayoutId id="2147483911" r:id="rId3"/>
    <p:sldLayoutId id="2147483912" r:id="rId4"/>
  </p:sldLayoutIdLst>
  <p:hf hdr="0" ftr="0" dt="0"/>
  <p:txStyles>
    <p:titleStyle>
      <a:lvl1pPr algn="l" defTabSz="609559" rtl="0" eaLnBrk="1" fontAlgn="base" hangingPunct="1">
        <a:spcBef>
          <a:spcPct val="0"/>
        </a:spcBef>
        <a:spcAft>
          <a:spcPct val="0"/>
        </a:spcAft>
        <a:defRPr kumimoji="1" sz="2400" b="1" i="0" kern="1200" spc="0" baseline="0">
          <a:solidFill>
            <a:schemeClr val="tx1"/>
          </a:solidFill>
          <a:latin typeface="+mj-ea"/>
          <a:ea typeface="+mj-ea"/>
          <a:cs typeface="HGPGothicE" charset="-128"/>
        </a:defRPr>
      </a:lvl1pPr>
      <a:lvl2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9"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8"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76"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34"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9" rtl="0" eaLnBrk="1" latinLnBrk="0" hangingPunct="1">
        <a:defRPr kumimoji="1" sz="2400" kern="1200">
          <a:solidFill>
            <a:schemeClr val="tx1"/>
          </a:solidFill>
          <a:latin typeface="+mn-lt"/>
          <a:ea typeface="+mn-ea"/>
          <a:cs typeface="+mn-cs"/>
        </a:defRPr>
      </a:lvl1pPr>
      <a:lvl2pPr marL="609559" algn="l" defTabSz="609559" rtl="0" eaLnBrk="1" latinLnBrk="0" hangingPunct="1">
        <a:defRPr kumimoji="1" sz="2400" kern="1200">
          <a:solidFill>
            <a:schemeClr val="tx1"/>
          </a:solidFill>
          <a:latin typeface="+mn-lt"/>
          <a:ea typeface="+mn-ea"/>
          <a:cs typeface="+mn-cs"/>
        </a:defRPr>
      </a:lvl2pPr>
      <a:lvl3pPr marL="1219118" algn="l" defTabSz="609559" rtl="0" eaLnBrk="1" latinLnBrk="0" hangingPunct="1">
        <a:defRPr kumimoji="1" sz="2400" kern="1200">
          <a:solidFill>
            <a:schemeClr val="tx1"/>
          </a:solidFill>
          <a:latin typeface="+mn-lt"/>
          <a:ea typeface="+mn-ea"/>
          <a:cs typeface="+mn-cs"/>
        </a:defRPr>
      </a:lvl3pPr>
      <a:lvl4pPr marL="1828676" algn="l" defTabSz="609559" rtl="0" eaLnBrk="1" latinLnBrk="0" hangingPunct="1">
        <a:defRPr kumimoji="1" sz="2400" kern="1200">
          <a:solidFill>
            <a:schemeClr val="tx1"/>
          </a:solidFill>
          <a:latin typeface="+mn-lt"/>
          <a:ea typeface="+mn-ea"/>
          <a:cs typeface="+mn-cs"/>
        </a:defRPr>
      </a:lvl4pPr>
      <a:lvl5pPr marL="2438234" algn="l" defTabSz="609559" rtl="0" eaLnBrk="1" latinLnBrk="0" hangingPunct="1">
        <a:defRPr kumimoji="1" sz="2400" kern="1200">
          <a:solidFill>
            <a:schemeClr val="tx1"/>
          </a:solidFill>
          <a:latin typeface="+mn-lt"/>
          <a:ea typeface="+mn-ea"/>
          <a:cs typeface="+mn-cs"/>
        </a:defRPr>
      </a:lvl5pPr>
      <a:lvl6pPr marL="3047792" algn="l" defTabSz="609559" rtl="0" eaLnBrk="1" latinLnBrk="0" hangingPunct="1">
        <a:defRPr kumimoji="1" sz="2400" kern="1200">
          <a:solidFill>
            <a:schemeClr val="tx1"/>
          </a:solidFill>
          <a:latin typeface="+mn-lt"/>
          <a:ea typeface="+mn-ea"/>
          <a:cs typeface="+mn-cs"/>
        </a:defRPr>
      </a:lvl6pPr>
      <a:lvl7pPr marL="3657351" algn="l" defTabSz="609559" rtl="0" eaLnBrk="1" latinLnBrk="0" hangingPunct="1">
        <a:defRPr kumimoji="1" sz="2400" kern="1200">
          <a:solidFill>
            <a:schemeClr val="tx1"/>
          </a:solidFill>
          <a:latin typeface="+mn-lt"/>
          <a:ea typeface="+mn-ea"/>
          <a:cs typeface="+mn-cs"/>
        </a:defRPr>
      </a:lvl7pPr>
      <a:lvl8pPr marL="4266908" algn="l" defTabSz="609559" rtl="0" eaLnBrk="1" latinLnBrk="0" hangingPunct="1">
        <a:defRPr kumimoji="1" sz="2400" kern="1200">
          <a:solidFill>
            <a:schemeClr val="tx1"/>
          </a:solidFill>
          <a:latin typeface="+mn-lt"/>
          <a:ea typeface="+mn-ea"/>
          <a:cs typeface="+mn-cs"/>
        </a:defRPr>
      </a:lvl8pPr>
      <a:lvl9pPr marL="4876467" algn="l" defTabSz="609559"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09" userDrawn="1">
          <p15:clr>
            <a:srgbClr val="F26B43"/>
          </p15:clr>
        </p15:guide>
        <p15:guide id="4" orient="horz" pos="2160" userDrawn="1">
          <p15:clr>
            <a:srgbClr val="F26B43"/>
          </p15:clr>
        </p15:guide>
        <p15:guide id="6" orient="horz" pos="436" userDrawn="1">
          <p15:clr>
            <a:srgbClr val="F26B43"/>
          </p15:clr>
        </p15:guide>
        <p15:guide id="7" pos="3121" userDrawn="1">
          <p15:clr>
            <a:srgbClr val="F26B43"/>
          </p15:clr>
        </p15:guide>
        <p15:guide id="8" pos="6031" userDrawn="1">
          <p15:clr>
            <a:srgbClr val="F26B43"/>
          </p15:clr>
        </p15:guide>
        <p15:guide id="9" orient="horz" pos="4088" userDrawn="1">
          <p15:clr>
            <a:srgbClr val="F26B43"/>
          </p15:clr>
        </p15:guide>
        <p15:guide id="10" orient="horz" pos="368" userDrawn="1">
          <p15:clr>
            <a:srgbClr val="F26B43"/>
          </p15:clr>
        </p15:guide>
        <p15:guide id="11" orient="horz" pos="4269" userDrawn="1">
          <p15:clr>
            <a:srgbClr val="F26B43"/>
          </p15:clr>
        </p15:guide>
        <p15:guide id="12" orient="horz" pos="4156"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accent2"/>
        </a:solidFill>
        <a:effectLst/>
      </p:bgPr>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037A440-03F7-DC4B-BD06-698F971DD4B7}"/>
              </a:ext>
            </a:extLst>
          </p:cNvPr>
          <p:cNvSpPr>
            <a:spLocks noGrp="1"/>
          </p:cNvSpPr>
          <p:nvPr>
            <p:ph type="title"/>
          </p:nvPr>
        </p:nvSpPr>
        <p:spPr>
          <a:xfrm>
            <a:off x="331490" y="164693"/>
            <a:ext cx="9243021" cy="412538"/>
          </a:xfrm>
          <a:prstGeom prst="rect">
            <a:avLst/>
          </a:prstGeom>
        </p:spPr>
        <p:txBody>
          <a:bodyPr vert="horz" lIns="0" tIns="45720" rIns="0" bIns="45720" rtlCol="0" anchor="t" anchorCtr="0">
            <a:normAutofit/>
          </a:bodyPr>
          <a:lstStyle/>
          <a:p>
            <a:r>
              <a:rPr kumimoji="1" lang="ja-JP" altLang="en-US"/>
              <a:t>マスター タイトルの書式設定</a:t>
            </a:r>
          </a:p>
        </p:txBody>
      </p:sp>
      <p:sp>
        <p:nvSpPr>
          <p:cNvPr id="10" name="テキスト プレースホルダー 2">
            <a:extLst>
              <a:ext uri="{FF2B5EF4-FFF2-40B4-BE49-F238E27FC236}">
                <a16:creationId xmlns:a16="http://schemas.microsoft.com/office/drawing/2014/main" id="{ACDA7E9A-9E6E-2942-AC20-74A5A8920A1C}"/>
              </a:ext>
            </a:extLst>
          </p:cNvPr>
          <p:cNvSpPr>
            <a:spLocks noGrp="1"/>
          </p:cNvSpPr>
          <p:nvPr>
            <p:ph type="body" idx="1"/>
          </p:nvPr>
        </p:nvSpPr>
        <p:spPr>
          <a:xfrm>
            <a:off x="331491" y="692150"/>
            <a:ext cx="9252068" cy="5797550"/>
          </a:xfrm>
          <a:prstGeom prst="rect">
            <a:avLst/>
          </a:prstGeom>
        </p:spPr>
        <p:txBody>
          <a:bodyPr vert="horz" lIns="0" tIns="45720" rIns="0" bIns="45720" rtlCol="0">
            <a:noAutofit/>
          </a:body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13" name="テキスト ボックス 12">
            <a:extLst>
              <a:ext uri="{FF2B5EF4-FFF2-40B4-BE49-F238E27FC236}">
                <a16:creationId xmlns:a16="http://schemas.microsoft.com/office/drawing/2014/main" id="{04E21C77-E2F3-5744-B495-789192475120}"/>
              </a:ext>
            </a:extLst>
          </p:cNvPr>
          <p:cNvSpPr txBox="1"/>
          <p:nvPr userDrawn="1"/>
        </p:nvSpPr>
        <p:spPr>
          <a:xfrm>
            <a:off x="6211820" y="6623438"/>
            <a:ext cx="1433086" cy="215444"/>
          </a:xfrm>
          <a:prstGeom prst="rect">
            <a:avLst/>
          </a:prstGeom>
          <a:noFill/>
          <a:ln>
            <a:noFill/>
          </a:ln>
        </p:spPr>
        <p:txBody>
          <a:bodyPr wrap="none" lIns="0" rIns="0" rtlCol="0">
            <a:spAutoFit/>
          </a:bodyPr>
          <a:lstStyle/>
          <a:p>
            <a:pPr algn="r"/>
            <a:r>
              <a:rPr kumimoji="0" lang="en-US" altLang="ja-JP" sz="800" dirty="0">
                <a:solidFill>
                  <a:schemeClr val="bg1"/>
                </a:solidFill>
                <a:latin typeface="+mn-lt"/>
                <a:cs typeface="Meiryo UI" pitchFamily="50" charset="-128"/>
              </a:rPr>
              <a:t>© 2022 NTT DATA Corporation</a:t>
            </a:r>
          </a:p>
        </p:txBody>
      </p:sp>
      <p:cxnSp>
        <p:nvCxnSpPr>
          <p:cNvPr id="14" name="直線コネクタ 13">
            <a:extLst>
              <a:ext uri="{FF2B5EF4-FFF2-40B4-BE49-F238E27FC236}">
                <a16:creationId xmlns:a16="http://schemas.microsoft.com/office/drawing/2014/main" id="{26ABC15C-563B-F04A-83C3-B0D991357E0E}"/>
              </a:ext>
            </a:extLst>
          </p:cNvPr>
          <p:cNvCxnSpPr>
            <a:cxnSpLocks/>
          </p:cNvCxnSpPr>
          <p:nvPr userDrawn="1"/>
        </p:nvCxnSpPr>
        <p:spPr>
          <a:xfrm>
            <a:off x="7820324"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1" name="図 10">
            <a:extLst>
              <a:ext uri="{FF2B5EF4-FFF2-40B4-BE49-F238E27FC236}">
                <a16:creationId xmlns:a16="http://schemas.microsoft.com/office/drawing/2014/main" id="{270EE0AC-2C8E-D84F-9AAB-1BAD29C74906}"/>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7991572" y="6600825"/>
            <a:ext cx="920819" cy="234561"/>
          </a:xfrm>
          <a:prstGeom prst="rect">
            <a:avLst/>
          </a:prstGeom>
        </p:spPr>
      </p:pic>
      <p:cxnSp>
        <p:nvCxnSpPr>
          <p:cNvPr id="17" name="直線コネクタ 16">
            <a:extLst>
              <a:ext uri="{FF2B5EF4-FFF2-40B4-BE49-F238E27FC236}">
                <a16:creationId xmlns:a16="http://schemas.microsoft.com/office/drawing/2014/main" id="{1974EA4F-0DCA-734C-A634-22D6F1BD7FB1}"/>
              </a:ext>
            </a:extLst>
          </p:cNvPr>
          <p:cNvCxnSpPr>
            <a:cxnSpLocks/>
          </p:cNvCxnSpPr>
          <p:nvPr userDrawn="1"/>
        </p:nvCxnSpPr>
        <p:spPr>
          <a:xfrm>
            <a:off x="9083638" y="6597650"/>
            <a:ext cx="0" cy="260350"/>
          </a:xfrm>
          <a:prstGeom prst="line">
            <a:avLst/>
          </a:prstGeom>
          <a:ln w="9525">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8" name="テキスト ボックス 17">
            <a:extLst>
              <a:ext uri="{FF2B5EF4-FFF2-40B4-BE49-F238E27FC236}">
                <a16:creationId xmlns:a16="http://schemas.microsoft.com/office/drawing/2014/main" id="{868894EE-0BB6-C742-A4D7-3DB96B9B356E}"/>
              </a:ext>
            </a:extLst>
          </p:cNvPr>
          <p:cNvSpPr txBox="1"/>
          <p:nvPr userDrawn="1"/>
        </p:nvSpPr>
        <p:spPr>
          <a:xfrm>
            <a:off x="9147003" y="6590696"/>
            <a:ext cx="436568" cy="261610"/>
          </a:xfrm>
          <a:prstGeom prst="rect">
            <a:avLst/>
          </a:prstGeom>
          <a:noFill/>
          <a:ln>
            <a:noFill/>
          </a:ln>
        </p:spPr>
        <p:txBody>
          <a:bodyPr wrap="square" lIns="0" rIns="0" rtlCol="0">
            <a:spAutoFit/>
          </a:bodyPr>
          <a:lstStyle/>
          <a:p>
            <a:pPr algn="r"/>
            <a:fld id="{8DD8EB0B-AB08-A54E-B33C-ED72A04D9CE9}" type="slidenum">
              <a:rPr lang="ja-JP" altLang="en-US" sz="1100" smtClean="0">
                <a:solidFill>
                  <a:schemeClr val="bg1"/>
                </a:solidFill>
                <a:latin typeface="+mn-lt"/>
              </a:rPr>
              <a:pPr algn="r"/>
              <a:t>‹#›</a:t>
            </a:fld>
            <a:endParaRPr kumimoji="0" lang="en-US" altLang="ja-JP" sz="1100" dirty="0">
              <a:solidFill>
                <a:schemeClr val="bg1"/>
              </a:solidFill>
              <a:latin typeface="+mn-lt"/>
              <a:cs typeface="Meiryo UI" pitchFamily="50" charset="-128"/>
            </a:endParaRPr>
          </a:p>
        </p:txBody>
      </p:sp>
    </p:spTree>
    <p:extLst>
      <p:ext uri="{BB962C8B-B14F-4D97-AF65-F5344CB8AC3E}">
        <p14:creationId xmlns:p14="http://schemas.microsoft.com/office/powerpoint/2010/main" val="3615148030"/>
      </p:ext>
    </p:extLst>
  </p:cSld>
  <p:clrMap bg1="lt1" tx1="dk1" bg2="lt2" tx2="dk2" accent1="accent1" accent2="accent2" accent3="accent3" accent4="accent4" accent5="accent5" accent6="accent6" hlink="hlink" folHlink="folHlink"/>
  <p:sldLayoutIdLst>
    <p:sldLayoutId id="2147483863" r:id="rId1"/>
    <p:sldLayoutId id="2147483854" r:id="rId2"/>
    <p:sldLayoutId id="2147483885" r:id="rId3"/>
    <p:sldLayoutId id="2147483886" r:id="rId4"/>
  </p:sldLayoutIdLst>
  <p:hf hdr="0" ftr="0" dt="0"/>
  <p:txStyles>
    <p:titleStyle>
      <a:lvl1pPr algn="l" defTabSz="609559" rtl="0" eaLnBrk="1" fontAlgn="base" hangingPunct="1">
        <a:spcBef>
          <a:spcPct val="0"/>
        </a:spcBef>
        <a:spcAft>
          <a:spcPct val="0"/>
        </a:spcAft>
        <a:defRPr kumimoji="1" sz="2400" b="1" i="0" kern="1200" spc="0" baseline="0">
          <a:solidFill>
            <a:schemeClr val="bg1"/>
          </a:solidFill>
          <a:latin typeface="+mj-ea"/>
          <a:ea typeface="+mj-ea"/>
          <a:cs typeface="HGPGothicE" charset="-128"/>
        </a:defRPr>
      </a:lvl1pPr>
      <a:lvl2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9"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8"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76"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34"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bg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bg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9" rtl="0" eaLnBrk="1" latinLnBrk="0" hangingPunct="1">
        <a:defRPr kumimoji="1" sz="2400" kern="1200">
          <a:solidFill>
            <a:schemeClr val="tx1"/>
          </a:solidFill>
          <a:latin typeface="+mn-lt"/>
          <a:ea typeface="+mn-ea"/>
          <a:cs typeface="+mn-cs"/>
        </a:defRPr>
      </a:lvl1pPr>
      <a:lvl2pPr marL="609559" algn="l" defTabSz="609559" rtl="0" eaLnBrk="1" latinLnBrk="0" hangingPunct="1">
        <a:defRPr kumimoji="1" sz="2400" kern="1200">
          <a:solidFill>
            <a:schemeClr val="tx1"/>
          </a:solidFill>
          <a:latin typeface="+mn-lt"/>
          <a:ea typeface="+mn-ea"/>
          <a:cs typeface="+mn-cs"/>
        </a:defRPr>
      </a:lvl2pPr>
      <a:lvl3pPr marL="1219118" algn="l" defTabSz="609559" rtl="0" eaLnBrk="1" latinLnBrk="0" hangingPunct="1">
        <a:defRPr kumimoji="1" sz="2400" kern="1200">
          <a:solidFill>
            <a:schemeClr val="tx1"/>
          </a:solidFill>
          <a:latin typeface="+mn-lt"/>
          <a:ea typeface="+mn-ea"/>
          <a:cs typeface="+mn-cs"/>
        </a:defRPr>
      </a:lvl3pPr>
      <a:lvl4pPr marL="1828676" algn="l" defTabSz="609559" rtl="0" eaLnBrk="1" latinLnBrk="0" hangingPunct="1">
        <a:defRPr kumimoji="1" sz="2400" kern="1200">
          <a:solidFill>
            <a:schemeClr val="tx1"/>
          </a:solidFill>
          <a:latin typeface="+mn-lt"/>
          <a:ea typeface="+mn-ea"/>
          <a:cs typeface="+mn-cs"/>
        </a:defRPr>
      </a:lvl4pPr>
      <a:lvl5pPr marL="2438234" algn="l" defTabSz="609559" rtl="0" eaLnBrk="1" latinLnBrk="0" hangingPunct="1">
        <a:defRPr kumimoji="1" sz="2400" kern="1200">
          <a:solidFill>
            <a:schemeClr val="tx1"/>
          </a:solidFill>
          <a:latin typeface="+mn-lt"/>
          <a:ea typeface="+mn-ea"/>
          <a:cs typeface="+mn-cs"/>
        </a:defRPr>
      </a:lvl5pPr>
      <a:lvl6pPr marL="3047792" algn="l" defTabSz="609559" rtl="0" eaLnBrk="1" latinLnBrk="0" hangingPunct="1">
        <a:defRPr kumimoji="1" sz="2400" kern="1200">
          <a:solidFill>
            <a:schemeClr val="tx1"/>
          </a:solidFill>
          <a:latin typeface="+mn-lt"/>
          <a:ea typeface="+mn-ea"/>
          <a:cs typeface="+mn-cs"/>
        </a:defRPr>
      </a:lvl6pPr>
      <a:lvl7pPr marL="3657351" algn="l" defTabSz="609559" rtl="0" eaLnBrk="1" latinLnBrk="0" hangingPunct="1">
        <a:defRPr kumimoji="1" sz="2400" kern="1200">
          <a:solidFill>
            <a:schemeClr val="tx1"/>
          </a:solidFill>
          <a:latin typeface="+mn-lt"/>
          <a:ea typeface="+mn-ea"/>
          <a:cs typeface="+mn-cs"/>
        </a:defRPr>
      </a:lvl7pPr>
      <a:lvl8pPr marL="4266908" algn="l" defTabSz="609559" rtl="0" eaLnBrk="1" latinLnBrk="0" hangingPunct="1">
        <a:defRPr kumimoji="1" sz="2400" kern="1200">
          <a:solidFill>
            <a:schemeClr val="tx1"/>
          </a:solidFill>
          <a:latin typeface="+mn-lt"/>
          <a:ea typeface="+mn-ea"/>
          <a:cs typeface="+mn-cs"/>
        </a:defRPr>
      </a:lvl8pPr>
      <a:lvl9pPr marL="4876467" algn="l" defTabSz="609559"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09" userDrawn="1">
          <p15:clr>
            <a:srgbClr val="F26B43"/>
          </p15:clr>
        </p15:guide>
        <p15:guide id="4" orient="horz" pos="2160" userDrawn="1">
          <p15:clr>
            <a:srgbClr val="F26B43"/>
          </p15:clr>
        </p15:guide>
        <p15:guide id="5" orient="horz" pos="4156" userDrawn="1">
          <p15:clr>
            <a:srgbClr val="F26B43"/>
          </p15:clr>
        </p15:guide>
        <p15:guide id="6" orient="horz" pos="436" userDrawn="1">
          <p15:clr>
            <a:srgbClr val="F26B43"/>
          </p15:clr>
        </p15:guide>
        <p15:guide id="7" pos="3121" userDrawn="1">
          <p15:clr>
            <a:srgbClr val="F26B43"/>
          </p15:clr>
        </p15:guide>
        <p15:guide id="8" pos="6031" userDrawn="1">
          <p15:clr>
            <a:srgbClr val="F26B43"/>
          </p15:clr>
        </p15:guide>
        <p15:guide id="9" orient="horz" pos="4088" userDrawn="1">
          <p15:clr>
            <a:srgbClr val="F26B43"/>
          </p15:clr>
        </p15:guide>
        <p15:guide id="10" orient="horz" pos="368" userDrawn="1">
          <p15:clr>
            <a:srgbClr val="F26B43"/>
          </p15:clr>
        </p15:guide>
        <p15:guide id="11" orient="horz" pos="4269"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5" name="テキスト ボックス 4">
            <a:extLst>
              <a:ext uri="{FF2B5EF4-FFF2-40B4-BE49-F238E27FC236}">
                <a16:creationId xmlns:a16="http://schemas.microsoft.com/office/drawing/2014/main" id="{8321CC23-A8DD-2841-8A35-D68DC2B10133}"/>
              </a:ext>
            </a:extLst>
          </p:cNvPr>
          <p:cNvSpPr txBox="1"/>
          <p:nvPr userDrawn="1"/>
        </p:nvSpPr>
        <p:spPr>
          <a:xfrm>
            <a:off x="8141426" y="6623438"/>
            <a:ext cx="1433086" cy="215444"/>
          </a:xfrm>
          <a:prstGeom prst="rect">
            <a:avLst/>
          </a:prstGeom>
          <a:noFill/>
          <a:ln>
            <a:noFill/>
          </a:ln>
        </p:spPr>
        <p:txBody>
          <a:bodyPr wrap="none" lIns="0" rIns="0" rtlCol="0">
            <a:spAutoFit/>
          </a:bodyPr>
          <a:lstStyle/>
          <a:p>
            <a:pPr algn="r"/>
            <a:r>
              <a:rPr kumimoji="0" lang="en-US" altLang="ja-JP" sz="800" dirty="0">
                <a:solidFill>
                  <a:schemeClr val="tx1"/>
                </a:solidFill>
                <a:latin typeface="+mn-lt"/>
                <a:cs typeface="Meiryo UI" pitchFamily="50" charset="-128"/>
              </a:rPr>
              <a:t>© 2022 NTT DATA Corporation</a:t>
            </a:r>
          </a:p>
        </p:txBody>
      </p:sp>
    </p:spTree>
    <p:extLst>
      <p:ext uri="{BB962C8B-B14F-4D97-AF65-F5344CB8AC3E}">
        <p14:creationId xmlns:p14="http://schemas.microsoft.com/office/powerpoint/2010/main" val="4268014743"/>
      </p:ext>
    </p:extLst>
  </p:cSld>
  <p:clrMap bg1="lt1" tx1="dk1" bg2="lt2" tx2="dk2" accent1="accent1" accent2="accent2" accent3="accent3" accent4="accent4" accent5="accent5" accent6="accent6" hlink="hlink" folHlink="folHlink"/>
  <p:sldLayoutIdLst>
    <p:sldLayoutId id="2147483851" r:id="rId1"/>
    <p:sldLayoutId id="2147483850" r:id="rId2"/>
    <p:sldLayoutId id="2147483773" r:id="rId3"/>
    <p:sldLayoutId id="2147483933" r:id="rId4"/>
    <p:sldLayoutId id="2147483934" r:id="rId5"/>
  </p:sldLayoutIdLst>
  <p:hf hdr="0" ftr="0" dt="0"/>
  <p:txStyles>
    <p:titleStyle>
      <a:lvl1pPr algn="l" defTabSz="609559" rtl="0" eaLnBrk="1" fontAlgn="base" hangingPunct="1">
        <a:spcBef>
          <a:spcPct val="0"/>
        </a:spcBef>
        <a:spcAft>
          <a:spcPct val="0"/>
        </a:spcAft>
        <a:defRPr kumimoji="1" sz="2400" b="1" i="0" kern="1200" spc="200" baseline="0">
          <a:solidFill>
            <a:schemeClr val="tx1"/>
          </a:solidFill>
          <a:latin typeface="+mj-ea"/>
          <a:ea typeface="+mj-ea"/>
          <a:cs typeface="HGPGothicE" charset="-128"/>
        </a:defRPr>
      </a:lvl1pPr>
      <a:lvl2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2pPr>
      <a:lvl3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3pPr>
      <a:lvl4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4pPr>
      <a:lvl5pPr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5pPr>
      <a:lvl6pPr marL="609559"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6pPr>
      <a:lvl7pPr marL="1219118"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7pPr>
      <a:lvl8pPr marL="1828676"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8pPr>
      <a:lvl9pPr marL="2438234" algn="l" defTabSz="609559" rtl="0" eaLnBrk="1" fontAlgn="base" hangingPunct="1">
        <a:spcBef>
          <a:spcPct val="0"/>
        </a:spcBef>
        <a:spcAft>
          <a:spcPct val="0"/>
        </a:spcAft>
        <a:defRPr kumimoji="1" sz="2667">
          <a:solidFill>
            <a:schemeClr val="tx1"/>
          </a:solidFill>
          <a:latin typeface="Arial" pitchFamily="34" charset="0"/>
          <a:ea typeface="HGP創英角ｺﾞｼｯｸUB"/>
          <a:cs typeface="Arial" pitchFamily="34" charset="0"/>
        </a:defRPr>
      </a:lvl9pPr>
    </p:titleStyle>
    <p:bodyStyle>
      <a:lvl1pPr marL="0" indent="0" algn="l" defTabSz="609559" rtl="0" eaLnBrk="1" fontAlgn="base" hangingPunct="1">
        <a:spcBef>
          <a:spcPct val="20000"/>
        </a:spcBef>
        <a:spcAft>
          <a:spcPct val="0"/>
        </a:spcAft>
        <a:buFont typeface="Arial" pitchFamily="34" charset="0"/>
        <a:buNone/>
        <a:defRPr kumimoji="1" sz="1800" kern="1200">
          <a:solidFill>
            <a:schemeClr val="tx1"/>
          </a:solidFill>
          <a:latin typeface="+mn-ea"/>
          <a:ea typeface="+mn-ea"/>
          <a:cs typeface="Arial"/>
        </a:defRPr>
      </a:lvl1pPr>
      <a:lvl2pPr marL="910105" indent="-300545"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51" indent="-234935"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77" indent="-230703"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18" indent="-228585"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p:bodyStyle>
    <p:otherStyle>
      <a:defPPr>
        <a:defRPr lang="en-US"/>
      </a:defPPr>
      <a:lvl1pPr marL="0" algn="l" defTabSz="609559" rtl="0" eaLnBrk="1" latinLnBrk="0" hangingPunct="1">
        <a:defRPr kumimoji="1" sz="2400" kern="1200">
          <a:solidFill>
            <a:schemeClr val="tx1"/>
          </a:solidFill>
          <a:latin typeface="+mn-lt"/>
          <a:ea typeface="+mn-ea"/>
          <a:cs typeface="+mn-cs"/>
        </a:defRPr>
      </a:lvl1pPr>
      <a:lvl2pPr marL="609559" algn="l" defTabSz="609559" rtl="0" eaLnBrk="1" latinLnBrk="0" hangingPunct="1">
        <a:defRPr kumimoji="1" sz="2400" kern="1200">
          <a:solidFill>
            <a:schemeClr val="tx1"/>
          </a:solidFill>
          <a:latin typeface="+mn-lt"/>
          <a:ea typeface="+mn-ea"/>
          <a:cs typeface="+mn-cs"/>
        </a:defRPr>
      </a:lvl2pPr>
      <a:lvl3pPr marL="1219118" algn="l" defTabSz="609559" rtl="0" eaLnBrk="1" latinLnBrk="0" hangingPunct="1">
        <a:defRPr kumimoji="1" sz="2400" kern="1200">
          <a:solidFill>
            <a:schemeClr val="tx1"/>
          </a:solidFill>
          <a:latin typeface="+mn-lt"/>
          <a:ea typeface="+mn-ea"/>
          <a:cs typeface="+mn-cs"/>
        </a:defRPr>
      </a:lvl3pPr>
      <a:lvl4pPr marL="1828676" algn="l" defTabSz="609559" rtl="0" eaLnBrk="1" latinLnBrk="0" hangingPunct="1">
        <a:defRPr kumimoji="1" sz="2400" kern="1200">
          <a:solidFill>
            <a:schemeClr val="tx1"/>
          </a:solidFill>
          <a:latin typeface="+mn-lt"/>
          <a:ea typeface="+mn-ea"/>
          <a:cs typeface="+mn-cs"/>
        </a:defRPr>
      </a:lvl4pPr>
      <a:lvl5pPr marL="2438234" algn="l" defTabSz="609559" rtl="0" eaLnBrk="1" latinLnBrk="0" hangingPunct="1">
        <a:defRPr kumimoji="1" sz="2400" kern="1200">
          <a:solidFill>
            <a:schemeClr val="tx1"/>
          </a:solidFill>
          <a:latin typeface="+mn-lt"/>
          <a:ea typeface="+mn-ea"/>
          <a:cs typeface="+mn-cs"/>
        </a:defRPr>
      </a:lvl5pPr>
      <a:lvl6pPr marL="3047792" algn="l" defTabSz="609559" rtl="0" eaLnBrk="1" latinLnBrk="0" hangingPunct="1">
        <a:defRPr kumimoji="1" sz="2400" kern="1200">
          <a:solidFill>
            <a:schemeClr val="tx1"/>
          </a:solidFill>
          <a:latin typeface="+mn-lt"/>
          <a:ea typeface="+mn-ea"/>
          <a:cs typeface="+mn-cs"/>
        </a:defRPr>
      </a:lvl6pPr>
      <a:lvl7pPr marL="3657351" algn="l" defTabSz="609559" rtl="0" eaLnBrk="1" latinLnBrk="0" hangingPunct="1">
        <a:defRPr kumimoji="1" sz="2400" kern="1200">
          <a:solidFill>
            <a:schemeClr val="tx1"/>
          </a:solidFill>
          <a:latin typeface="+mn-lt"/>
          <a:ea typeface="+mn-ea"/>
          <a:cs typeface="+mn-cs"/>
        </a:defRPr>
      </a:lvl7pPr>
      <a:lvl8pPr marL="4266908" algn="l" defTabSz="609559" rtl="0" eaLnBrk="1" latinLnBrk="0" hangingPunct="1">
        <a:defRPr kumimoji="1" sz="2400" kern="1200">
          <a:solidFill>
            <a:schemeClr val="tx1"/>
          </a:solidFill>
          <a:latin typeface="+mn-lt"/>
          <a:ea typeface="+mn-ea"/>
          <a:cs typeface="+mn-cs"/>
        </a:defRPr>
      </a:lvl8pPr>
      <a:lvl9pPr marL="4876467" algn="l" defTabSz="609559" rtl="0" eaLnBrk="1" latinLnBrk="0" hangingPunct="1">
        <a:defRPr kumimoji="1"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269" userDrawn="1">
          <p15:clr>
            <a:srgbClr val="F26B43"/>
          </p15:clr>
        </p15:guide>
        <p15:guide id="2" orient="horz" pos="420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28.tiff"/><Relationship Id="rId7" Type="http://schemas.openxmlformats.org/officeDocument/2006/relationships/image" Target="../media/image32.tiff"/><Relationship Id="rId2" Type="http://schemas.openxmlformats.org/officeDocument/2006/relationships/image" Target="../media/image27.tiff"/><Relationship Id="rId1" Type="http://schemas.openxmlformats.org/officeDocument/2006/relationships/slideLayout" Target="../slideLayouts/slideLayout25.xml"/><Relationship Id="rId6" Type="http://schemas.openxmlformats.org/officeDocument/2006/relationships/image" Target="../media/image31.tiff"/><Relationship Id="rId5" Type="http://schemas.openxmlformats.org/officeDocument/2006/relationships/image" Target="../media/image30.tiff"/><Relationship Id="rId4" Type="http://schemas.openxmlformats.org/officeDocument/2006/relationships/image" Target="../media/image29.tif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BF3422-211F-4DCA-86A4-721C5890C2CD}"/>
              </a:ext>
            </a:extLst>
          </p:cNvPr>
          <p:cNvSpPr>
            <a:spLocks noGrp="1"/>
          </p:cNvSpPr>
          <p:nvPr>
            <p:ph type="title"/>
          </p:nvPr>
        </p:nvSpPr>
        <p:spPr/>
        <p:txBody>
          <a:bodyPr/>
          <a:lstStyle/>
          <a:p>
            <a:r>
              <a:rPr kumimoji="1" lang="ja-JP" altLang="en-US" dirty="0"/>
              <a:t>三菱重工業株式会社　御中</a:t>
            </a:r>
          </a:p>
        </p:txBody>
      </p:sp>
      <p:sp>
        <p:nvSpPr>
          <p:cNvPr id="3" name="テキスト プレースホルダー 2">
            <a:extLst>
              <a:ext uri="{FF2B5EF4-FFF2-40B4-BE49-F238E27FC236}">
                <a16:creationId xmlns:a16="http://schemas.microsoft.com/office/drawing/2014/main" id="{DD80D790-E0B6-4CC5-B797-71025E37FE98}"/>
              </a:ext>
            </a:extLst>
          </p:cNvPr>
          <p:cNvSpPr>
            <a:spLocks noGrp="1"/>
          </p:cNvSpPr>
          <p:nvPr>
            <p:ph type="body" sz="quarter" idx="12"/>
          </p:nvPr>
        </p:nvSpPr>
        <p:spPr>
          <a:xfrm>
            <a:off x="581656" y="3490563"/>
            <a:ext cx="7471025" cy="952041"/>
          </a:xfrm>
        </p:spPr>
        <p:txBody>
          <a:bodyPr/>
          <a:lstStyle/>
          <a:p>
            <a:pPr>
              <a:lnSpc>
                <a:spcPct val="100000"/>
              </a:lnSpc>
              <a:spcBef>
                <a:spcPts val="0"/>
              </a:spcBef>
            </a:pPr>
            <a:r>
              <a:rPr lang="ja-JP" altLang="en-US" dirty="0"/>
              <a:t>「データの見える化」</a:t>
            </a:r>
            <a:endParaRPr lang="en-US" altLang="ja-JP" dirty="0"/>
          </a:p>
          <a:p>
            <a:pPr>
              <a:lnSpc>
                <a:spcPct val="100000"/>
              </a:lnSpc>
              <a:spcBef>
                <a:spcPts val="0"/>
              </a:spcBef>
            </a:pPr>
            <a:r>
              <a:rPr lang="en-US" altLang="ja-JP" dirty="0"/>
              <a:t>	D-MAP</a:t>
            </a:r>
            <a:r>
              <a:rPr lang="ja-JP" altLang="en-US" dirty="0"/>
              <a:t>　</a:t>
            </a:r>
            <a:r>
              <a:rPr lang="en-US" altLang="ja-JP" dirty="0"/>
              <a:t>DWH</a:t>
            </a:r>
            <a:r>
              <a:rPr lang="ja-JP" altLang="en-US" dirty="0"/>
              <a:t>改善の取組みについて</a:t>
            </a:r>
            <a:endParaRPr kumimoji="1" lang="ja-JP" altLang="en-US" dirty="0"/>
          </a:p>
        </p:txBody>
      </p:sp>
      <p:sp>
        <p:nvSpPr>
          <p:cNvPr id="4" name="テキスト プレースホルダー 3">
            <a:extLst>
              <a:ext uri="{FF2B5EF4-FFF2-40B4-BE49-F238E27FC236}">
                <a16:creationId xmlns:a16="http://schemas.microsoft.com/office/drawing/2014/main" id="{6B9D980C-39A3-4957-A649-6BC4BA08F77E}"/>
              </a:ext>
            </a:extLst>
          </p:cNvPr>
          <p:cNvSpPr>
            <a:spLocks noGrp="1"/>
          </p:cNvSpPr>
          <p:nvPr>
            <p:ph type="body" sz="quarter" idx="13"/>
          </p:nvPr>
        </p:nvSpPr>
        <p:spPr>
          <a:xfrm>
            <a:off x="331491" y="5463928"/>
            <a:ext cx="7177384" cy="1117494"/>
          </a:xfrm>
        </p:spPr>
        <p:txBody>
          <a:bodyPr/>
          <a:lstStyle/>
          <a:p>
            <a:r>
              <a:rPr kumimoji="1" lang="en-US" altLang="ja-JP" dirty="0"/>
              <a:t>2022</a:t>
            </a:r>
            <a:r>
              <a:rPr kumimoji="1" lang="ja-JP" altLang="en-US" dirty="0"/>
              <a:t>年</a:t>
            </a:r>
            <a:r>
              <a:rPr lang="en-US" altLang="ja-JP" dirty="0"/>
              <a:t>6</a:t>
            </a:r>
            <a:r>
              <a:rPr lang="ja-JP" altLang="en-US" dirty="0"/>
              <a:t>月</a:t>
            </a:r>
            <a:r>
              <a:rPr lang="en-US" altLang="ja-JP" dirty="0"/>
              <a:t>2</a:t>
            </a:r>
            <a:r>
              <a:rPr lang="ja-JP" altLang="en-US" dirty="0"/>
              <a:t>日</a:t>
            </a:r>
            <a:endParaRPr lang="en-US" altLang="ja-JP" dirty="0"/>
          </a:p>
          <a:p>
            <a:r>
              <a:rPr kumimoji="1" lang="ja-JP" altLang="en-US" dirty="0"/>
              <a:t>　株式会社</a:t>
            </a:r>
            <a:r>
              <a:rPr kumimoji="1" lang="en-US" altLang="ja-JP" dirty="0"/>
              <a:t>NTT</a:t>
            </a:r>
            <a:r>
              <a:rPr kumimoji="1" lang="ja-JP" altLang="en-US" dirty="0"/>
              <a:t>データ</a:t>
            </a:r>
            <a:endParaRPr kumimoji="1" lang="en-US" altLang="ja-JP" dirty="0"/>
          </a:p>
          <a:p>
            <a:r>
              <a:rPr lang="ja-JP" altLang="en-US" dirty="0"/>
              <a:t>　株式会社</a:t>
            </a:r>
            <a:r>
              <a:rPr lang="en-US" altLang="ja-JP" dirty="0"/>
              <a:t>NTT</a:t>
            </a:r>
            <a:r>
              <a:rPr lang="ja-JP" altLang="en-US" dirty="0"/>
              <a:t>データ</a:t>
            </a:r>
            <a:r>
              <a:rPr lang="en-US" altLang="ja-JP" dirty="0"/>
              <a:t>MHI</a:t>
            </a:r>
            <a:r>
              <a:rPr lang="ja-JP" altLang="en-US" dirty="0"/>
              <a:t>システムズ</a:t>
            </a:r>
            <a:endParaRPr lang="en-US" altLang="ja-JP" dirty="0"/>
          </a:p>
          <a:p>
            <a:r>
              <a:rPr kumimoji="1" lang="ja-JP" altLang="en-US" dirty="0"/>
              <a:t>　株式会社クニエ</a:t>
            </a:r>
          </a:p>
        </p:txBody>
      </p:sp>
    </p:spTree>
    <p:extLst>
      <p:ext uri="{BB962C8B-B14F-4D97-AF65-F5344CB8AC3E}">
        <p14:creationId xmlns:p14="http://schemas.microsoft.com/office/powerpoint/2010/main" val="3958894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58D96D21-2EFD-43ED-A9E4-AFFC77EB30B5}"/>
              </a:ext>
            </a:extLst>
          </p:cNvPr>
          <p:cNvSpPr>
            <a:spLocks noGrp="1"/>
          </p:cNvSpPr>
          <p:nvPr>
            <p:ph type="title"/>
          </p:nvPr>
        </p:nvSpPr>
        <p:spPr>
          <a:xfrm>
            <a:off x="340549" y="1801776"/>
            <a:ext cx="5965360" cy="706928"/>
          </a:xfrm>
        </p:spPr>
        <p:txBody>
          <a:bodyPr anchor="ctr"/>
          <a:lstStyle/>
          <a:p>
            <a:r>
              <a:rPr lang="ja-JP" altLang="en-US" sz="2800" b="1" dirty="0">
                <a:solidFill>
                  <a:schemeClr val="bg1"/>
                </a:solidFill>
                <a:latin typeface="+mn-ea"/>
                <a:ea typeface="+mn-ea"/>
              </a:rPr>
              <a:t>改善に向けた取り組み</a:t>
            </a:r>
            <a:r>
              <a:rPr lang="en-US" altLang="ja-JP" sz="2800" b="1" dirty="0">
                <a:solidFill>
                  <a:schemeClr val="bg1"/>
                </a:solidFill>
                <a:latin typeface="+mn-ea"/>
                <a:ea typeface="+mn-ea"/>
              </a:rPr>
              <a:t>(</a:t>
            </a:r>
            <a:r>
              <a:rPr lang="ja-JP" altLang="en-US" sz="2800" b="1" dirty="0">
                <a:solidFill>
                  <a:schemeClr val="bg1"/>
                </a:solidFill>
                <a:latin typeface="+mn-ea"/>
                <a:ea typeface="+mn-ea"/>
              </a:rPr>
              <a:t>案</a:t>
            </a:r>
            <a:r>
              <a:rPr lang="en-US" altLang="ja-JP" sz="2800" b="1" dirty="0">
                <a:solidFill>
                  <a:schemeClr val="bg1"/>
                </a:solidFill>
                <a:latin typeface="+mn-ea"/>
                <a:ea typeface="+mn-ea"/>
              </a:rPr>
              <a:t>)</a:t>
            </a:r>
            <a:endParaRPr lang="en-US" sz="2800" b="1" dirty="0">
              <a:solidFill>
                <a:schemeClr val="bg1"/>
              </a:solidFill>
              <a:latin typeface="+mn-ea"/>
              <a:ea typeface="+mn-ea"/>
            </a:endParaRPr>
          </a:p>
        </p:txBody>
      </p:sp>
      <p:sp>
        <p:nvSpPr>
          <p:cNvPr id="9" name="テキスト プレースホルダー 8">
            <a:extLst>
              <a:ext uri="{FF2B5EF4-FFF2-40B4-BE49-F238E27FC236}">
                <a16:creationId xmlns:a16="http://schemas.microsoft.com/office/drawing/2014/main" id="{FE631B3A-9815-4B6E-AE88-B6E4E35041B0}"/>
              </a:ext>
            </a:extLst>
          </p:cNvPr>
          <p:cNvSpPr>
            <a:spLocks noGrp="1"/>
          </p:cNvSpPr>
          <p:nvPr>
            <p:ph type="body" sz="quarter" idx="4294967295"/>
          </p:nvPr>
        </p:nvSpPr>
        <p:spPr>
          <a:xfrm>
            <a:off x="758466" y="2705131"/>
            <a:ext cx="7712673" cy="2263684"/>
          </a:xfrm>
        </p:spPr>
        <p:txBody>
          <a:bodyPr anchor="ctr"/>
          <a:lstStyle/>
          <a:p>
            <a:r>
              <a:rPr lang="ja-JP" altLang="en-US" dirty="0">
                <a:solidFill>
                  <a:schemeClr val="bg1"/>
                </a:solidFill>
              </a:rPr>
              <a:t>１．「データの見える化」を継続的に利用するために必要なこと</a:t>
            </a:r>
            <a:endParaRPr lang="en-US" altLang="ja-JP" dirty="0">
              <a:solidFill>
                <a:schemeClr val="bg1"/>
              </a:solidFill>
            </a:endParaRPr>
          </a:p>
          <a:p>
            <a:r>
              <a:rPr lang="ja-JP" altLang="en-US" dirty="0">
                <a:solidFill>
                  <a:schemeClr val="bg1"/>
                </a:solidFill>
              </a:rPr>
              <a:t>２．現状認識の実施と仮説・検証を行う</a:t>
            </a:r>
            <a:endParaRPr lang="en-US" altLang="ja-JP" dirty="0">
              <a:solidFill>
                <a:schemeClr val="bg1"/>
              </a:solidFill>
            </a:endParaRPr>
          </a:p>
          <a:p>
            <a:r>
              <a:rPr lang="ja-JP" altLang="en-US" dirty="0">
                <a:solidFill>
                  <a:schemeClr val="bg1"/>
                </a:solidFill>
              </a:rPr>
              <a:t>３．本活動の進め方（案）</a:t>
            </a:r>
            <a:endParaRPr lang="en-US" altLang="ja-JP" dirty="0">
              <a:solidFill>
                <a:schemeClr val="bg1"/>
              </a:solidFill>
            </a:endParaRPr>
          </a:p>
          <a:p>
            <a:r>
              <a:rPr lang="ja-JP" altLang="en-US" dirty="0">
                <a:solidFill>
                  <a:schemeClr val="bg1"/>
                </a:solidFill>
              </a:rPr>
              <a:t>４．ヒアリングによる事実確認と問題点整理</a:t>
            </a:r>
            <a:endParaRPr lang="en-US" dirty="0">
              <a:solidFill>
                <a:schemeClr val="bg1"/>
              </a:solidFill>
            </a:endParaRPr>
          </a:p>
        </p:txBody>
      </p:sp>
    </p:spTree>
    <p:extLst>
      <p:ext uri="{BB962C8B-B14F-4D97-AF65-F5344CB8AC3E}">
        <p14:creationId xmlns:p14="http://schemas.microsoft.com/office/powerpoint/2010/main" val="3252648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54B602-B067-4FAE-A00E-AC7D8B7E61BA}"/>
              </a:ext>
            </a:extLst>
          </p:cNvPr>
          <p:cNvSpPr>
            <a:spLocks noGrp="1"/>
          </p:cNvSpPr>
          <p:nvPr>
            <p:ph type="title"/>
          </p:nvPr>
        </p:nvSpPr>
        <p:spPr/>
        <p:txBody>
          <a:bodyPr>
            <a:noAutofit/>
          </a:bodyPr>
          <a:lstStyle/>
          <a:p>
            <a:r>
              <a:rPr lang="ja-JP" altLang="en-US" sz="2200" b="1" dirty="0"/>
              <a:t>１．「データの見える化」を継続的に利用するために必要なこと</a:t>
            </a:r>
            <a:endParaRPr kumimoji="1" lang="ja-JP" altLang="en-US" sz="2200" b="1" dirty="0"/>
          </a:p>
        </p:txBody>
      </p:sp>
      <p:sp>
        <p:nvSpPr>
          <p:cNvPr id="4" name="テキスト プレースホルダー 2">
            <a:extLst>
              <a:ext uri="{FF2B5EF4-FFF2-40B4-BE49-F238E27FC236}">
                <a16:creationId xmlns:a16="http://schemas.microsoft.com/office/drawing/2014/main" id="{D5AAD262-D78F-4B89-94A0-D347DDBCF279}"/>
              </a:ext>
            </a:extLst>
          </p:cNvPr>
          <p:cNvSpPr txBox="1">
            <a:spLocks/>
          </p:cNvSpPr>
          <p:nvPr/>
        </p:nvSpPr>
        <p:spPr>
          <a:xfrm>
            <a:off x="652732" y="3209034"/>
            <a:ext cx="8600536" cy="2592000"/>
          </a:xfrm>
          <a:prstGeom prst="rect">
            <a:avLst/>
          </a:prstGeom>
          <a:noFill/>
        </p:spPr>
        <p:txBody>
          <a:bodyPr vert="horz" lIns="0" tIns="45720" rIns="0" bIns="45720" rtlCol="0">
            <a:noAutofit/>
          </a:bodyPr>
          <a:lst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a:lstStyle>
          <a:p>
            <a:pPr marL="285750" indent="-285750" defTabSz="266700">
              <a:spcBef>
                <a:spcPts val="300"/>
              </a:spcBef>
              <a:buFont typeface="Wingdings" panose="05000000000000000000" pitchFamily="2" charset="2"/>
              <a:buChar char="ü"/>
            </a:pPr>
            <a:r>
              <a:rPr lang="en-US" altLang="ja-JP" sz="1600" dirty="0">
                <a:latin typeface="Meiryo UI" panose="020B0604030504040204" pitchFamily="34" charset="-128"/>
                <a:ea typeface="Meiryo UI" panose="020B0604030504040204" pitchFamily="34" charset="-128"/>
              </a:rPr>
              <a:t>D-MAP</a:t>
            </a:r>
            <a:r>
              <a:rPr lang="ja-JP" altLang="en-US" sz="1600" dirty="0">
                <a:latin typeface="Meiryo UI" panose="020B0604030504040204" pitchFamily="34" charset="-128"/>
                <a:ea typeface="Meiryo UI" panose="020B0604030504040204" pitchFamily="34" charset="-128"/>
              </a:rPr>
              <a:t>があれば、必要なデータや情報をいつでも分析し見ることができる、というのは間違い</a:t>
            </a:r>
            <a:endParaRPr lang="en-US" altLang="ja-JP" sz="1600" dirty="0">
              <a:latin typeface="Meiryo UI" panose="020B0604030504040204" pitchFamily="34" charset="-128"/>
              <a:ea typeface="Meiryo UI" panose="020B0604030504040204" pitchFamily="34" charset="-128"/>
            </a:endParaRPr>
          </a:p>
          <a:p>
            <a:pPr marL="285750" indent="-285750" defTabSz="266700">
              <a:spcBef>
                <a:spcPts val="300"/>
              </a:spcBef>
              <a:buFont typeface="Wingdings" panose="05000000000000000000" pitchFamily="2" charset="2"/>
              <a:buChar char="ü"/>
            </a:pPr>
            <a:r>
              <a:rPr lang="en-US" altLang="ja-JP" sz="1600" dirty="0">
                <a:latin typeface="Meiryo UI" panose="020B0604030504040204" pitchFamily="34" charset="-128"/>
                <a:ea typeface="Meiryo UI" panose="020B0604030504040204" pitchFamily="34" charset="-128"/>
              </a:rPr>
              <a:t>BI</a:t>
            </a:r>
            <a:r>
              <a:rPr lang="ja-JP" altLang="en-US" sz="1600" dirty="0">
                <a:latin typeface="Meiryo UI" panose="020B0604030504040204" pitchFamily="34" charset="-128"/>
                <a:ea typeface="Meiryo UI" panose="020B0604030504040204" pitchFamily="34" charset="-128"/>
              </a:rPr>
              <a:t>やダッシュボードに表示するデータは、</a:t>
            </a:r>
            <a:endParaRPr lang="en-US" altLang="ja-JP" sz="1600" dirty="0">
              <a:latin typeface="Meiryo UI" panose="020B0604030504040204" pitchFamily="34" charset="-128"/>
              <a:ea typeface="Meiryo UI" panose="020B0604030504040204" pitchFamily="34" charset="-128"/>
            </a:endParaRPr>
          </a:p>
          <a:p>
            <a:pPr marL="630238" indent="-266700" defTabSz="630238">
              <a:spcBef>
                <a:spcPts val="300"/>
              </a:spcBef>
              <a:buFont typeface="+mj-ea"/>
              <a:buAutoNum type="circleNumDbPlain"/>
            </a:pPr>
            <a:r>
              <a:rPr lang="ja-JP" altLang="en-US" sz="1600" dirty="0">
                <a:latin typeface="Meiryo UI" panose="020B0604030504040204" pitchFamily="34" charset="-128"/>
                <a:ea typeface="Meiryo UI" panose="020B0604030504040204" pitchFamily="34" charset="-128"/>
              </a:rPr>
              <a:t>一元管理されていること</a:t>
            </a:r>
            <a:endParaRPr lang="en-US" altLang="ja-JP" sz="1600" dirty="0">
              <a:latin typeface="Meiryo UI" panose="020B0604030504040204" pitchFamily="34" charset="-128"/>
              <a:ea typeface="Meiryo UI" panose="020B0604030504040204" pitchFamily="34" charset="-128"/>
            </a:endParaRPr>
          </a:p>
          <a:p>
            <a:pPr marL="630238" indent="-266700" defTabSz="630238">
              <a:spcBef>
                <a:spcPts val="300"/>
              </a:spcBef>
              <a:buFont typeface="+mj-ea"/>
              <a:buAutoNum type="circleNumDbPlain"/>
            </a:pPr>
            <a:r>
              <a:rPr lang="ja-JP" altLang="en-US" sz="1600" dirty="0">
                <a:latin typeface="Meiryo UI" panose="020B0604030504040204" pitchFamily="34" charset="-128"/>
                <a:ea typeface="Meiryo UI" panose="020B0604030504040204" pitchFamily="34" charset="-128"/>
              </a:rPr>
              <a:t>同一項目は、属性や値に矛盾や齟齬が無いこと</a:t>
            </a:r>
            <a:endParaRPr lang="en-US" altLang="ja-JP" sz="1600" dirty="0">
              <a:latin typeface="Meiryo UI" panose="020B0604030504040204" pitchFamily="34" charset="-128"/>
              <a:ea typeface="Meiryo UI" panose="020B0604030504040204" pitchFamily="34" charset="-128"/>
            </a:endParaRPr>
          </a:p>
          <a:p>
            <a:pPr marL="630238" indent="-266700" defTabSz="630238">
              <a:spcBef>
                <a:spcPts val="300"/>
              </a:spcBef>
              <a:buFont typeface="+mj-ea"/>
              <a:buAutoNum type="circleNumDbPlain"/>
            </a:pPr>
            <a:r>
              <a:rPr lang="ja-JP" altLang="en-US" sz="1600" dirty="0">
                <a:latin typeface="Meiryo UI" panose="020B0604030504040204" pitchFamily="34" charset="-128"/>
                <a:ea typeface="Meiryo UI" panose="020B0604030504040204" pitchFamily="34" charset="-128"/>
              </a:rPr>
              <a:t>データの精度が担保されていること</a:t>
            </a:r>
            <a:endParaRPr lang="en-US" altLang="ja-JP" sz="1600" dirty="0">
              <a:latin typeface="Meiryo UI" panose="020B0604030504040204" pitchFamily="34" charset="-128"/>
              <a:ea typeface="Meiryo UI" panose="020B0604030504040204" pitchFamily="34" charset="-128"/>
            </a:endParaRPr>
          </a:p>
          <a:p>
            <a:pPr marL="630238" indent="-266700" defTabSz="630238">
              <a:spcBef>
                <a:spcPts val="300"/>
              </a:spcBef>
              <a:buFont typeface="+mj-ea"/>
              <a:buAutoNum type="circleNumDbPlain"/>
            </a:pPr>
            <a:r>
              <a:rPr lang="ja-JP" altLang="en-US" sz="1600" dirty="0">
                <a:latin typeface="Meiryo UI" panose="020B0604030504040204" pitchFamily="34" charset="-128"/>
                <a:ea typeface="Meiryo UI" panose="020B0604030504040204" pitchFamily="34" charset="-128"/>
              </a:rPr>
              <a:t>データの鮮度が要求に合致していること</a:t>
            </a:r>
            <a:endParaRPr lang="en-US" altLang="ja-JP" sz="1600" dirty="0">
              <a:latin typeface="Meiryo UI" panose="020B0604030504040204" pitchFamily="34" charset="-128"/>
              <a:ea typeface="Meiryo UI" panose="020B0604030504040204" pitchFamily="34" charset="-128"/>
            </a:endParaRPr>
          </a:p>
          <a:p>
            <a:pPr marL="630238" indent="-266700" defTabSz="630238">
              <a:spcBef>
                <a:spcPts val="300"/>
              </a:spcBef>
            </a:pPr>
            <a:r>
              <a:rPr lang="ja-JP" altLang="en-US" sz="1600" dirty="0">
                <a:latin typeface="Meiryo UI" panose="020B0604030504040204" pitchFamily="34" charset="-128"/>
                <a:ea typeface="Meiryo UI" panose="020B0604030504040204" pitchFamily="34" charset="-128"/>
              </a:rPr>
              <a:t>が、求められる</a:t>
            </a:r>
            <a:endParaRPr lang="en-US" altLang="ja-JP" sz="1600" dirty="0">
              <a:latin typeface="Meiryo UI" panose="020B0604030504040204" pitchFamily="34" charset="-128"/>
              <a:ea typeface="Meiryo UI" panose="020B0604030504040204" pitchFamily="34" charset="-128"/>
            </a:endParaRPr>
          </a:p>
          <a:p>
            <a:pPr marL="285750" indent="-285750" defTabSz="361950">
              <a:spcBef>
                <a:spcPts val="300"/>
              </a:spcBef>
              <a:buFont typeface="Wingdings" panose="05000000000000000000" pitchFamily="2" charset="2"/>
              <a:buChar char="ü"/>
            </a:pPr>
            <a:r>
              <a:rPr lang="ja-JP" altLang="en-US" sz="1600" dirty="0">
                <a:latin typeface="Meiryo UI" panose="020B0604030504040204" pitchFamily="34" charset="-128"/>
                <a:ea typeface="Meiryo UI" panose="020B0604030504040204" pitchFamily="34" charset="-128"/>
              </a:rPr>
              <a:t>これらの条件を満たすために、データ項目を一元管理する「データ管理者」の設置と、効率的な</a:t>
            </a:r>
            <a:r>
              <a:rPr lang="en-US" altLang="ja-JP" sz="1600" dirty="0">
                <a:latin typeface="Meiryo UI" panose="020B0604030504040204" pitchFamily="34" charset="-128"/>
                <a:ea typeface="Meiryo UI" panose="020B0604030504040204" pitchFamily="34" charset="-128"/>
              </a:rPr>
              <a:t>(</a:t>
            </a:r>
            <a:r>
              <a:rPr lang="ja-JP" altLang="en-US" sz="1600" dirty="0">
                <a:latin typeface="Meiryo UI" panose="020B0604030504040204" pitchFamily="34" charset="-128"/>
                <a:ea typeface="Meiryo UI" panose="020B0604030504040204" pitchFamily="34" charset="-128"/>
              </a:rPr>
              <a:t>限りなく一つに集約された</a:t>
            </a:r>
            <a:r>
              <a:rPr lang="en-US" altLang="ja-JP" sz="1600" dirty="0">
                <a:latin typeface="Meiryo UI" panose="020B0604030504040204" pitchFamily="34" charset="-128"/>
                <a:ea typeface="Meiryo UI" panose="020B0604030504040204" pitchFamily="34" charset="-128"/>
              </a:rPr>
              <a:t>)DWH</a:t>
            </a:r>
            <a:r>
              <a:rPr lang="ja-JP" altLang="en-US" sz="1600" dirty="0">
                <a:latin typeface="Meiryo UI" panose="020B0604030504040204" pitchFamily="34" charset="-128"/>
                <a:ea typeface="Meiryo UI" panose="020B0604030504040204" pitchFamily="34" charset="-128"/>
              </a:rPr>
              <a:t>の設計が必要</a:t>
            </a:r>
            <a:endParaRPr lang="en-US" altLang="ja-JP" sz="1600" dirty="0">
              <a:latin typeface="Meiryo UI" panose="020B0604030504040204" pitchFamily="34" charset="-128"/>
              <a:ea typeface="Meiryo UI" panose="020B0604030504040204" pitchFamily="34" charset="-128"/>
            </a:endParaRPr>
          </a:p>
        </p:txBody>
      </p:sp>
      <p:sp>
        <p:nvSpPr>
          <p:cNvPr id="5" name="テキスト ボックス 4"/>
          <p:cNvSpPr txBox="1"/>
          <p:nvPr/>
        </p:nvSpPr>
        <p:spPr>
          <a:xfrm>
            <a:off x="363000" y="733247"/>
            <a:ext cx="9180000" cy="2340000"/>
          </a:xfrm>
          <a:prstGeom prst="rect">
            <a:avLst/>
          </a:prstGeom>
          <a:solidFill>
            <a:schemeClr val="accent1">
              <a:lumMod val="20000"/>
              <a:lumOff val="80000"/>
            </a:schemeClr>
          </a:solidFill>
        </p:spPr>
        <p:txBody>
          <a:bodyPr wrap="square" lIns="0" rIns="0" rtlCol="0" anchor="ctr">
            <a:noAutofit/>
          </a:bodyPr>
          <a:lstStyle/>
          <a:p>
            <a:pPr marL="466725" indent="-285750" defTabSz="361950">
              <a:spcBef>
                <a:spcPts val="300"/>
              </a:spcBef>
              <a:buFont typeface="Wingdings" panose="05000000000000000000" pitchFamily="2" charset="2"/>
              <a:buChar char="l"/>
            </a:pPr>
            <a:r>
              <a:rPr lang="ja-JP" altLang="en-US" sz="1600" dirty="0">
                <a:latin typeface="Meiryo UI" panose="020B0604030504040204" pitchFamily="34" charset="-128"/>
                <a:ea typeface="Meiryo UI" panose="020B0604030504040204" pitchFamily="34" charset="-128"/>
              </a:rPr>
              <a:t>データの見える化は、</a:t>
            </a:r>
            <a:endParaRPr lang="en-US" altLang="ja-JP" sz="1600" dirty="0">
              <a:latin typeface="Meiryo UI" panose="020B0604030504040204" pitchFamily="34" charset="-128"/>
              <a:ea typeface="Meiryo UI" panose="020B0604030504040204" pitchFamily="34" charset="-128"/>
            </a:endParaRPr>
          </a:p>
          <a:p>
            <a:pPr marL="896938" indent="-273050" defTabSz="361950">
              <a:spcBef>
                <a:spcPts val="300"/>
              </a:spcBef>
              <a:buFont typeface="+mj-ea"/>
              <a:buAutoNum type="circleNumDbPlain"/>
            </a:pPr>
            <a:r>
              <a:rPr lang="ja-JP" altLang="en-US" sz="1600" dirty="0">
                <a:latin typeface="Meiryo UI" panose="020B0604030504040204" pitchFamily="34" charset="-128"/>
                <a:ea typeface="Meiryo UI" panose="020B0604030504040204" pitchFamily="34" charset="-128"/>
              </a:rPr>
              <a:t>データ管理者を中心に運営するデータの整合性を担保した</a:t>
            </a:r>
            <a:r>
              <a:rPr lang="ja-JP" altLang="en-US" sz="1600" dirty="0">
                <a:solidFill>
                  <a:srgbClr val="C00000"/>
                </a:solidFill>
                <a:latin typeface="Meiryo UI" panose="020B0604030504040204" pitchFamily="34" charset="-128"/>
                <a:ea typeface="Meiryo UI" panose="020B0604030504040204" pitchFamily="34" charset="-128"/>
              </a:rPr>
              <a:t>集約データベースの構築</a:t>
            </a:r>
            <a:endParaRPr lang="en-US" altLang="ja-JP" sz="1600" dirty="0">
              <a:solidFill>
                <a:srgbClr val="C00000"/>
              </a:solidFill>
              <a:latin typeface="Meiryo UI" panose="020B0604030504040204" pitchFamily="34" charset="-128"/>
              <a:ea typeface="Meiryo UI" panose="020B0604030504040204" pitchFamily="34" charset="-128"/>
            </a:endParaRPr>
          </a:p>
          <a:p>
            <a:pPr marL="896938" indent="-273050" defTabSz="361950">
              <a:spcBef>
                <a:spcPts val="300"/>
              </a:spcBef>
              <a:buFont typeface="+mj-ea"/>
              <a:buAutoNum type="circleNumDbPlain"/>
            </a:pPr>
            <a:r>
              <a:rPr lang="ja-JP" altLang="en-US" sz="1600" dirty="0">
                <a:latin typeface="Meiryo UI" panose="020B0604030504040204" pitchFamily="34" charset="-128"/>
                <a:ea typeface="Meiryo UI" panose="020B0604030504040204" pitchFamily="34" charset="-128"/>
              </a:rPr>
              <a:t>格納するデータの精度・鮮度をチェックする</a:t>
            </a:r>
            <a:r>
              <a:rPr lang="ja-JP" altLang="en-US" sz="1600" dirty="0">
                <a:solidFill>
                  <a:srgbClr val="C00000"/>
                </a:solidFill>
                <a:latin typeface="Meiryo UI" panose="020B0604030504040204" pitchFamily="34" charset="-128"/>
                <a:ea typeface="Meiryo UI" panose="020B0604030504040204" pitchFamily="34" charset="-128"/>
              </a:rPr>
              <a:t>データ管理者の設置</a:t>
            </a:r>
            <a:endParaRPr lang="en-US" altLang="ja-JP" sz="1600" dirty="0">
              <a:solidFill>
                <a:srgbClr val="C00000"/>
              </a:solidFill>
              <a:latin typeface="Meiryo UI" panose="020B0604030504040204" pitchFamily="34" charset="-128"/>
              <a:ea typeface="Meiryo UI" panose="020B0604030504040204" pitchFamily="34" charset="-128"/>
            </a:endParaRPr>
          </a:p>
          <a:p>
            <a:pPr marL="449263" defTabSz="361950">
              <a:spcBef>
                <a:spcPts val="300"/>
              </a:spcBef>
            </a:pPr>
            <a:r>
              <a:rPr lang="ja-JP" altLang="en-US" sz="1600" dirty="0">
                <a:latin typeface="Meiryo UI" panose="020B0604030504040204" pitchFamily="34" charset="-128"/>
                <a:ea typeface="Meiryo UI" panose="020B0604030504040204" pitchFamily="34" charset="-128"/>
              </a:rPr>
              <a:t>の２点に取り組むことが必要となる</a:t>
            </a:r>
            <a:endParaRPr lang="en-US" altLang="ja-JP" sz="1600" dirty="0">
              <a:latin typeface="Meiryo UI" panose="020B0604030504040204" pitchFamily="34" charset="-128"/>
              <a:ea typeface="Meiryo UI" panose="020B0604030504040204" pitchFamily="34" charset="-128"/>
            </a:endParaRPr>
          </a:p>
          <a:p>
            <a:pPr marL="466725" indent="-285750" defTabSz="361950">
              <a:spcBef>
                <a:spcPts val="300"/>
              </a:spcBef>
              <a:buFont typeface="Wingdings" panose="05000000000000000000" pitchFamily="2" charset="2"/>
              <a:buChar char="l"/>
            </a:pPr>
            <a:r>
              <a:rPr lang="ja-JP" altLang="en-US" sz="1600" dirty="0">
                <a:latin typeface="Meiryo UI" panose="020B0604030504040204" pitchFamily="34" charset="-128"/>
                <a:ea typeface="Meiryo UI" panose="020B0604030504040204" pitchFamily="34" charset="-128"/>
              </a:rPr>
              <a:t>この取り組みが曖昧な状態のまま、</a:t>
            </a:r>
            <a:r>
              <a:rPr lang="en-US" altLang="ja-JP" sz="1600" dirty="0">
                <a:latin typeface="Meiryo UI" panose="020B0604030504040204" pitchFamily="34" charset="-128"/>
                <a:ea typeface="Meiryo UI" panose="020B0604030504040204" pitchFamily="34" charset="-128"/>
              </a:rPr>
              <a:t>BI</a:t>
            </a:r>
            <a:r>
              <a:rPr lang="ja-JP" altLang="en-US" sz="1600" dirty="0">
                <a:latin typeface="Meiryo UI" panose="020B0604030504040204" pitchFamily="34" charset="-128"/>
                <a:ea typeface="Meiryo UI" panose="020B0604030504040204" pitchFamily="34" charset="-128"/>
              </a:rPr>
              <a:t>等「データの見える化」ツールを作ったとしても、データの鮮度維持や整合性確保を満たす保守・運営はできない</a:t>
            </a:r>
            <a:endParaRPr lang="en-US" altLang="ja-JP" sz="1600" dirty="0">
              <a:latin typeface="Meiryo UI" panose="020B0604030504040204" pitchFamily="34" charset="-128"/>
              <a:ea typeface="Meiryo UI" panose="020B0604030504040204" pitchFamily="34" charset="-128"/>
            </a:endParaRPr>
          </a:p>
          <a:p>
            <a:pPr marL="466725" indent="-285750" defTabSz="361950">
              <a:spcBef>
                <a:spcPts val="300"/>
              </a:spcBef>
              <a:buFont typeface="Wingdings" panose="05000000000000000000" pitchFamily="2" charset="2"/>
              <a:buChar char="l"/>
            </a:pPr>
            <a:r>
              <a:rPr lang="ja-JP" altLang="en-US" sz="1600" dirty="0">
                <a:latin typeface="Meiryo UI" panose="020B0604030504040204" pitchFamily="34" charset="-128"/>
                <a:ea typeface="Meiryo UI" panose="020B0604030504040204" pitchFamily="34" charset="-128"/>
              </a:rPr>
              <a:t>そのため、以下の点を上層部（部長室</a:t>
            </a:r>
            <a:r>
              <a:rPr lang="en-US" altLang="ja-JP" sz="1600" dirty="0">
                <a:latin typeface="Meiryo UI" panose="020B0604030504040204" pitchFamily="34" charset="-128"/>
                <a:ea typeface="Meiryo UI" panose="020B0604030504040204" pitchFamily="34" charset="-128"/>
              </a:rPr>
              <a:t>/</a:t>
            </a:r>
            <a:r>
              <a:rPr lang="ja-JP" altLang="en-US" sz="1600" dirty="0">
                <a:latin typeface="Meiryo UI" panose="020B0604030504040204" pitchFamily="34" charset="-128"/>
                <a:ea typeface="Meiryo UI" panose="020B0604030504040204" pitchFamily="34" charset="-128"/>
              </a:rPr>
              <a:t>本部長室</a:t>
            </a:r>
            <a:r>
              <a:rPr lang="en-US" altLang="ja-JP" sz="1600" dirty="0">
                <a:latin typeface="Meiryo UI" panose="020B0604030504040204" pitchFamily="34" charset="-128"/>
                <a:ea typeface="Meiryo UI" panose="020B0604030504040204" pitchFamily="34" charset="-128"/>
              </a:rPr>
              <a:t>/</a:t>
            </a:r>
            <a:r>
              <a:rPr lang="en-US" altLang="ja-JP" sz="1600" dirty="0" err="1">
                <a:latin typeface="Meiryo UI" panose="020B0604030504040204" pitchFamily="34" charset="-128"/>
                <a:ea typeface="Meiryo UI" panose="020B0604030504040204" pitchFamily="34" charset="-128"/>
              </a:rPr>
              <a:t>CxO</a:t>
            </a:r>
            <a:r>
              <a:rPr lang="ja-JP" altLang="en-US" sz="1600" dirty="0">
                <a:latin typeface="Meiryo UI" panose="020B0604030504040204" pitchFamily="34" charset="-128"/>
                <a:ea typeface="Meiryo UI" panose="020B0604030504040204" pitchFamily="34" charset="-128"/>
              </a:rPr>
              <a:t>のどなたか）にご説明しご理解を得て、</a:t>
            </a:r>
            <a:r>
              <a:rPr lang="ja-JP" altLang="en-US" sz="1600" dirty="0">
                <a:solidFill>
                  <a:srgbClr val="C00000"/>
                </a:solidFill>
                <a:latin typeface="Meiryo UI" panose="020B0604030504040204" pitchFamily="34" charset="-128"/>
                <a:ea typeface="Meiryo UI" panose="020B0604030504040204" pitchFamily="34" charset="-128"/>
              </a:rPr>
              <a:t>体制の構築と活動の実施</a:t>
            </a:r>
            <a:r>
              <a:rPr lang="ja-JP" altLang="en-US" sz="1600" dirty="0">
                <a:latin typeface="Meiryo UI" panose="020B0604030504040204" pitchFamily="34" charset="-128"/>
                <a:ea typeface="Meiryo UI" panose="020B0604030504040204" pitchFamily="34" charset="-128"/>
              </a:rPr>
              <a:t>を行うべきである</a:t>
            </a:r>
            <a:endParaRPr lang="en-US" altLang="ja-JP" sz="1600" dirty="0">
              <a:latin typeface="Meiryo UI" panose="020B0604030504040204" pitchFamily="34" charset="-128"/>
              <a:ea typeface="Meiryo UI" panose="020B0604030504040204" pitchFamily="34" charset="-128"/>
            </a:endParaRPr>
          </a:p>
        </p:txBody>
      </p:sp>
      <p:sp>
        <p:nvSpPr>
          <p:cNvPr id="6" name="テキスト プレースホルダー 2">
            <a:extLst>
              <a:ext uri="{FF2B5EF4-FFF2-40B4-BE49-F238E27FC236}">
                <a16:creationId xmlns:a16="http://schemas.microsoft.com/office/drawing/2014/main" id="{D5AAD262-D78F-4B89-94A0-D347DDBCF279}"/>
              </a:ext>
            </a:extLst>
          </p:cNvPr>
          <p:cNvSpPr txBox="1">
            <a:spLocks/>
          </p:cNvSpPr>
          <p:nvPr/>
        </p:nvSpPr>
        <p:spPr>
          <a:xfrm>
            <a:off x="993000" y="6185135"/>
            <a:ext cx="7920000" cy="360000"/>
          </a:xfrm>
          <a:prstGeom prst="rect">
            <a:avLst/>
          </a:prstGeom>
          <a:noFill/>
          <a:ln w="28575">
            <a:solidFill>
              <a:srgbClr val="95B0B9"/>
            </a:solidFill>
          </a:ln>
        </p:spPr>
        <p:txBody>
          <a:bodyPr vert="horz" lIns="0" tIns="45720" rIns="0" bIns="45720" rtlCol="0" anchor="ctr">
            <a:noAutofit/>
          </a:bodyPr>
          <a:lst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a:lstStyle>
          <a:p>
            <a:pPr algn="ctr" defTabSz="266700">
              <a:spcBef>
                <a:spcPts val="300"/>
              </a:spcBef>
            </a:pPr>
            <a:r>
              <a:rPr lang="ja-JP" altLang="en-US" sz="1600" dirty="0">
                <a:latin typeface="Meiryo UI" panose="020B0604030504040204" pitchFamily="34" charset="-128"/>
                <a:ea typeface="Meiryo UI" panose="020B0604030504040204" pitchFamily="34" charset="-128"/>
              </a:rPr>
              <a:t>「データ管理者」の設置と、</a:t>
            </a:r>
            <a:r>
              <a:rPr lang="en-US" altLang="ja-JP" sz="1600" dirty="0">
                <a:latin typeface="Meiryo UI" panose="020B0604030504040204" pitchFamily="34" charset="-128"/>
                <a:ea typeface="Meiryo UI" panose="020B0604030504040204" pitchFamily="34" charset="-128"/>
              </a:rPr>
              <a:t>DWH</a:t>
            </a:r>
            <a:r>
              <a:rPr lang="ja-JP" altLang="en-US" sz="1600" dirty="0">
                <a:latin typeface="Meiryo UI" panose="020B0604030504040204" pitchFamily="34" charset="-128"/>
                <a:ea typeface="Meiryo UI" panose="020B0604030504040204" pitchFamily="34" charset="-128"/>
              </a:rPr>
              <a:t>の設計手法について、次ページのステップで検証を行う</a:t>
            </a:r>
            <a:endParaRPr lang="en-US" altLang="ja-JP" sz="1600" dirty="0">
              <a:latin typeface="Meiryo UI" panose="020B0604030504040204" pitchFamily="34" charset="-128"/>
              <a:ea typeface="Meiryo UI" panose="020B0604030504040204" pitchFamily="34" charset="-128"/>
            </a:endParaRPr>
          </a:p>
        </p:txBody>
      </p:sp>
      <p:sp>
        <p:nvSpPr>
          <p:cNvPr id="7" name="二等辺三角形 6"/>
          <p:cNvSpPr/>
          <p:nvPr/>
        </p:nvSpPr>
        <p:spPr>
          <a:xfrm rot="10800000">
            <a:off x="3783001" y="5874195"/>
            <a:ext cx="2340000" cy="180000"/>
          </a:xfrm>
          <a:prstGeom prst="triangle">
            <a:avLst/>
          </a:prstGeom>
          <a:solidFill>
            <a:schemeClr val="accent1">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13574186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kumimoji="1" lang="ja-JP" altLang="en-US" sz="2200" b="1" dirty="0"/>
              <a:t>２．現状認識</a:t>
            </a:r>
            <a:r>
              <a:rPr lang="ja-JP" altLang="en-US" sz="2200" b="1" dirty="0"/>
              <a:t>の実施</a:t>
            </a:r>
            <a:r>
              <a:rPr kumimoji="1" lang="ja-JP" altLang="en-US" sz="2200" b="1" dirty="0"/>
              <a:t>と仮説・検証を行う</a:t>
            </a:r>
          </a:p>
        </p:txBody>
      </p:sp>
      <p:sp>
        <p:nvSpPr>
          <p:cNvPr id="11" name="テキスト プレースホルダー 2"/>
          <p:cNvSpPr txBox="1">
            <a:spLocks/>
          </p:cNvSpPr>
          <p:nvPr/>
        </p:nvSpPr>
        <p:spPr>
          <a:xfrm>
            <a:off x="420488" y="807559"/>
            <a:ext cx="2700000" cy="360000"/>
          </a:xfrm>
          <a:prstGeom prst="rect">
            <a:avLst/>
          </a:prstGeom>
          <a:solidFill>
            <a:schemeClr val="accent1"/>
          </a:solidFill>
          <a:ln>
            <a:noFill/>
          </a:ln>
        </p:spPr>
        <p:txBody>
          <a:bodyPr vert="horz" lIns="0" tIns="45720" rIns="0" bIns="45720" rtlCol="0" anchor="ctr">
            <a:noAutofit/>
          </a:bodyPr>
          <a:lst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a:lstStyle>
          <a:p>
            <a:pPr algn="ctr"/>
            <a:r>
              <a:rPr lang="ja-JP" altLang="en-US" dirty="0">
                <a:solidFill>
                  <a:schemeClr val="bg1"/>
                </a:solidFill>
              </a:rPr>
              <a:t>現状認識 </a:t>
            </a:r>
            <a:r>
              <a:rPr lang="en-US" altLang="ja-JP" sz="1200" dirty="0">
                <a:solidFill>
                  <a:schemeClr val="bg1"/>
                </a:solidFill>
              </a:rPr>
              <a:t>(</a:t>
            </a:r>
            <a:r>
              <a:rPr lang="ja-JP" altLang="en-US" sz="1200" dirty="0">
                <a:solidFill>
                  <a:schemeClr val="bg1"/>
                </a:solidFill>
              </a:rPr>
              <a:t>新基幹システムの</a:t>
            </a:r>
            <a:r>
              <a:rPr lang="en-US" altLang="ja-JP" sz="1200" dirty="0">
                <a:solidFill>
                  <a:schemeClr val="bg1"/>
                </a:solidFill>
              </a:rPr>
              <a:t>BI)</a:t>
            </a:r>
            <a:endParaRPr lang="ja-JP" altLang="en-US" sz="1200" dirty="0">
              <a:solidFill>
                <a:schemeClr val="bg1"/>
              </a:solidFill>
            </a:endParaRPr>
          </a:p>
        </p:txBody>
      </p:sp>
      <p:sp>
        <p:nvSpPr>
          <p:cNvPr id="12" name="テキスト プレースホルダー 2"/>
          <p:cNvSpPr txBox="1">
            <a:spLocks/>
          </p:cNvSpPr>
          <p:nvPr/>
        </p:nvSpPr>
        <p:spPr>
          <a:xfrm>
            <a:off x="3601962" y="807559"/>
            <a:ext cx="2700000" cy="360000"/>
          </a:xfrm>
          <a:prstGeom prst="rect">
            <a:avLst/>
          </a:prstGeom>
          <a:solidFill>
            <a:schemeClr val="accent1"/>
          </a:solidFill>
          <a:ln>
            <a:noFill/>
          </a:ln>
        </p:spPr>
        <p:txBody>
          <a:bodyPr vert="horz" lIns="0" tIns="45720" rIns="0" bIns="45720" rtlCol="0" anchor="ctr">
            <a:noAutofit/>
          </a:bodyPr>
          <a:lst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a:lstStyle>
          <a:p>
            <a:pPr algn="ctr"/>
            <a:r>
              <a:rPr lang="ja-JP" altLang="en-US" dirty="0">
                <a:solidFill>
                  <a:schemeClr val="bg1"/>
                </a:solidFill>
              </a:rPr>
              <a:t>仮説設定</a:t>
            </a:r>
          </a:p>
        </p:txBody>
      </p:sp>
      <p:sp>
        <p:nvSpPr>
          <p:cNvPr id="13" name="テキスト プレースホルダー 2"/>
          <p:cNvSpPr txBox="1">
            <a:spLocks/>
          </p:cNvSpPr>
          <p:nvPr/>
        </p:nvSpPr>
        <p:spPr>
          <a:xfrm>
            <a:off x="6780358" y="807559"/>
            <a:ext cx="2700000" cy="360000"/>
          </a:xfrm>
          <a:prstGeom prst="rect">
            <a:avLst/>
          </a:prstGeom>
          <a:solidFill>
            <a:schemeClr val="accent1"/>
          </a:solidFill>
          <a:ln>
            <a:noFill/>
          </a:ln>
        </p:spPr>
        <p:txBody>
          <a:bodyPr vert="horz" lIns="0" tIns="45720" rIns="0" bIns="45720" rtlCol="0" anchor="ctr">
            <a:noAutofit/>
          </a:bodyPr>
          <a:lst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a:lstStyle>
          <a:p>
            <a:pPr algn="ctr"/>
            <a:r>
              <a:rPr lang="ja-JP" altLang="en-US" dirty="0">
                <a:solidFill>
                  <a:schemeClr val="bg1"/>
                </a:solidFill>
              </a:rPr>
              <a:t>検証</a:t>
            </a:r>
            <a:r>
              <a:rPr lang="en-US" altLang="ja-JP" dirty="0">
                <a:solidFill>
                  <a:schemeClr val="bg1"/>
                </a:solidFill>
              </a:rPr>
              <a:t>(</a:t>
            </a:r>
            <a:r>
              <a:rPr lang="en-US" altLang="ja-JP" dirty="0" err="1">
                <a:solidFill>
                  <a:schemeClr val="bg1"/>
                </a:solidFill>
              </a:rPr>
              <a:t>PoC</a:t>
            </a:r>
            <a:r>
              <a:rPr lang="ja-JP" altLang="en-US" dirty="0">
                <a:solidFill>
                  <a:schemeClr val="bg1"/>
                </a:solidFill>
              </a:rPr>
              <a:t>実施</a:t>
            </a:r>
            <a:r>
              <a:rPr lang="en-US" altLang="ja-JP" dirty="0">
                <a:solidFill>
                  <a:schemeClr val="bg1"/>
                </a:solidFill>
              </a:rPr>
              <a:t>)</a:t>
            </a:r>
            <a:endParaRPr lang="ja-JP" altLang="en-US" dirty="0">
              <a:solidFill>
                <a:schemeClr val="bg1"/>
              </a:solidFill>
            </a:endParaRPr>
          </a:p>
        </p:txBody>
      </p:sp>
      <p:sp>
        <p:nvSpPr>
          <p:cNvPr id="15" name="二等辺三角形 14"/>
          <p:cNvSpPr/>
          <p:nvPr/>
        </p:nvSpPr>
        <p:spPr>
          <a:xfrm rot="5400000">
            <a:off x="2217863" y="3257906"/>
            <a:ext cx="2340000" cy="252000"/>
          </a:xfrm>
          <a:prstGeom prst="triangle">
            <a:avLst/>
          </a:prstGeom>
          <a:solidFill>
            <a:schemeClr val="accent1">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6" name="二等辺三角形 15"/>
          <p:cNvSpPr/>
          <p:nvPr/>
        </p:nvSpPr>
        <p:spPr>
          <a:xfrm rot="5400000">
            <a:off x="5394359" y="3257906"/>
            <a:ext cx="2340000" cy="252000"/>
          </a:xfrm>
          <a:prstGeom prst="triangle">
            <a:avLst/>
          </a:prstGeom>
          <a:solidFill>
            <a:schemeClr val="accent1">
              <a:lumMod val="20000"/>
              <a:lumOff val="8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7" name="テキスト プレースホルダー 2"/>
          <p:cNvSpPr txBox="1">
            <a:spLocks/>
          </p:cNvSpPr>
          <p:nvPr/>
        </p:nvSpPr>
        <p:spPr>
          <a:xfrm>
            <a:off x="3601962" y="1685284"/>
            <a:ext cx="2700000" cy="2232000"/>
          </a:xfrm>
          <a:prstGeom prst="rect">
            <a:avLst/>
          </a:prstGeom>
          <a:ln>
            <a:noFill/>
          </a:ln>
        </p:spPr>
        <p:txBody>
          <a:bodyPr vert="horz" lIns="0" tIns="45720" rIns="0" bIns="45720" rtlCol="0" anchor="t">
            <a:noAutofit/>
          </a:bodyPr>
          <a:lst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a:lstStyle>
          <a:p>
            <a:pPr marL="266700" indent="-180975">
              <a:buFont typeface="Wingdings" panose="05000000000000000000" pitchFamily="2" charset="2"/>
              <a:buChar char="l"/>
            </a:pPr>
            <a:r>
              <a:rPr lang="en-US" altLang="ja-JP" sz="1400" dirty="0">
                <a:solidFill>
                  <a:srgbClr val="FF0000"/>
                </a:solidFill>
              </a:rPr>
              <a:t>DL:DWH:DM=m:1:n</a:t>
            </a:r>
            <a:r>
              <a:rPr lang="ja-JP" altLang="en-US" sz="1400" dirty="0">
                <a:solidFill>
                  <a:srgbClr val="FF0000"/>
                </a:solidFill>
              </a:rPr>
              <a:t>が理想</a:t>
            </a:r>
            <a:endParaRPr lang="en-US" altLang="ja-JP" sz="1400" dirty="0">
              <a:solidFill>
                <a:srgbClr val="FF0000"/>
              </a:solidFill>
            </a:endParaRPr>
          </a:p>
          <a:p>
            <a:pPr marL="266700" indent="-180975">
              <a:buFont typeface="Wingdings" panose="05000000000000000000" pitchFamily="2" charset="2"/>
              <a:buChar char="l"/>
            </a:pPr>
            <a:r>
              <a:rPr lang="en-US" altLang="ja-JP" sz="1400" dirty="0"/>
              <a:t>DL</a:t>
            </a:r>
            <a:r>
              <a:rPr lang="ja-JP" altLang="en-US" sz="1400" dirty="0"/>
              <a:t>は元テーブルと概ね同じ。</a:t>
            </a:r>
            <a:r>
              <a:rPr lang="en-US" altLang="ja-JP" sz="1400" dirty="0"/>
              <a:t>DM</a:t>
            </a:r>
            <a:r>
              <a:rPr lang="ja-JP" altLang="en-US" sz="1400" dirty="0"/>
              <a:t>は</a:t>
            </a:r>
            <a:r>
              <a:rPr lang="en-US" altLang="ja-JP" sz="1400" dirty="0"/>
              <a:t>BI(</a:t>
            </a:r>
            <a:r>
              <a:rPr lang="ja-JP" altLang="en-US" sz="1400" dirty="0"/>
              <a:t>アウトプット</a:t>
            </a:r>
            <a:r>
              <a:rPr lang="en-US" altLang="ja-JP" sz="1400" dirty="0"/>
              <a:t>)</a:t>
            </a:r>
            <a:r>
              <a:rPr lang="ja-JP" altLang="en-US" sz="1400" dirty="0"/>
              <a:t>ごとに作成し、</a:t>
            </a:r>
            <a:r>
              <a:rPr lang="en-US" altLang="ja-JP" sz="1400" dirty="0"/>
              <a:t>BI</a:t>
            </a:r>
            <a:r>
              <a:rPr lang="ja-JP" altLang="en-US" sz="1400" dirty="0"/>
              <a:t>の作成処理レスポンスを考慮する</a:t>
            </a:r>
            <a:endParaRPr lang="en-US" altLang="ja-JP" sz="1400" dirty="0"/>
          </a:p>
          <a:p>
            <a:pPr marL="266700" indent="-180975">
              <a:buFont typeface="Wingdings" panose="05000000000000000000" pitchFamily="2" charset="2"/>
              <a:buChar char="l"/>
            </a:pPr>
            <a:r>
              <a:rPr lang="en-US" altLang="ja-JP" sz="1400" dirty="0"/>
              <a:t>DWH</a:t>
            </a:r>
            <a:r>
              <a:rPr lang="ja-JP" altLang="en-US" sz="1400" dirty="0"/>
              <a:t>は業務ごとにひとつが理想従って、</a:t>
            </a:r>
            <a:r>
              <a:rPr lang="en-US" altLang="ja-JP" sz="1400" dirty="0"/>
              <a:t>DL</a:t>
            </a:r>
            <a:r>
              <a:rPr lang="ja-JP" altLang="en-US" sz="1400" dirty="0"/>
              <a:t>をひとつに集約したものが</a:t>
            </a:r>
            <a:r>
              <a:rPr lang="en-US" altLang="ja-JP" sz="1400" dirty="0"/>
              <a:t>DWH</a:t>
            </a:r>
          </a:p>
          <a:p>
            <a:pPr marL="266700" indent="-180975">
              <a:buFont typeface="Wingdings" panose="05000000000000000000" pitchFamily="2" charset="2"/>
              <a:buChar char="l"/>
            </a:pPr>
            <a:r>
              <a:rPr lang="en-US" altLang="ja-JP" sz="1400" dirty="0"/>
              <a:t>DM</a:t>
            </a:r>
            <a:r>
              <a:rPr lang="ja-JP" altLang="en-US" sz="1400" dirty="0"/>
              <a:t>はひとつの</a:t>
            </a:r>
            <a:r>
              <a:rPr lang="en-US" altLang="ja-JP" sz="1400" dirty="0"/>
              <a:t>DWH</a:t>
            </a:r>
            <a:r>
              <a:rPr lang="ja-JP" altLang="en-US" sz="1400" dirty="0"/>
              <a:t>から抽出、つまり</a:t>
            </a:r>
            <a:r>
              <a:rPr lang="en-US" altLang="ja-JP" sz="1400" dirty="0"/>
              <a:t>DWH</a:t>
            </a:r>
            <a:r>
              <a:rPr lang="ja-JP" altLang="en-US" sz="1400" dirty="0"/>
              <a:t>は使いまわすのが理想</a:t>
            </a:r>
            <a:endParaRPr lang="en-US" altLang="ja-JP" sz="1400" dirty="0"/>
          </a:p>
          <a:p>
            <a:pPr marL="180975" indent="-180975">
              <a:buFont typeface="Wingdings" panose="05000000000000000000" pitchFamily="2" charset="2"/>
              <a:buChar char="l"/>
            </a:pPr>
            <a:endParaRPr lang="ja-JP" altLang="en-US" sz="1400" dirty="0"/>
          </a:p>
        </p:txBody>
      </p:sp>
      <p:sp>
        <p:nvSpPr>
          <p:cNvPr id="18" name="テキスト プレースホルダー 2"/>
          <p:cNvSpPr txBox="1">
            <a:spLocks/>
          </p:cNvSpPr>
          <p:nvPr/>
        </p:nvSpPr>
        <p:spPr>
          <a:xfrm>
            <a:off x="6780358" y="1685284"/>
            <a:ext cx="2700000" cy="2232000"/>
          </a:xfrm>
          <a:prstGeom prst="rect">
            <a:avLst/>
          </a:prstGeom>
          <a:ln>
            <a:noFill/>
          </a:ln>
        </p:spPr>
        <p:txBody>
          <a:bodyPr vert="horz" lIns="0" tIns="45720" rIns="0" bIns="45720" rtlCol="0" anchor="t">
            <a:noAutofit/>
          </a:bodyPr>
          <a:lst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a:lstStyle>
          <a:p>
            <a:pPr marL="266700" indent="-180975">
              <a:buFont typeface="Wingdings" panose="05000000000000000000" pitchFamily="2" charset="2"/>
              <a:buChar char="l"/>
            </a:pPr>
            <a:r>
              <a:rPr lang="ja-JP" altLang="en-US" sz="1400" dirty="0"/>
              <a:t>対象業務領域を選定。その業務の中から、</a:t>
            </a:r>
            <a:r>
              <a:rPr lang="en-US" altLang="ja-JP" sz="1400" dirty="0"/>
              <a:t>2,3</a:t>
            </a:r>
            <a:r>
              <a:rPr lang="ja-JP" altLang="en-US" sz="1400" dirty="0"/>
              <a:t>のシステムを選定</a:t>
            </a:r>
            <a:endParaRPr lang="en-US" altLang="ja-JP" sz="1400" dirty="0"/>
          </a:p>
          <a:p>
            <a:pPr marL="266700" indent="-180975">
              <a:buFont typeface="Wingdings" panose="05000000000000000000" pitchFamily="2" charset="2"/>
              <a:buChar char="l"/>
            </a:pPr>
            <a:r>
              <a:rPr lang="ja-JP" altLang="en-US" sz="1400" dirty="0"/>
              <a:t>選定したシステムのデータを集め、ひとつの</a:t>
            </a:r>
            <a:r>
              <a:rPr lang="en-US" altLang="ja-JP" sz="1400" dirty="0"/>
              <a:t>DWH</a:t>
            </a:r>
            <a:r>
              <a:rPr lang="ja-JP" altLang="en-US" sz="1400" dirty="0"/>
              <a:t>に格納すべく</a:t>
            </a:r>
            <a:r>
              <a:rPr lang="en-US" altLang="ja-JP" sz="1400" dirty="0"/>
              <a:t>DWH</a:t>
            </a:r>
            <a:r>
              <a:rPr lang="ja-JP" altLang="en-US" sz="1400" dirty="0"/>
              <a:t>を設計</a:t>
            </a:r>
            <a:endParaRPr lang="en-US" altLang="ja-JP" sz="1400" dirty="0"/>
          </a:p>
          <a:p>
            <a:pPr marL="361950"/>
            <a:r>
              <a:rPr lang="ja-JP" altLang="en-US" sz="1100" dirty="0"/>
              <a:t>重複項目の排除、テーブル、キー設定、格納項目の属性管理、付加項目</a:t>
            </a:r>
            <a:r>
              <a:rPr lang="en-US" altLang="ja-JP" sz="1100" dirty="0"/>
              <a:t>(</a:t>
            </a:r>
            <a:r>
              <a:rPr lang="ja-JP" altLang="en-US" sz="1100" dirty="0"/>
              <a:t>削除フラグ、タイムスタンプ他</a:t>
            </a:r>
            <a:r>
              <a:rPr lang="en-US" altLang="ja-JP" sz="1100" dirty="0"/>
              <a:t>)</a:t>
            </a:r>
          </a:p>
          <a:p>
            <a:pPr marL="266700" indent="-180975">
              <a:buFont typeface="Wingdings" panose="05000000000000000000" pitchFamily="2" charset="2"/>
              <a:buChar char="l"/>
            </a:pPr>
            <a:r>
              <a:rPr lang="en-US" altLang="ja-JP" sz="1400" dirty="0"/>
              <a:t>DL:DWH:DM=m:1:n</a:t>
            </a:r>
            <a:r>
              <a:rPr lang="ja-JP" altLang="en-US" sz="1400" dirty="0"/>
              <a:t>の実現性を検証</a:t>
            </a:r>
            <a:endParaRPr lang="en-US" altLang="ja-JP" sz="1400" dirty="0"/>
          </a:p>
        </p:txBody>
      </p:sp>
      <p:sp>
        <p:nvSpPr>
          <p:cNvPr id="5" name="テキスト ボックス 4"/>
          <p:cNvSpPr txBox="1"/>
          <p:nvPr/>
        </p:nvSpPr>
        <p:spPr>
          <a:xfrm>
            <a:off x="420488" y="1353320"/>
            <a:ext cx="792000" cy="288000"/>
          </a:xfrm>
          <a:prstGeom prst="rect">
            <a:avLst/>
          </a:prstGeom>
          <a:solidFill>
            <a:schemeClr val="accent1">
              <a:lumMod val="20000"/>
              <a:lumOff val="80000"/>
            </a:schemeClr>
          </a:solidFill>
        </p:spPr>
        <p:txBody>
          <a:bodyPr wrap="square" lIns="0" rIns="0" rtlCol="0" anchor="ctr">
            <a:noAutofit/>
          </a:bodyPr>
          <a:lstStyle/>
          <a:p>
            <a:pPr algn="ctr" defTabSz="288000"/>
            <a:r>
              <a:rPr lang="en-US" altLang="ja-JP" sz="1400" dirty="0">
                <a:latin typeface="+mn-ea"/>
              </a:rPr>
              <a:t>【DWH】</a:t>
            </a:r>
            <a:endParaRPr kumimoji="1" lang="ja-JP" altLang="en-US" sz="1400" dirty="0">
              <a:latin typeface="+mn-ea"/>
            </a:endParaRPr>
          </a:p>
        </p:txBody>
      </p:sp>
      <p:sp>
        <p:nvSpPr>
          <p:cNvPr id="19" name="テキスト ボックス 18"/>
          <p:cNvSpPr txBox="1"/>
          <p:nvPr/>
        </p:nvSpPr>
        <p:spPr>
          <a:xfrm>
            <a:off x="3601962" y="1353320"/>
            <a:ext cx="792000" cy="288000"/>
          </a:xfrm>
          <a:prstGeom prst="rect">
            <a:avLst/>
          </a:prstGeom>
          <a:solidFill>
            <a:schemeClr val="accent1">
              <a:lumMod val="20000"/>
              <a:lumOff val="80000"/>
            </a:schemeClr>
          </a:solidFill>
        </p:spPr>
        <p:txBody>
          <a:bodyPr wrap="square" lIns="0" rIns="0" rtlCol="0" anchor="ctr">
            <a:noAutofit/>
          </a:bodyPr>
          <a:lstStyle/>
          <a:p>
            <a:pPr algn="ctr" defTabSz="288000"/>
            <a:r>
              <a:rPr lang="en-US" altLang="ja-JP" sz="1400" dirty="0">
                <a:latin typeface="+mn-ea"/>
              </a:rPr>
              <a:t>【DWH】</a:t>
            </a:r>
            <a:endParaRPr kumimoji="1" lang="ja-JP" altLang="en-US" sz="1400" dirty="0">
              <a:latin typeface="+mn-ea"/>
            </a:endParaRPr>
          </a:p>
        </p:txBody>
      </p:sp>
      <p:sp>
        <p:nvSpPr>
          <p:cNvPr id="20" name="テキスト ボックス 19"/>
          <p:cNvSpPr txBox="1"/>
          <p:nvPr/>
        </p:nvSpPr>
        <p:spPr>
          <a:xfrm>
            <a:off x="6780358" y="1353320"/>
            <a:ext cx="792000" cy="288000"/>
          </a:xfrm>
          <a:prstGeom prst="rect">
            <a:avLst/>
          </a:prstGeom>
          <a:solidFill>
            <a:schemeClr val="accent1">
              <a:lumMod val="20000"/>
              <a:lumOff val="80000"/>
            </a:schemeClr>
          </a:solidFill>
        </p:spPr>
        <p:txBody>
          <a:bodyPr wrap="square" lIns="0" rIns="0" rtlCol="0" anchor="ctr">
            <a:noAutofit/>
          </a:bodyPr>
          <a:lstStyle/>
          <a:p>
            <a:pPr algn="ctr" defTabSz="288000"/>
            <a:r>
              <a:rPr lang="en-US" altLang="ja-JP" sz="1400" dirty="0">
                <a:latin typeface="+mn-ea"/>
              </a:rPr>
              <a:t>【DWH】</a:t>
            </a:r>
            <a:endParaRPr kumimoji="1" lang="ja-JP" altLang="en-US" sz="1400" dirty="0">
              <a:latin typeface="+mn-ea"/>
            </a:endParaRPr>
          </a:p>
        </p:txBody>
      </p:sp>
      <p:sp>
        <p:nvSpPr>
          <p:cNvPr id="22" name="テキスト プレースホルダー 2"/>
          <p:cNvSpPr txBox="1">
            <a:spLocks/>
          </p:cNvSpPr>
          <p:nvPr/>
        </p:nvSpPr>
        <p:spPr>
          <a:xfrm>
            <a:off x="6780358" y="4372600"/>
            <a:ext cx="2700000" cy="1980000"/>
          </a:xfrm>
          <a:prstGeom prst="rect">
            <a:avLst/>
          </a:prstGeom>
          <a:ln>
            <a:noFill/>
          </a:ln>
        </p:spPr>
        <p:txBody>
          <a:bodyPr vert="horz" lIns="0" tIns="45720" rIns="0" bIns="45720" rtlCol="0" anchor="t">
            <a:noAutofit/>
          </a:bodyPr>
          <a:lst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a:lstStyle>
          <a:p>
            <a:pPr marL="266700" indent="-180975">
              <a:buFont typeface="Wingdings" panose="05000000000000000000" pitchFamily="2" charset="2"/>
              <a:buChar char="l"/>
            </a:pPr>
            <a:r>
              <a:rPr lang="ja-JP" altLang="en-US" sz="1400" dirty="0"/>
              <a:t>データ管理者を配置し、項目一覧を作成。データ管理者を中心に、項目の重複有無、他をチェック</a:t>
            </a:r>
            <a:endParaRPr lang="en-US" altLang="ja-JP" sz="1400" dirty="0"/>
          </a:p>
          <a:p>
            <a:pPr marL="266700" indent="-180975">
              <a:buFont typeface="Wingdings" panose="05000000000000000000" pitchFamily="2" charset="2"/>
              <a:buChar char="l"/>
            </a:pPr>
            <a:r>
              <a:rPr lang="ja-JP" altLang="en-US" sz="1400" dirty="0"/>
              <a:t>データ管理者に対し格納データを申請～承認を経るフローを行い、フローの有効性を評価</a:t>
            </a:r>
            <a:endParaRPr lang="en-US" altLang="ja-JP" sz="1400" dirty="0"/>
          </a:p>
          <a:p>
            <a:pPr marL="266700" indent="-180975">
              <a:buFont typeface="Wingdings" panose="05000000000000000000" pitchFamily="2" charset="2"/>
              <a:buChar char="l"/>
            </a:pPr>
            <a:r>
              <a:rPr lang="ja-JP" altLang="en-US" sz="1400" dirty="0"/>
              <a:t>データ管理者は、</a:t>
            </a:r>
            <a:r>
              <a:rPr lang="en-US" altLang="ja-JP" sz="1400" dirty="0"/>
              <a:t>DWH</a:t>
            </a:r>
            <a:r>
              <a:rPr lang="ja-JP" altLang="en-US" sz="1400" dirty="0"/>
              <a:t>の設計を行う</a:t>
            </a:r>
            <a:endParaRPr lang="en-US" altLang="ja-JP" sz="1400" dirty="0"/>
          </a:p>
          <a:p>
            <a:pPr marL="180975" indent="-180975">
              <a:buFont typeface="Wingdings" panose="05000000000000000000" pitchFamily="2" charset="2"/>
              <a:buChar char="l"/>
            </a:pPr>
            <a:endParaRPr lang="ja-JP" altLang="en-US" sz="1400" dirty="0"/>
          </a:p>
        </p:txBody>
      </p:sp>
      <p:sp>
        <p:nvSpPr>
          <p:cNvPr id="23" name="テキスト プレースホルダー 2"/>
          <p:cNvSpPr txBox="1">
            <a:spLocks/>
          </p:cNvSpPr>
          <p:nvPr/>
        </p:nvSpPr>
        <p:spPr>
          <a:xfrm>
            <a:off x="3601962" y="4372600"/>
            <a:ext cx="2700000" cy="1980000"/>
          </a:xfrm>
          <a:prstGeom prst="rect">
            <a:avLst/>
          </a:prstGeom>
          <a:ln>
            <a:noFill/>
          </a:ln>
        </p:spPr>
        <p:txBody>
          <a:bodyPr vert="horz" lIns="0" tIns="45720" rIns="0" bIns="45720" rtlCol="0" anchor="t">
            <a:noAutofit/>
          </a:bodyPr>
          <a:lst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a:lstStyle>
          <a:p>
            <a:pPr marL="266700" indent="-180975">
              <a:buFont typeface="Wingdings" panose="05000000000000000000" pitchFamily="2" charset="2"/>
              <a:buChar char="l"/>
            </a:pPr>
            <a:r>
              <a:rPr lang="en-US" altLang="ja-JP" sz="1400" dirty="0"/>
              <a:t>DWH</a:t>
            </a:r>
            <a:r>
              <a:rPr lang="ja-JP" altLang="en-US" sz="1400" dirty="0"/>
              <a:t>をひとつに集約するために、データ管理作業が必要</a:t>
            </a:r>
            <a:endParaRPr lang="en-US" altLang="ja-JP" sz="1400" dirty="0"/>
          </a:p>
          <a:p>
            <a:pPr marL="266700" indent="-180975">
              <a:buFont typeface="Wingdings" panose="05000000000000000000" pitchFamily="2" charset="2"/>
              <a:buChar char="l"/>
            </a:pPr>
            <a:r>
              <a:rPr lang="ja-JP" altLang="en-US" sz="1400" dirty="0"/>
              <a:t>データ管理者はデータ管理責任者であり、</a:t>
            </a:r>
            <a:r>
              <a:rPr lang="en-US" altLang="ja-JP" sz="1400" dirty="0"/>
              <a:t>DWH</a:t>
            </a:r>
            <a:r>
              <a:rPr lang="ja-JP" altLang="en-US" sz="1400" dirty="0"/>
              <a:t>の設計責任者</a:t>
            </a:r>
            <a:endParaRPr lang="en-US" altLang="ja-JP" sz="1400" dirty="0"/>
          </a:p>
          <a:p>
            <a:pPr marL="266700" indent="-180975">
              <a:buFont typeface="Wingdings" panose="05000000000000000000" pitchFamily="2" charset="2"/>
              <a:buChar char="l"/>
            </a:pPr>
            <a:r>
              <a:rPr lang="ja-JP" altLang="en-US" sz="1400" dirty="0"/>
              <a:t>項目の重複、マスタ値の齟齬チェックは申請～承認を経て実施</a:t>
            </a:r>
            <a:endParaRPr lang="en-US" altLang="ja-JP" sz="1400" dirty="0"/>
          </a:p>
          <a:p>
            <a:pPr marL="266700" indent="-180975">
              <a:buFont typeface="Wingdings" panose="05000000000000000000" pitchFamily="2" charset="2"/>
              <a:buChar char="l"/>
            </a:pPr>
            <a:r>
              <a:rPr lang="ja-JP" altLang="en-US" sz="1400" dirty="0"/>
              <a:t>データ管理者は、業務</a:t>
            </a:r>
            <a:r>
              <a:rPr lang="en-US" altLang="ja-JP" sz="1400" dirty="0"/>
              <a:t>/</a:t>
            </a:r>
            <a:r>
              <a:rPr lang="ja-JP" altLang="en-US" sz="1400" dirty="0"/>
              <a:t>アプリの仕様を熟知していなくても良</a:t>
            </a:r>
            <a:endParaRPr lang="en-US" altLang="ja-JP" sz="1400" dirty="0"/>
          </a:p>
          <a:p>
            <a:pPr marL="266700" indent="-180975">
              <a:buFont typeface="Wingdings" panose="05000000000000000000" pitchFamily="2" charset="2"/>
              <a:buChar char="l"/>
            </a:pPr>
            <a:endParaRPr lang="en-US" altLang="ja-JP" sz="1400" dirty="0"/>
          </a:p>
          <a:p>
            <a:pPr marL="180975" indent="-180975">
              <a:buFont typeface="Wingdings" panose="05000000000000000000" pitchFamily="2" charset="2"/>
              <a:buChar char="l"/>
            </a:pPr>
            <a:endParaRPr lang="ja-JP" altLang="en-US" sz="1400" dirty="0"/>
          </a:p>
        </p:txBody>
      </p:sp>
      <p:sp>
        <p:nvSpPr>
          <p:cNvPr id="24" name="テキスト プレースホルダー 2"/>
          <p:cNvSpPr txBox="1">
            <a:spLocks/>
          </p:cNvSpPr>
          <p:nvPr/>
        </p:nvSpPr>
        <p:spPr>
          <a:xfrm>
            <a:off x="420488" y="4372600"/>
            <a:ext cx="2700000" cy="2243860"/>
          </a:xfrm>
          <a:ln>
            <a:noFill/>
          </a:ln>
        </p:spPr>
        <p:txBody>
          <a:bodyPr anchor="t"/>
          <a:lstStyle>
            <a:lvl1pPr marL="0" indent="0" algn="l" defTabSz="609559" rtl="0" eaLnBrk="1" fontAlgn="base" hangingPunct="1">
              <a:spcBef>
                <a:spcPct val="20000"/>
              </a:spcBef>
              <a:spcAft>
                <a:spcPct val="0"/>
              </a:spcAft>
              <a:buFont typeface="Arial" pitchFamily="34" charset="0"/>
              <a:buNone/>
              <a:defRPr kumimoji="1" sz="2000" kern="1200">
                <a:solidFill>
                  <a:schemeClr val="tx1"/>
                </a:solidFill>
                <a:latin typeface="+mn-ea"/>
                <a:ea typeface="+mn-ea"/>
                <a:cs typeface="Arial"/>
              </a:defRPr>
            </a:lvl1pPr>
            <a:lvl2pPr marL="910105" indent="-300545"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2pPr>
            <a:lvl3pPr marL="1454051" indent="-234935"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3pPr>
            <a:lvl4pPr marL="2059377" indent="-230703"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4pPr>
            <a:lvl5pPr marL="2666818" indent="-228585" algn="l" defTabSz="609559" rtl="0" eaLnBrk="1" fontAlgn="base" hangingPunct="1">
              <a:spcBef>
                <a:spcPct val="20000"/>
              </a:spcBef>
              <a:spcAft>
                <a:spcPct val="0"/>
              </a:spcAft>
              <a:buFont typeface="Arial" pitchFamily="34" charset="0"/>
              <a:buChar char="»"/>
              <a:defRPr kumimoji="1" sz="2667"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a:lstStyle>
          <a:p>
            <a:pPr marL="266700" indent="-180975">
              <a:buFont typeface="Wingdings" panose="05000000000000000000" pitchFamily="2" charset="2"/>
              <a:buChar char="l"/>
            </a:pPr>
            <a:r>
              <a:rPr lang="ja-JP" altLang="en-US" sz="1400" dirty="0">
                <a:solidFill>
                  <a:srgbClr val="FF0000"/>
                </a:solidFill>
              </a:rPr>
              <a:t>データ管理</a:t>
            </a:r>
            <a:r>
              <a:rPr lang="en-US" altLang="ja-JP" sz="1400" dirty="0">
                <a:solidFill>
                  <a:srgbClr val="FF0000"/>
                </a:solidFill>
              </a:rPr>
              <a:t>(</a:t>
            </a:r>
            <a:r>
              <a:rPr lang="ja-JP" altLang="en-US" sz="1400" dirty="0">
                <a:solidFill>
                  <a:srgbClr val="FF0000"/>
                </a:solidFill>
              </a:rPr>
              <a:t>らしきこと</a:t>
            </a:r>
            <a:r>
              <a:rPr lang="en-US" altLang="ja-JP" sz="1400" dirty="0">
                <a:solidFill>
                  <a:srgbClr val="FF0000"/>
                </a:solidFill>
              </a:rPr>
              <a:t>)</a:t>
            </a:r>
            <a:r>
              <a:rPr lang="ja-JP" altLang="en-US" sz="1400" dirty="0">
                <a:solidFill>
                  <a:srgbClr val="FF0000"/>
                </a:solidFill>
              </a:rPr>
              <a:t>は行っているか</a:t>
            </a:r>
            <a:endParaRPr lang="en-US" altLang="ja-JP" sz="1400" dirty="0">
              <a:solidFill>
                <a:srgbClr val="FF0000"/>
              </a:solidFill>
            </a:endParaRPr>
          </a:p>
          <a:p>
            <a:pPr marL="266700" indent="-180975">
              <a:buFont typeface="Wingdings" panose="05000000000000000000" pitchFamily="2" charset="2"/>
              <a:buChar char="l"/>
            </a:pPr>
            <a:r>
              <a:rPr lang="ja-JP" altLang="en-US" sz="1400" dirty="0"/>
              <a:t>データ管理とはどのようなことをするのか理解しているか</a:t>
            </a:r>
            <a:endParaRPr lang="en-US" altLang="ja-JP" sz="1400" dirty="0"/>
          </a:p>
          <a:p>
            <a:pPr marL="266700" indent="-180975">
              <a:buFont typeface="Wingdings" panose="05000000000000000000" pitchFamily="2" charset="2"/>
              <a:buChar char="l"/>
            </a:pPr>
            <a:r>
              <a:rPr lang="ja-JP" altLang="en-US" sz="1400" dirty="0"/>
              <a:t>データ管理の必要性を理解しているか</a:t>
            </a:r>
            <a:endParaRPr lang="en-US" altLang="ja-JP" sz="1400" dirty="0"/>
          </a:p>
          <a:p>
            <a:pPr marL="266700" indent="-180975">
              <a:buFont typeface="Wingdings" panose="05000000000000000000" pitchFamily="2" charset="2"/>
              <a:buChar char="l"/>
            </a:pPr>
            <a:r>
              <a:rPr lang="ja-JP" altLang="en-US" sz="1400" dirty="0">
                <a:solidFill>
                  <a:srgbClr val="FF0000"/>
                </a:solidFill>
              </a:rPr>
              <a:t>データ管理者はいるか</a:t>
            </a:r>
            <a:endParaRPr lang="en-US" altLang="ja-JP" sz="1400" dirty="0">
              <a:solidFill>
                <a:srgbClr val="FF0000"/>
              </a:solidFill>
            </a:endParaRPr>
          </a:p>
          <a:p>
            <a:pPr marL="266700" indent="-180975">
              <a:buFont typeface="Wingdings" panose="05000000000000000000" pitchFamily="2" charset="2"/>
              <a:buChar char="l"/>
            </a:pPr>
            <a:r>
              <a:rPr lang="ja-JP" altLang="en-US" sz="1400" dirty="0"/>
              <a:t>データ管理者の役割や作業内容は理解しているか</a:t>
            </a:r>
            <a:endParaRPr lang="en-US" altLang="ja-JP" sz="1400" dirty="0"/>
          </a:p>
          <a:p>
            <a:pPr marL="266700" indent="-180975">
              <a:buFont typeface="Wingdings" panose="05000000000000000000" pitchFamily="2" charset="2"/>
              <a:buChar char="l"/>
            </a:pPr>
            <a:endParaRPr lang="en-US" altLang="ja-JP" sz="1400" dirty="0"/>
          </a:p>
          <a:p>
            <a:pPr marL="180975" indent="-180975">
              <a:buFont typeface="Wingdings" panose="05000000000000000000" pitchFamily="2" charset="2"/>
              <a:buChar char="l"/>
            </a:pPr>
            <a:endParaRPr lang="ja-JP" altLang="en-US" sz="1400" dirty="0"/>
          </a:p>
        </p:txBody>
      </p:sp>
      <p:sp>
        <p:nvSpPr>
          <p:cNvPr id="25" name="テキスト ボックス 24"/>
          <p:cNvSpPr txBox="1"/>
          <p:nvPr/>
        </p:nvSpPr>
        <p:spPr>
          <a:xfrm>
            <a:off x="420488" y="4035696"/>
            <a:ext cx="1179274" cy="288000"/>
          </a:xfrm>
          <a:prstGeom prst="rect">
            <a:avLst/>
          </a:prstGeom>
          <a:solidFill>
            <a:schemeClr val="accent1">
              <a:lumMod val="20000"/>
              <a:lumOff val="80000"/>
            </a:schemeClr>
          </a:solidFill>
        </p:spPr>
        <p:txBody>
          <a:bodyPr wrap="square" lIns="0" rIns="0" rtlCol="0" anchor="ctr">
            <a:noAutofit/>
          </a:bodyPr>
          <a:lstStyle/>
          <a:p>
            <a:pPr algn="ctr" defTabSz="288000"/>
            <a:r>
              <a:rPr lang="en-US" altLang="ja-JP" sz="1400" dirty="0">
                <a:latin typeface="+mn-ea"/>
              </a:rPr>
              <a:t>【</a:t>
            </a:r>
            <a:r>
              <a:rPr lang="ja-JP" altLang="en-US" sz="1400" dirty="0">
                <a:latin typeface="+mn-ea"/>
              </a:rPr>
              <a:t>データ管理</a:t>
            </a:r>
            <a:r>
              <a:rPr lang="en-US" altLang="ja-JP" sz="1400" dirty="0">
                <a:latin typeface="+mn-ea"/>
              </a:rPr>
              <a:t>】</a:t>
            </a:r>
            <a:endParaRPr kumimoji="1" lang="ja-JP" altLang="en-US" sz="1400" dirty="0">
              <a:latin typeface="+mn-ea"/>
            </a:endParaRPr>
          </a:p>
        </p:txBody>
      </p:sp>
      <p:sp>
        <p:nvSpPr>
          <p:cNvPr id="26" name="テキスト ボックス 25"/>
          <p:cNvSpPr txBox="1"/>
          <p:nvPr/>
        </p:nvSpPr>
        <p:spPr>
          <a:xfrm>
            <a:off x="3601962" y="4035696"/>
            <a:ext cx="1179274" cy="288000"/>
          </a:xfrm>
          <a:prstGeom prst="rect">
            <a:avLst/>
          </a:prstGeom>
          <a:solidFill>
            <a:schemeClr val="accent1">
              <a:lumMod val="20000"/>
              <a:lumOff val="80000"/>
            </a:schemeClr>
          </a:solidFill>
        </p:spPr>
        <p:txBody>
          <a:bodyPr wrap="square" lIns="0" rIns="0" rtlCol="0" anchor="ctr">
            <a:noAutofit/>
          </a:bodyPr>
          <a:lstStyle/>
          <a:p>
            <a:pPr algn="ctr" defTabSz="288000"/>
            <a:r>
              <a:rPr lang="en-US" altLang="ja-JP" sz="1400" dirty="0">
                <a:latin typeface="+mn-ea"/>
              </a:rPr>
              <a:t>【</a:t>
            </a:r>
            <a:r>
              <a:rPr lang="ja-JP" altLang="en-US" sz="1400" dirty="0">
                <a:latin typeface="+mn-ea"/>
              </a:rPr>
              <a:t>データ管理</a:t>
            </a:r>
            <a:r>
              <a:rPr lang="en-US" altLang="ja-JP" sz="1400" dirty="0">
                <a:latin typeface="+mn-ea"/>
              </a:rPr>
              <a:t>】</a:t>
            </a:r>
            <a:endParaRPr kumimoji="1" lang="ja-JP" altLang="en-US" sz="1400" dirty="0">
              <a:latin typeface="+mn-ea"/>
            </a:endParaRPr>
          </a:p>
        </p:txBody>
      </p:sp>
      <p:sp>
        <p:nvSpPr>
          <p:cNvPr id="27" name="テキスト ボックス 26"/>
          <p:cNvSpPr txBox="1"/>
          <p:nvPr/>
        </p:nvSpPr>
        <p:spPr>
          <a:xfrm>
            <a:off x="6780358" y="4035696"/>
            <a:ext cx="1179274" cy="288000"/>
          </a:xfrm>
          <a:prstGeom prst="rect">
            <a:avLst/>
          </a:prstGeom>
          <a:solidFill>
            <a:schemeClr val="accent1">
              <a:lumMod val="20000"/>
              <a:lumOff val="80000"/>
            </a:schemeClr>
          </a:solidFill>
        </p:spPr>
        <p:txBody>
          <a:bodyPr wrap="square" lIns="0" rIns="0" rtlCol="0" anchor="ctr">
            <a:noAutofit/>
          </a:bodyPr>
          <a:lstStyle/>
          <a:p>
            <a:pPr algn="ctr" defTabSz="288000"/>
            <a:r>
              <a:rPr lang="en-US" altLang="ja-JP" sz="1400" dirty="0">
                <a:latin typeface="+mn-ea"/>
              </a:rPr>
              <a:t>【</a:t>
            </a:r>
            <a:r>
              <a:rPr lang="ja-JP" altLang="en-US" sz="1400" dirty="0">
                <a:latin typeface="+mn-ea"/>
              </a:rPr>
              <a:t>データ管理</a:t>
            </a:r>
            <a:r>
              <a:rPr lang="en-US" altLang="ja-JP" sz="1400" dirty="0">
                <a:latin typeface="+mn-ea"/>
              </a:rPr>
              <a:t>】</a:t>
            </a:r>
            <a:endParaRPr kumimoji="1" lang="ja-JP" altLang="en-US" sz="1400" dirty="0">
              <a:latin typeface="+mn-ea"/>
            </a:endParaRPr>
          </a:p>
        </p:txBody>
      </p:sp>
      <p:sp>
        <p:nvSpPr>
          <p:cNvPr id="21" name="テキスト プレースホルダー 2"/>
          <p:cNvSpPr txBox="1">
            <a:spLocks/>
          </p:cNvSpPr>
          <p:nvPr/>
        </p:nvSpPr>
        <p:spPr>
          <a:xfrm>
            <a:off x="420488" y="1685284"/>
            <a:ext cx="2700000" cy="2232000"/>
          </a:xfrm>
          <a:prstGeom prst="rect">
            <a:avLst/>
          </a:prstGeom>
          <a:ln>
            <a:noFill/>
          </a:ln>
        </p:spPr>
        <p:txBody>
          <a:bodyPr vert="horz" lIns="0" tIns="45720" rIns="0" bIns="45720" rtlCol="0" anchor="t">
            <a:noAutofit/>
          </a:bodyPr>
          <a:lstStyle>
            <a:lvl1pPr marL="0" indent="0" algn="l" defTabSz="288002" rtl="0" eaLnBrk="1" fontAlgn="base" hangingPunct="1">
              <a:spcBef>
                <a:spcPct val="20000"/>
              </a:spcBef>
              <a:spcAft>
                <a:spcPct val="0"/>
              </a:spcAft>
              <a:buFont typeface="Arial" panose="020B0604020202020204" pitchFamily="34" charset="0"/>
              <a:buNone/>
              <a:tabLst/>
              <a:defRPr kumimoji="1" sz="1800" kern="1200">
                <a:solidFill>
                  <a:schemeClr val="tx1"/>
                </a:solidFill>
                <a:latin typeface="+mn-ea"/>
                <a:ea typeface="+mn-ea"/>
                <a:cs typeface="Arial"/>
              </a:defRPr>
            </a:lvl1pPr>
            <a:lvl2pPr marL="360002"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2pPr>
            <a:lvl3pPr marL="540004"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3pPr>
            <a:lvl4pPr marL="720005"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4pPr>
            <a:lvl5pPr marL="900006" indent="-180001" algn="l" defTabSz="288002" rtl="0" eaLnBrk="1" fontAlgn="base" hangingPunct="1">
              <a:spcBef>
                <a:spcPct val="20000"/>
              </a:spcBef>
              <a:spcAft>
                <a:spcPct val="0"/>
              </a:spcAft>
              <a:buFont typeface="Arial" panose="020B0604020202020204" pitchFamily="34" charset="0"/>
              <a:buChar char="•"/>
              <a:tabLst/>
              <a:defRPr kumimoji="1" sz="1800" kern="1200">
                <a:solidFill>
                  <a:schemeClr val="tx1"/>
                </a:solidFill>
                <a:latin typeface="+mn-ea"/>
                <a:ea typeface="+mn-ea"/>
                <a:cs typeface="Arial"/>
              </a:defRPr>
            </a:lvl5pPr>
            <a:lvl6pPr marL="335257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6pPr>
            <a:lvl7pPr marL="3962130"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7pPr>
            <a:lvl8pPr marL="4571688"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8pPr>
            <a:lvl9pPr marL="5181246" indent="-304778" algn="l" defTabSz="609559" rtl="0" eaLnBrk="1" latinLnBrk="0" hangingPunct="1">
              <a:spcBef>
                <a:spcPct val="20000"/>
              </a:spcBef>
              <a:buFont typeface="Arial"/>
              <a:buChar char="•"/>
              <a:defRPr kumimoji="1" sz="2667" kern="1200">
                <a:solidFill>
                  <a:schemeClr val="tx1"/>
                </a:solidFill>
                <a:latin typeface="+mn-lt"/>
                <a:ea typeface="+mn-ea"/>
                <a:cs typeface="+mn-cs"/>
              </a:defRPr>
            </a:lvl9pPr>
          </a:lstStyle>
          <a:p>
            <a:pPr marL="266700" indent="-180975">
              <a:buFont typeface="Wingdings" panose="05000000000000000000" pitchFamily="2" charset="2"/>
              <a:buChar char="l"/>
            </a:pPr>
            <a:r>
              <a:rPr lang="ja-JP" altLang="en-US" sz="1400" dirty="0"/>
              <a:t>現在の</a:t>
            </a:r>
            <a:r>
              <a:rPr lang="en-US" altLang="ja-JP" sz="1400" dirty="0"/>
              <a:t>DWH</a:t>
            </a:r>
            <a:r>
              <a:rPr lang="ja-JP" altLang="en-US" sz="1400" dirty="0"/>
              <a:t>は、</a:t>
            </a:r>
            <a:r>
              <a:rPr lang="ja-JP" altLang="en-US" sz="1400" dirty="0">
                <a:solidFill>
                  <a:srgbClr val="FF0000"/>
                </a:solidFill>
              </a:rPr>
              <a:t>どのような発想・思想で定義</a:t>
            </a:r>
            <a:r>
              <a:rPr lang="ja-JP" altLang="en-US" sz="1400" dirty="0"/>
              <a:t>しているのか</a:t>
            </a:r>
            <a:endParaRPr lang="en-US" altLang="ja-JP" sz="1400" dirty="0"/>
          </a:p>
          <a:p>
            <a:pPr marL="266700" indent="-180975">
              <a:buFont typeface="Wingdings" panose="05000000000000000000" pitchFamily="2" charset="2"/>
              <a:buChar char="l"/>
            </a:pPr>
            <a:r>
              <a:rPr lang="en-US" altLang="ja-JP" sz="1400" dirty="0">
                <a:solidFill>
                  <a:srgbClr val="FF0000"/>
                </a:solidFill>
              </a:rPr>
              <a:t>DL</a:t>
            </a:r>
            <a:r>
              <a:rPr lang="ja-JP" altLang="en-US" sz="1400" dirty="0">
                <a:solidFill>
                  <a:srgbClr val="FF0000"/>
                </a:solidFill>
              </a:rPr>
              <a:t>と</a:t>
            </a:r>
            <a:r>
              <a:rPr lang="en-US" altLang="ja-JP" sz="1400" dirty="0">
                <a:solidFill>
                  <a:srgbClr val="FF0000"/>
                </a:solidFill>
              </a:rPr>
              <a:t>DWH</a:t>
            </a:r>
            <a:r>
              <a:rPr lang="ja-JP" altLang="en-US" sz="1400" dirty="0">
                <a:solidFill>
                  <a:srgbClr val="FF0000"/>
                </a:solidFill>
              </a:rPr>
              <a:t>の違い</a:t>
            </a:r>
            <a:r>
              <a:rPr lang="ja-JP" altLang="en-US" sz="1400" dirty="0"/>
              <a:t>は何か</a:t>
            </a:r>
            <a:endParaRPr lang="en-US" altLang="ja-JP" sz="1400" dirty="0"/>
          </a:p>
          <a:p>
            <a:pPr marL="361950" defTabSz="361950"/>
            <a:r>
              <a:rPr lang="ja-JP" altLang="en-US" sz="1100" dirty="0"/>
              <a:t>階層、項目名、桁数、属性、付加項目、削除フラグ、タイムスタンプなど</a:t>
            </a:r>
            <a:endParaRPr lang="en-US" altLang="ja-JP" sz="1100" dirty="0"/>
          </a:p>
          <a:p>
            <a:pPr marL="266700" indent="-180975">
              <a:buFont typeface="Wingdings" panose="05000000000000000000" pitchFamily="2" charset="2"/>
              <a:buChar char="l"/>
            </a:pPr>
            <a:r>
              <a:rPr lang="ja-JP" altLang="en-US" sz="1400" dirty="0"/>
              <a:t>元テーブルに変更があった時の作業手順、影響度は予測できるか</a:t>
            </a:r>
            <a:endParaRPr lang="en-US" altLang="ja-JP" sz="1400" dirty="0"/>
          </a:p>
          <a:p>
            <a:pPr marL="266700" indent="-180975">
              <a:buFont typeface="Wingdings" panose="05000000000000000000" pitchFamily="2" charset="2"/>
              <a:buChar char="l"/>
            </a:pPr>
            <a:endParaRPr lang="en-US" altLang="ja-JP" sz="1400" dirty="0"/>
          </a:p>
          <a:p>
            <a:pPr marL="180975" indent="-180975">
              <a:buFont typeface="Wingdings" panose="05000000000000000000" pitchFamily="2" charset="2"/>
              <a:buChar char="l"/>
            </a:pPr>
            <a:endParaRPr lang="ja-JP" altLang="en-US" sz="1400" dirty="0"/>
          </a:p>
        </p:txBody>
      </p:sp>
    </p:spTree>
    <p:extLst>
      <p:ext uri="{BB962C8B-B14F-4D97-AF65-F5344CB8AC3E}">
        <p14:creationId xmlns:p14="http://schemas.microsoft.com/office/powerpoint/2010/main" val="2325132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グループ化 2"/>
          <p:cNvGrpSpPr/>
          <p:nvPr/>
        </p:nvGrpSpPr>
        <p:grpSpPr>
          <a:xfrm>
            <a:off x="7917574" y="1614416"/>
            <a:ext cx="1700751" cy="216000"/>
            <a:chOff x="7805436" y="1657546"/>
            <a:chExt cx="1700751" cy="216000"/>
          </a:xfrm>
        </p:grpSpPr>
        <p:sp>
          <p:nvSpPr>
            <p:cNvPr id="171" name="二等辺三角形 170"/>
            <p:cNvSpPr>
              <a:spLocks noChangeAspect="1"/>
            </p:cNvSpPr>
            <p:nvPr/>
          </p:nvSpPr>
          <p:spPr>
            <a:xfrm>
              <a:off x="8490084" y="1666920"/>
              <a:ext cx="180000" cy="180000"/>
            </a:xfrm>
            <a:prstGeom prst="triangle">
              <a:avLst/>
            </a:prstGeom>
            <a:solidFill>
              <a:schemeClr val="accent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97" name="テキスト ボックス 96"/>
            <p:cNvSpPr txBox="1"/>
            <p:nvPr/>
          </p:nvSpPr>
          <p:spPr>
            <a:xfrm>
              <a:off x="7805436" y="1657546"/>
              <a:ext cx="1700751" cy="216000"/>
            </a:xfrm>
            <a:prstGeom prst="rect">
              <a:avLst/>
            </a:prstGeom>
            <a:noFill/>
          </p:spPr>
          <p:txBody>
            <a:bodyPr wrap="square" lIns="0" rIns="0" rtlCol="0" anchor="ctr">
              <a:noAutofit/>
            </a:bodyPr>
            <a:lstStyle/>
            <a:p>
              <a:pPr algn="r" defTabSz="288000"/>
              <a:r>
                <a:rPr kumimoji="1" lang="ja-JP" altLang="en-US" sz="1000" dirty="0">
                  <a:latin typeface="+mn-ea"/>
                </a:rPr>
                <a:t>凡例：  　　 ご報告タイミング</a:t>
              </a:r>
            </a:p>
          </p:txBody>
        </p:sp>
      </p:grpSp>
      <p:sp>
        <p:nvSpPr>
          <p:cNvPr id="63" name="右矢印 256">
            <a:extLst>
              <a:ext uri="{FF2B5EF4-FFF2-40B4-BE49-F238E27FC236}">
                <a16:creationId xmlns:a16="http://schemas.microsoft.com/office/drawing/2014/main" id="{425BBFDA-5D7B-4F59-83DC-FE565F85432E}"/>
              </a:ext>
            </a:extLst>
          </p:cNvPr>
          <p:cNvSpPr/>
          <p:nvPr/>
        </p:nvSpPr>
        <p:spPr>
          <a:xfrm rot="5400000">
            <a:off x="876514" y="4758351"/>
            <a:ext cx="612000" cy="432000"/>
          </a:xfrm>
          <a:prstGeom prst="rightArrow">
            <a:avLst/>
          </a:prstGeom>
          <a:solidFill>
            <a:schemeClr val="accent1">
              <a:lumMod val="20000"/>
              <a:lumOff val="80000"/>
            </a:schemeClr>
          </a:solidFill>
          <a:ln w="12700" cap="flat" cmpd="sng" algn="ctr">
            <a:noFill/>
            <a:prstDash val="solid"/>
            <a:miter lim="800000"/>
          </a:ln>
          <a:effectLst/>
        </p:spPr>
        <p:txBody>
          <a:bodyPr rtlCol="0" anchor="ct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a:ln>
                <a:noFill/>
              </a:ln>
              <a:solidFill>
                <a:srgbClr val="FFFFFF"/>
              </a:solidFill>
              <a:effectLst/>
              <a:uLnTx/>
              <a:uFillTx/>
              <a:latin typeface="+mn-ea"/>
              <a:cs typeface="+mn-cs"/>
            </a:endParaRPr>
          </a:p>
        </p:txBody>
      </p:sp>
      <p:sp>
        <p:nvSpPr>
          <p:cNvPr id="2" name="タイトル 1">
            <a:extLst>
              <a:ext uri="{FF2B5EF4-FFF2-40B4-BE49-F238E27FC236}">
                <a16:creationId xmlns:a16="http://schemas.microsoft.com/office/drawing/2014/main" id="{2854B602-B067-4FAE-A00E-AC7D8B7E61BA}"/>
              </a:ext>
            </a:extLst>
          </p:cNvPr>
          <p:cNvSpPr>
            <a:spLocks noGrp="1"/>
          </p:cNvSpPr>
          <p:nvPr>
            <p:ph type="title"/>
          </p:nvPr>
        </p:nvSpPr>
        <p:spPr/>
        <p:txBody>
          <a:bodyPr>
            <a:normAutofit fontScale="90000"/>
          </a:bodyPr>
          <a:lstStyle/>
          <a:p>
            <a:r>
              <a:rPr lang="ja-JP" altLang="en-US" dirty="0">
                <a:latin typeface="+mn-ea"/>
                <a:ea typeface="+mn-ea"/>
              </a:rPr>
              <a:t>３．本活動の進め方（案）</a:t>
            </a:r>
            <a:endParaRPr kumimoji="1" lang="ja-JP" altLang="en-US" dirty="0">
              <a:latin typeface="+mn-ea"/>
              <a:ea typeface="+mn-ea"/>
            </a:endParaRPr>
          </a:p>
        </p:txBody>
      </p:sp>
      <p:sp>
        <p:nvSpPr>
          <p:cNvPr id="281" name="テキスト プレースホルダー 3"/>
          <p:cNvSpPr>
            <a:spLocks noGrp="1"/>
          </p:cNvSpPr>
          <p:nvPr>
            <p:ph type="body" sz="quarter" idx="10"/>
          </p:nvPr>
        </p:nvSpPr>
        <p:spPr>
          <a:xfrm>
            <a:off x="331788" y="692151"/>
            <a:ext cx="9242425" cy="900000"/>
          </a:xfrm>
        </p:spPr>
        <p:txBody>
          <a:bodyPr anchor="ctr"/>
          <a:lstStyle/>
          <a:p>
            <a:pPr marL="285750" indent="-285750">
              <a:spcBef>
                <a:spcPts val="600"/>
              </a:spcBef>
              <a:buFont typeface="Wingdings" panose="05000000000000000000" pitchFamily="2" charset="2"/>
              <a:buChar char="l"/>
            </a:pPr>
            <a:r>
              <a:rPr kumimoji="1" lang="ja-JP" altLang="en-US" sz="1600" dirty="0"/>
              <a:t>まず、</a:t>
            </a:r>
            <a:r>
              <a:rPr kumimoji="1" lang="en-US" altLang="ja-JP" sz="1600" dirty="0"/>
              <a:t>D-MAP</a:t>
            </a:r>
            <a:r>
              <a:rPr kumimoji="1" lang="ja-JP" altLang="en-US" sz="1600" dirty="0"/>
              <a:t>チーム及び</a:t>
            </a:r>
            <a:r>
              <a:rPr kumimoji="1" lang="en-US" altLang="ja-JP" sz="1600" dirty="0"/>
              <a:t>NMS</a:t>
            </a:r>
            <a:r>
              <a:rPr kumimoji="1" lang="ja-JP" altLang="en-US" sz="1600" dirty="0"/>
              <a:t>開発メンバへヒアリングを行い、現在の開発内容を確認し問題点を明らかに</a:t>
            </a:r>
            <a:r>
              <a:rPr lang="ja-JP" altLang="en-US" sz="1600" dirty="0"/>
              <a:t>します。</a:t>
            </a:r>
            <a:endParaRPr lang="en-US" altLang="ja-JP" sz="1600" dirty="0"/>
          </a:p>
          <a:p>
            <a:pPr marL="285750" indent="-285750">
              <a:spcBef>
                <a:spcPts val="600"/>
              </a:spcBef>
              <a:buFont typeface="Wingdings" panose="05000000000000000000" pitchFamily="2" charset="2"/>
              <a:buChar char="l"/>
            </a:pPr>
            <a:r>
              <a:rPr lang="ja-JP" altLang="en-US" sz="1600" dirty="0"/>
              <a:t>対象業務領域での</a:t>
            </a:r>
            <a:r>
              <a:rPr lang="en-US" altLang="ja-JP" sz="1600" dirty="0" err="1"/>
              <a:t>PoC</a:t>
            </a:r>
            <a:r>
              <a:rPr lang="ja-JP" altLang="en-US" sz="1600" dirty="0"/>
              <a:t>を通じて問題点が解決できるか検証し、</a:t>
            </a:r>
            <a:r>
              <a:rPr lang="en-US" altLang="ja-JP" sz="1600" dirty="0"/>
              <a:t>Tobe</a:t>
            </a:r>
            <a:r>
              <a:rPr lang="ja-JP" altLang="en-US" sz="1600" dirty="0"/>
              <a:t>へ向けたロードマップを作成します。最終的には、データ管理手法・役割分担及び</a:t>
            </a:r>
            <a:r>
              <a:rPr lang="en-US" altLang="ja-JP" sz="1600" dirty="0"/>
              <a:t>DWH</a:t>
            </a:r>
            <a:r>
              <a:rPr lang="ja-JP" altLang="en-US" sz="1600" dirty="0"/>
              <a:t>設計の指針を提案します。</a:t>
            </a:r>
            <a:endParaRPr lang="en-US" altLang="ja-JP" sz="1600" dirty="0"/>
          </a:p>
        </p:txBody>
      </p:sp>
      <p:grpSp>
        <p:nvGrpSpPr>
          <p:cNvPr id="38" name="グループ化 37">
            <a:extLst>
              <a:ext uri="{FF2B5EF4-FFF2-40B4-BE49-F238E27FC236}">
                <a16:creationId xmlns:a16="http://schemas.microsoft.com/office/drawing/2014/main" id="{850CAB5B-0D72-4E41-ACDD-E1E58008A0FB}"/>
              </a:ext>
            </a:extLst>
          </p:cNvPr>
          <p:cNvGrpSpPr/>
          <p:nvPr/>
        </p:nvGrpSpPr>
        <p:grpSpPr>
          <a:xfrm>
            <a:off x="878186" y="4188433"/>
            <a:ext cx="617169" cy="300837"/>
            <a:chOff x="1201521" y="4501488"/>
            <a:chExt cx="617169" cy="300837"/>
          </a:xfrm>
          <a:solidFill>
            <a:srgbClr val="6E1E4B">
              <a:lumMod val="40000"/>
              <a:lumOff val="60000"/>
            </a:srgbClr>
          </a:solidFill>
        </p:grpSpPr>
        <p:grpSp>
          <p:nvGrpSpPr>
            <p:cNvPr id="39" name="グループ化 38">
              <a:extLst>
                <a:ext uri="{FF2B5EF4-FFF2-40B4-BE49-F238E27FC236}">
                  <a16:creationId xmlns:a16="http://schemas.microsoft.com/office/drawing/2014/main" id="{EF0DF3E8-756F-4318-804E-23BA4610B826}"/>
                </a:ext>
              </a:extLst>
            </p:cNvPr>
            <p:cNvGrpSpPr/>
            <p:nvPr/>
          </p:nvGrpSpPr>
          <p:grpSpPr>
            <a:xfrm>
              <a:off x="1201521" y="4501488"/>
              <a:ext cx="295095" cy="300837"/>
              <a:chOff x="4293952" y="4983024"/>
              <a:chExt cx="295095" cy="248625"/>
            </a:xfrm>
            <a:grpFill/>
          </p:grpSpPr>
          <p:sp>
            <p:nvSpPr>
              <p:cNvPr id="43" name="円/楕円 43">
                <a:extLst>
                  <a:ext uri="{FF2B5EF4-FFF2-40B4-BE49-F238E27FC236}">
                    <a16:creationId xmlns:a16="http://schemas.microsoft.com/office/drawing/2014/main" id="{8CA40C8D-0F63-4450-BD1B-92DFD5AFDFAD}"/>
                  </a:ext>
                </a:extLst>
              </p:cNvPr>
              <p:cNvSpPr/>
              <p:nvPr/>
            </p:nvSpPr>
            <p:spPr>
              <a:xfrm>
                <a:off x="4333487" y="4983024"/>
                <a:ext cx="216024" cy="162302"/>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44" name="二等辺三角形 43">
                <a:extLst>
                  <a:ext uri="{FF2B5EF4-FFF2-40B4-BE49-F238E27FC236}">
                    <a16:creationId xmlns:a16="http://schemas.microsoft.com/office/drawing/2014/main" id="{743A63C1-779B-49D3-9F97-D907034AA7DF}"/>
                  </a:ext>
                </a:extLst>
              </p:cNvPr>
              <p:cNvSpPr/>
              <p:nvPr/>
            </p:nvSpPr>
            <p:spPr>
              <a:xfrm>
                <a:off x="4293952" y="5091226"/>
                <a:ext cx="295095" cy="140423"/>
              </a:xfrm>
              <a:prstGeom prst="triangl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nvGrpSpPr>
            <p:cNvPr id="40" name="グループ化 39">
              <a:extLst>
                <a:ext uri="{FF2B5EF4-FFF2-40B4-BE49-F238E27FC236}">
                  <a16:creationId xmlns:a16="http://schemas.microsoft.com/office/drawing/2014/main" id="{81D9ED83-C0DA-4DF8-B13A-074E7929743C}"/>
                </a:ext>
              </a:extLst>
            </p:cNvPr>
            <p:cNvGrpSpPr/>
            <p:nvPr/>
          </p:nvGrpSpPr>
          <p:grpSpPr>
            <a:xfrm>
              <a:off x="1523595" y="4501488"/>
              <a:ext cx="295095" cy="300837"/>
              <a:chOff x="4293952" y="4983024"/>
              <a:chExt cx="295095" cy="248625"/>
            </a:xfrm>
            <a:grpFill/>
          </p:grpSpPr>
          <p:sp>
            <p:nvSpPr>
              <p:cNvPr id="41" name="円/楕円 41">
                <a:extLst>
                  <a:ext uri="{FF2B5EF4-FFF2-40B4-BE49-F238E27FC236}">
                    <a16:creationId xmlns:a16="http://schemas.microsoft.com/office/drawing/2014/main" id="{5870F96C-9D60-4CD8-9F38-6A815156ECA7}"/>
                  </a:ext>
                </a:extLst>
              </p:cNvPr>
              <p:cNvSpPr/>
              <p:nvPr/>
            </p:nvSpPr>
            <p:spPr>
              <a:xfrm>
                <a:off x="4333487" y="4983024"/>
                <a:ext cx="216024" cy="162302"/>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42" name="二等辺三角形 41">
                <a:extLst>
                  <a:ext uri="{FF2B5EF4-FFF2-40B4-BE49-F238E27FC236}">
                    <a16:creationId xmlns:a16="http://schemas.microsoft.com/office/drawing/2014/main" id="{BFB0B5FB-ACFD-4DC4-ABCD-DBE946F9C841}"/>
                  </a:ext>
                </a:extLst>
              </p:cNvPr>
              <p:cNvSpPr/>
              <p:nvPr/>
            </p:nvSpPr>
            <p:spPr>
              <a:xfrm>
                <a:off x="4293952" y="5091226"/>
                <a:ext cx="295095" cy="140423"/>
              </a:xfrm>
              <a:prstGeom prst="triangl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grpSp>
        <p:nvGrpSpPr>
          <p:cNvPr id="46" name="グループ化 45">
            <a:extLst>
              <a:ext uri="{FF2B5EF4-FFF2-40B4-BE49-F238E27FC236}">
                <a16:creationId xmlns:a16="http://schemas.microsoft.com/office/drawing/2014/main" id="{ED22EF9A-BF1E-47BF-9490-0CFB851C5BE9}"/>
              </a:ext>
            </a:extLst>
          </p:cNvPr>
          <p:cNvGrpSpPr/>
          <p:nvPr/>
        </p:nvGrpSpPr>
        <p:grpSpPr>
          <a:xfrm>
            <a:off x="430681" y="5385825"/>
            <a:ext cx="617169" cy="300849"/>
            <a:chOff x="1201521" y="4501488"/>
            <a:chExt cx="617169" cy="300849"/>
          </a:xfrm>
          <a:solidFill>
            <a:srgbClr val="006487"/>
          </a:solidFill>
        </p:grpSpPr>
        <p:grpSp>
          <p:nvGrpSpPr>
            <p:cNvPr id="48" name="グループ化 47">
              <a:extLst>
                <a:ext uri="{FF2B5EF4-FFF2-40B4-BE49-F238E27FC236}">
                  <a16:creationId xmlns:a16="http://schemas.microsoft.com/office/drawing/2014/main" id="{51D6D3B4-5DB2-4B56-93FE-912B160394B2}"/>
                </a:ext>
              </a:extLst>
            </p:cNvPr>
            <p:cNvGrpSpPr/>
            <p:nvPr/>
          </p:nvGrpSpPr>
          <p:grpSpPr>
            <a:xfrm>
              <a:off x="1201521" y="4501488"/>
              <a:ext cx="295095" cy="300837"/>
              <a:chOff x="4293952" y="4983024"/>
              <a:chExt cx="295095" cy="248625"/>
            </a:xfrm>
            <a:grpFill/>
          </p:grpSpPr>
          <p:sp>
            <p:nvSpPr>
              <p:cNvPr id="52" name="円/楕円 78">
                <a:extLst>
                  <a:ext uri="{FF2B5EF4-FFF2-40B4-BE49-F238E27FC236}">
                    <a16:creationId xmlns:a16="http://schemas.microsoft.com/office/drawing/2014/main" id="{66B299B4-1080-4817-BD1D-CD19394CE1CE}"/>
                  </a:ext>
                </a:extLst>
              </p:cNvPr>
              <p:cNvSpPr/>
              <p:nvPr/>
            </p:nvSpPr>
            <p:spPr>
              <a:xfrm>
                <a:off x="4333487" y="4983024"/>
                <a:ext cx="216024" cy="162302"/>
              </a:xfrm>
              <a:prstGeom prst="ellipse">
                <a:avLst/>
              </a:prstGeom>
              <a:grpFill/>
              <a:ln w="12700" cap="flat" cmpd="sng" algn="ctr">
                <a:solidFill>
                  <a:srgbClr val="006487"/>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53" name="二等辺三角形 52">
                <a:extLst>
                  <a:ext uri="{FF2B5EF4-FFF2-40B4-BE49-F238E27FC236}">
                    <a16:creationId xmlns:a16="http://schemas.microsoft.com/office/drawing/2014/main" id="{449AD874-6C28-4A16-84DB-B755EFA6B4AB}"/>
                  </a:ext>
                </a:extLst>
              </p:cNvPr>
              <p:cNvSpPr/>
              <p:nvPr/>
            </p:nvSpPr>
            <p:spPr>
              <a:xfrm>
                <a:off x="4293952" y="5091226"/>
                <a:ext cx="295095" cy="140423"/>
              </a:xfrm>
              <a:prstGeom prst="triangle">
                <a:avLst/>
              </a:prstGeom>
              <a:grpFill/>
              <a:ln w="12700" cap="flat" cmpd="sng" algn="ctr">
                <a:solidFill>
                  <a:srgbClr val="006487"/>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nvGrpSpPr>
            <p:cNvPr id="49" name="グループ化 48">
              <a:extLst>
                <a:ext uri="{FF2B5EF4-FFF2-40B4-BE49-F238E27FC236}">
                  <a16:creationId xmlns:a16="http://schemas.microsoft.com/office/drawing/2014/main" id="{C75D1064-2DE8-4823-80BC-C7015C1A7947}"/>
                </a:ext>
              </a:extLst>
            </p:cNvPr>
            <p:cNvGrpSpPr/>
            <p:nvPr/>
          </p:nvGrpSpPr>
          <p:grpSpPr>
            <a:xfrm>
              <a:off x="1523595" y="4501491"/>
              <a:ext cx="295095" cy="300846"/>
              <a:chOff x="4293952" y="4983017"/>
              <a:chExt cx="295095" cy="248632"/>
            </a:xfrm>
            <a:grpFill/>
          </p:grpSpPr>
          <p:sp>
            <p:nvSpPr>
              <p:cNvPr id="50" name="円/楕円 76">
                <a:extLst>
                  <a:ext uri="{FF2B5EF4-FFF2-40B4-BE49-F238E27FC236}">
                    <a16:creationId xmlns:a16="http://schemas.microsoft.com/office/drawing/2014/main" id="{2BAD7AC0-80C5-4B8A-B0B4-E7F81AB5AA41}"/>
                  </a:ext>
                </a:extLst>
              </p:cNvPr>
              <p:cNvSpPr/>
              <p:nvPr/>
            </p:nvSpPr>
            <p:spPr>
              <a:xfrm>
                <a:off x="4333487" y="4983017"/>
                <a:ext cx="216024" cy="162302"/>
              </a:xfrm>
              <a:prstGeom prst="ellipse">
                <a:avLst/>
              </a:prstGeom>
              <a:grpFill/>
              <a:ln w="12700" cap="flat" cmpd="sng" algn="ctr">
                <a:solidFill>
                  <a:srgbClr val="006487"/>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51" name="二等辺三角形 50">
                <a:extLst>
                  <a:ext uri="{FF2B5EF4-FFF2-40B4-BE49-F238E27FC236}">
                    <a16:creationId xmlns:a16="http://schemas.microsoft.com/office/drawing/2014/main" id="{5BC2728E-FED0-4FB9-9381-5470CB104BB9}"/>
                  </a:ext>
                </a:extLst>
              </p:cNvPr>
              <p:cNvSpPr/>
              <p:nvPr/>
            </p:nvSpPr>
            <p:spPr>
              <a:xfrm>
                <a:off x="4293952" y="5091226"/>
                <a:ext cx="295095" cy="140423"/>
              </a:xfrm>
              <a:prstGeom prst="triangle">
                <a:avLst/>
              </a:prstGeom>
              <a:grpFill/>
              <a:ln w="12700" cap="flat" cmpd="sng" algn="ctr">
                <a:solidFill>
                  <a:srgbClr val="006487"/>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sp>
        <p:nvSpPr>
          <p:cNvPr id="47" name="テキスト ボックス 46">
            <a:extLst>
              <a:ext uri="{FF2B5EF4-FFF2-40B4-BE49-F238E27FC236}">
                <a16:creationId xmlns:a16="http://schemas.microsoft.com/office/drawing/2014/main" id="{EC7A1EB6-C35F-4EBA-9708-D896AF350DC8}"/>
              </a:ext>
            </a:extLst>
          </p:cNvPr>
          <p:cNvSpPr txBox="1"/>
          <p:nvPr/>
        </p:nvSpPr>
        <p:spPr>
          <a:xfrm>
            <a:off x="308859" y="5692795"/>
            <a:ext cx="860813" cy="169277"/>
          </a:xfrm>
          <a:prstGeom prst="rect">
            <a:avLst/>
          </a:prstGeom>
          <a:noFill/>
        </p:spPr>
        <p:txBody>
          <a:bodyPr wrap="none" lIns="0" tIns="0" rIns="0" bIns="0" rtlCol="0">
            <a:spAutoFit/>
          </a:bodyPr>
          <a:lstStyle>
            <a:defPPr>
              <a:defRPr lang="en-US"/>
            </a:defPPr>
            <a:lvl1pPr algn="ctr">
              <a:defRPr sz="1200" b="1">
                <a:solidFill>
                  <a:schemeClr val="tx1">
                    <a:lumMod val="75000"/>
                    <a:lumOff val="25000"/>
                  </a:schemeClr>
                </a:solidFill>
                <a:latin typeface="Meiryo UI" panose="020B0604030504040204" pitchFamily="50" charset="-128"/>
                <a:ea typeface="Meiryo UI" panose="020B0604030504040204" pitchFamily="50" charset="-128"/>
                <a:cs typeface="Meiryo UI" pitchFamily="50" charset="-128"/>
              </a:defRPr>
            </a:lvl1pPr>
          </a:lstStyle>
          <a:p>
            <a:pPr marL="0" marR="0" lvl="0" indent="0" algn="ctr" defTabSz="914298"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000000">
                    <a:lumMod val="75000"/>
                    <a:lumOff val="25000"/>
                  </a:srgbClr>
                </a:solidFill>
                <a:effectLst/>
                <a:uLnTx/>
                <a:uFillTx/>
                <a:latin typeface="+mn-ea"/>
                <a:ea typeface="+mn-ea"/>
              </a:rPr>
              <a:t>D-MAP</a:t>
            </a:r>
            <a:r>
              <a:rPr kumimoji="0" lang="ja-JP" altLang="en-US" sz="1100" b="1" i="0" u="none" strike="noStrike" kern="0" cap="none" spc="0" normalizeH="0" baseline="0" noProof="0" dirty="0">
                <a:ln>
                  <a:noFill/>
                </a:ln>
                <a:solidFill>
                  <a:srgbClr val="000000">
                    <a:lumMod val="75000"/>
                    <a:lumOff val="25000"/>
                  </a:srgbClr>
                </a:solidFill>
                <a:effectLst/>
                <a:uLnTx/>
                <a:uFillTx/>
                <a:latin typeface="+mn-ea"/>
                <a:ea typeface="+mn-ea"/>
              </a:rPr>
              <a:t>チーム</a:t>
            </a:r>
            <a:endParaRPr kumimoji="0" lang="en-US" altLang="ja-JP" sz="1100" b="1" i="0" u="none" strike="noStrike" kern="0" cap="none" spc="0" normalizeH="0" baseline="0" noProof="0" dirty="0">
              <a:ln>
                <a:noFill/>
              </a:ln>
              <a:solidFill>
                <a:srgbClr val="000000">
                  <a:lumMod val="75000"/>
                  <a:lumOff val="25000"/>
                </a:srgbClr>
              </a:solidFill>
              <a:effectLst/>
              <a:uLnTx/>
              <a:uFillTx/>
              <a:latin typeface="+mn-ea"/>
              <a:ea typeface="+mn-ea"/>
            </a:endParaRPr>
          </a:p>
        </p:txBody>
      </p:sp>
      <p:sp>
        <p:nvSpPr>
          <p:cNvPr id="54" name="正方形/長方形 53">
            <a:extLst>
              <a:ext uri="{FF2B5EF4-FFF2-40B4-BE49-F238E27FC236}">
                <a16:creationId xmlns:a16="http://schemas.microsoft.com/office/drawing/2014/main" id="{58CD2BCB-6C64-4EAC-B807-47B7FF46B7B4}"/>
              </a:ext>
            </a:extLst>
          </p:cNvPr>
          <p:cNvSpPr/>
          <p:nvPr/>
        </p:nvSpPr>
        <p:spPr bwMode="auto">
          <a:xfrm>
            <a:off x="322156" y="2626332"/>
            <a:ext cx="1728000" cy="1080000"/>
          </a:xfrm>
          <a:prstGeom prst="rect">
            <a:avLst/>
          </a:prstGeom>
          <a:noFill/>
          <a:ln w="9525">
            <a:solidFill>
              <a:schemeClr val="accent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36000" tIns="36000" rIns="36000" bIns="36000" numCol="1" rtlCol="0" anchor="t" anchorCtr="0" compatLnSpc="1">
            <a:prstTxWarp prst="textNoShape">
              <a:avLst/>
            </a:prstTxWarp>
          </a:bodyPr>
          <a:lstStyle/>
          <a:p>
            <a:pPr marL="171450" indent="-171450">
              <a:buFont typeface="Wingdings" panose="05000000000000000000" pitchFamily="2" charset="2"/>
              <a:buChar char="ü"/>
            </a:pPr>
            <a:r>
              <a:rPr lang="ja-JP" altLang="en-US" sz="1100" dirty="0">
                <a:solidFill>
                  <a:schemeClr val="tx1">
                    <a:lumMod val="85000"/>
                    <a:lumOff val="15000"/>
                  </a:schemeClr>
                </a:solidFill>
                <a:latin typeface="+mn-ea"/>
                <a:cs typeface="Meiryo UI" panose="020B0604030504040204" pitchFamily="50" charset="-128"/>
              </a:rPr>
              <a:t>データマネジメントを行う要員のアサイン状況を確認</a:t>
            </a:r>
            <a:endParaRPr lang="en-US" altLang="ja-JP" sz="1100" dirty="0">
              <a:solidFill>
                <a:schemeClr val="tx1">
                  <a:lumMod val="85000"/>
                  <a:lumOff val="15000"/>
                </a:schemeClr>
              </a:solidFill>
              <a:latin typeface="+mn-ea"/>
              <a:cs typeface="Meiryo UI" panose="020B0604030504040204" pitchFamily="50" charset="-128"/>
            </a:endParaRPr>
          </a:p>
          <a:p>
            <a:pPr marL="171450" indent="-171450">
              <a:buFont typeface="Wingdings" panose="05000000000000000000" pitchFamily="2" charset="2"/>
              <a:buChar char="ü"/>
            </a:pPr>
            <a:r>
              <a:rPr lang="ja-JP" altLang="en-US" sz="1100" dirty="0">
                <a:solidFill>
                  <a:schemeClr val="tx1">
                    <a:lumMod val="85000"/>
                    <a:lumOff val="15000"/>
                  </a:schemeClr>
                </a:solidFill>
                <a:latin typeface="+mn-ea"/>
                <a:cs typeface="Meiryo UI" panose="020B0604030504040204" pitchFamily="50" charset="-128"/>
              </a:rPr>
              <a:t>現在構築中の</a:t>
            </a:r>
            <a:r>
              <a:rPr lang="en-US" altLang="ja-JP" sz="1100" dirty="0">
                <a:solidFill>
                  <a:schemeClr val="tx1">
                    <a:lumMod val="85000"/>
                    <a:lumOff val="15000"/>
                  </a:schemeClr>
                </a:solidFill>
                <a:latin typeface="+mn-ea"/>
                <a:cs typeface="Meiryo UI" panose="020B0604030504040204" pitchFamily="50" charset="-128"/>
              </a:rPr>
              <a:t>DWH</a:t>
            </a:r>
            <a:r>
              <a:rPr lang="ja-JP" altLang="en-US" sz="1100" dirty="0">
                <a:solidFill>
                  <a:schemeClr val="tx1">
                    <a:lumMod val="85000"/>
                    <a:lumOff val="15000"/>
                  </a:schemeClr>
                </a:solidFill>
                <a:latin typeface="+mn-ea"/>
                <a:cs typeface="Meiryo UI" panose="020B0604030504040204" pitchFamily="50" charset="-128"/>
              </a:rPr>
              <a:t>と</a:t>
            </a:r>
            <a:r>
              <a:rPr lang="en-US" altLang="ja-JP" sz="1100" dirty="0">
                <a:solidFill>
                  <a:schemeClr val="tx1">
                    <a:lumMod val="85000"/>
                    <a:lumOff val="15000"/>
                  </a:schemeClr>
                </a:solidFill>
                <a:latin typeface="+mn-ea"/>
                <a:cs typeface="Meiryo UI" panose="020B0604030504040204" pitchFamily="50" charset="-128"/>
              </a:rPr>
              <a:t>DL</a:t>
            </a:r>
            <a:r>
              <a:rPr lang="ja-JP" altLang="en-US" sz="1100" dirty="0">
                <a:solidFill>
                  <a:schemeClr val="tx1">
                    <a:lumMod val="85000"/>
                    <a:lumOff val="15000"/>
                  </a:schemeClr>
                </a:solidFill>
                <a:latin typeface="+mn-ea"/>
                <a:cs typeface="Meiryo UI" panose="020B0604030504040204" pitchFamily="50" charset="-128"/>
              </a:rPr>
              <a:t>・</a:t>
            </a:r>
            <a:r>
              <a:rPr lang="en-US" altLang="ja-JP" sz="1100" dirty="0">
                <a:solidFill>
                  <a:schemeClr val="tx1">
                    <a:lumMod val="85000"/>
                    <a:lumOff val="15000"/>
                  </a:schemeClr>
                </a:solidFill>
                <a:latin typeface="+mn-ea"/>
                <a:cs typeface="Meiryo UI" panose="020B0604030504040204" pitchFamily="50" charset="-128"/>
              </a:rPr>
              <a:t>DM</a:t>
            </a:r>
            <a:r>
              <a:rPr lang="ja-JP" altLang="en-US" sz="1100" dirty="0">
                <a:solidFill>
                  <a:schemeClr val="tx1">
                    <a:lumMod val="85000"/>
                    <a:lumOff val="15000"/>
                  </a:schemeClr>
                </a:solidFill>
                <a:latin typeface="+mn-ea"/>
                <a:cs typeface="Meiryo UI" panose="020B0604030504040204" pitchFamily="50" charset="-128"/>
              </a:rPr>
              <a:t>の棲み分けの考え方</a:t>
            </a:r>
            <a:r>
              <a:rPr lang="en-US" altLang="ja-JP" sz="1100" dirty="0">
                <a:solidFill>
                  <a:schemeClr val="tx1">
                    <a:lumMod val="85000"/>
                    <a:lumOff val="15000"/>
                  </a:schemeClr>
                </a:solidFill>
                <a:latin typeface="+mn-ea"/>
                <a:cs typeface="Meiryo UI" panose="020B0604030504040204" pitchFamily="50" charset="-128"/>
              </a:rPr>
              <a:t>(</a:t>
            </a:r>
            <a:r>
              <a:rPr lang="ja-JP" altLang="en-US" sz="1100" dirty="0">
                <a:solidFill>
                  <a:schemeClr val="tx1">
                    <a:lumMod val="85000"/>
                    <a:lumOff val="15000"/>
                  </a:schemeClr>
                </a:solidFill>
                <a:latin typeface="+mn-ea"/>
                <a:cs typeface="Meiryo UI" panose="020B0604030504040204" pitchFamily="50" charset="-128"/>
              </a:rPr>
              <a:t>設計、階層等</a:t>
            </a:r>
            <a:r>
              <a:rPr lang="en-US" altLang="ja-JP" sz="1100" dirty="0">
                <a:solidFill>
                  <a:schemeClr val="tx1">
                    <a:lumMod val="85000"/>
                    <a:lumOff val="15000"/>
                  </a:schemeClr>
                </a:solidFill>
                <a:latin typeface="+mn-ea"/>
                <a:cs typeface="Meiryo UI" panose="020B0604030504040204" pitchFamily="50" charset="-128"/>
              </a:rPr>
              <a:t>)</a:t>
            </a:r>
            <a:r>
              <a:rPr lang="ja-JP" altLang="en-US" sz="1100" dirty="0">
                <a:solidFill>
                  <a:schemeClr val="tx1">
                    <a:lumMod val="85000"/>
                    <a:lumOff val="15000"/>
                  </a:schemeClr>
                </a:solidFill>
                <a:latin typeface="+mn-ea"/>
                <a:cs typeface="Meiryo UI" panose="020B0604030504040204" pitchFamily="50" charset="-128"/>
              </a:rPr>
              <a:t>を確認</a:t>
            </a:r>
            <a:endParaRPr lang="en-US" altLang="ja-JP" sz="1100" dirty="0">
              <a:solidFill>
                <a:schemeClr val="tx1">
                  <a:lumMod val="85000"/>
                  <a:lumOff val="15000"/>
                </a:schemeClr>
              </a:solidFill>
              <a:latin typeface="+mn-ea"/>
              <a:cs typeface="Meiryo UI" panose="020B0604030504040204" pitchFamily="50" charset="-128"/>
            </a:endParaRPr>
          </a:p>
        </p:txBody>
      </p:sp>
      <p:sp>
        <p:nvSpPr>
          <p:cNvPr id="55" name="テキスト ボックス 54">
            <a:extLst>
              <a:ext uri="{FF2B5EF4-FFF2-40B4-BE49-F238E27FC236}">
                <a16:creationId xmlns:a16="http://schemas.microsoft.com/office/drawing/2014/main" id="{EC7A1EB6-C35F-4EBA-9708-D896AF350DC8}"/>
              </a:ext>
            </a:extLst>
          </p:cNvPr>
          <p:cNvSpPr txBox="1"/>
          <p:nvPr/>
        </p:nvSpPr>
        <p:spPr>
          <a:xfrm>
            <a:off x="870979" y="4492846"/>
            <a:ext cx="631583" cy="169277"/>
          </a:xfrm>
          <a:prstGeom prst="rect">
            <a:avLst/>
          </a:prstGeom>
          <a:noFill/>
        </p:spPr>
        <p:txBody>
          <a:bodyPr wrap="none" lIns="0" tIns="0" rIns="0" bIns="0" rtlCol="0">
            <a:spAutoFit/>
          </a:bodyPr>
          <a:lstStyle>
            <a:defPPr>
              <a:defRPr lang="en-US"/>
            </a:defPPr>
            <a:lvl1pPr algn="ctr">
              <a:defRPr sz="1200" b="1">
                <a:solidFill>
                  <a:schemeClr val="tx1">
                    <a:lumMod val="75000"/>
                    <a:lumOff val="25000"/>
                  </a:schemeClr>
                </a:solidFill>
                <a:latin typeface="Meiryo UI" panose="020B0604030504040204" pitchFamily="50" charset="-128"/>
                <a:ea typeface="Meiryo UI" panose="020B0604030504040204" pitchFamily="50" charset="-128"/>
                <a:cs typeface="Meiryo UI" pitchFamily="50" charset="-128"/>
              </a:defRPr>
            </a:lvl1pPr>
          </a:lstStyle>
          <a:p>
            <a:pPr marL="0" marR="0" lvl="0" indent="0" algn="ctr" defTabSz="914298"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000000">
                    <a:lumMod val="75000"/>
                    <a:lumOff val="25000"/>
                  </a:srgbClr>
                </a:solidFill>
                <a:effectLst/>
                <a:uLnTx/>
                <a:uFillTx/>
                <a:latin typeface="+mn-ea"/>
                <a:ea typeface="+mn-ea"/>
              </a:rPr>
              <a:t>支援メンバ</a:t>
            </a:r>
            <a:endParaRPr kumimoji="0" lang="en-US" altLang="ja-JP" sz="1100" b="1" i="0" u="none" strike="noStrike" kern="0" cap="none" spc="0" normalizeH="0" baseline="0" noProof="0" dirty="0">
              <a:ln>
                <a:noFill/>
              </a:ln>
              <a:solidFill>
                <a:srgbClr val="000000">
                  <a:lumMod val="75000"/>
                  <a:lumOff val="25000"/>
                </a:srgbClr>
              </a:solidFill>
              <a:effectLst/>
              <a:uLnTx/>
              <a:uFillTx/>
              <a:latin typeface="+mn-ea"/>
              <a:ea typeface="+mn-ea"/>
            </a:endParaRPr>
          </a:p>
        </p:txBody>
      </p:sp>
      <p:sp>
        <p:nvSpPr>
          <p:cNvPr id="64" name="テキスト ボックス 63">
            <a:extLst>
              <a:ext uri="{FF2B5EF4-FFF2-40B4-BE49-F238E27FC236}">
                <a16:creationId xmlns:a16="http://schemas.microsoft.com/office/drawing/2014/main" id="{F963A9A1-A363-4C41-AFD0-5E4530E1EC04}"/>
              </a:ext>
            </a:extLst>
          </p:cNvPr>
          <p:cNvSpPr txBox="1"/>
          <p:nvPr/>
        </p:nvSpPr>
        <p:spPr>
          <a:xfrm>
            <a:off x="898008" y="4791951"/>
            <a:ext cx="546625" cy="169277"/>
          </a:xfrm>
          <a:prstGeom prst="rect">
            <a:avLst/>
          </a:prstGeom>
          <a:noFill/>
        </p:spPr>
        <p:txBody>
          <a:bodyPr wrap="none" lIns="0" tIns="0" rIns="0" bIns="0" rtlCol="0">
            <a:spAutoFit/>
          </a:bodyPr>
          <a:lstStyle/>
          <a:p>
            <a:pPr algn="ctr"/>
            <a:r>
              <a:rPr kumimoji="1" lang="ja-JP" altLang="en-US" sz="1100" b="1" i="1" dirty="0">
                <a:latin typeface="+mn-ea"/>
                <a:cs typeface="Meiryo UI" panose="020B0604030504040204" pitchFamily="50" charset="-128"/>
              </a:rPr>
              <a:t>ヒアリング</a:t>
            </a:r>
            <a:endParaRPr kumimoji="1" lang="en-US" altLang="ja-JP" sz="1100" b="1" i="1" dirty="0">
              <a:latin typeface="+mn-ea"/>
              <a:cs typeface="Meiryo UI" panose="020B0604030504040204" pitchFamily="50" charset="-128"/>
            </a:endParaRPr>
          </a:p>
        </p:txBody>
      </p:sp>
      <p:grpSp>
        <p:nvGrpSpPr>
          <p:cNvPr id="66" name="グループ化 65">
            <a:extLst>
              <a:ext uri="{FF2B5EF4-FFF2-40B4-BE49-F238E27FC236}">
                <a16:creationId xmlns:a16="http://schemas.microsoft.com/office/drawing/2014/main" id="{850CAB5B-0D72-4E41-ACDD-E1E58008A0FB}"/>
              </a:ext>
            </a:extLst>
          </p:cNvPr>
          <p:cNvGrpSpPr/>
          <p:nvPr/>
        </p:nvGrpSpPr>
        <p:grpSpPr>
          <a:xfrm>
            <a:off x="2727977" y="4188433"/>
            <a:ext cx="617169" cy="300837"/>
            <a:chOff x="1201521" y="4501488"/>
            <a:chExt cx="617169" cy="300837"/>
          </a:xfrm>
          <a:solidFill>
            <a:srgbClr val="6E1E4B">
              <a:lumMod val="40000"/>
              <a:lumOff val="60000"/>
            </a:srgbClr>
          </a:solidFill>
        </p:grpSpPr>
        <p:grpSp>
          <p:nvGrpSpPr>
            <p:cNvPr id="67" name="グループ化 66">
              <a:extLst>
                <a:ext uri="{FF2B5EF4-FFF2-40B4-BE49-F238E27FC236}">
                  <a16:creationId xmlns:a16="http://schemas.microsoft.com/office/drawing/2014/main" id="{EF0DF3E8-756F-4318-804E-23BA4610B826}"/>
                </a:ext>
              </a:extLst>
            </p:cNvPr>
            <p:cNvGrpSpPr/>
            <p:nvPr/>
          </p:nvGrpSpPr>
          <p:grpSpPr>
            <a:xfrm>
              <a:off x="1201521" y="4501488"/>
              <a:ext cx="295095" cy="300837"/>
              <a:chOff x="4293952" y="4983024"/>
              <a:chExt cx="295095" cy="248625"/>
            </a:xfrm>
            <a:grpFill/>
          </p:grpSpPr>
          <p:sp>
            <p:nvSpPr>
              <p:cNvPr id="71" name="円/楕円 43">
                <a:extLst>
                  <a:ext uri="{FF2B5EF4-FFF2-40B4-BE49-F238E27FC236}">
                    <a16:creationId xmlns:a16="http://schemas.microsoft.com/office/drawing/2014/main" id="{8CA40C8D-0F63-4450-BD1B-92DFD5AFDFAD}"/>
                  </a:ext>
                </a:extLst>
              </p:cNvPr>
              <p:cNvSpPr/>
              <p:nvPr/>
            </p:nvSpPr>
            <p:spPr>
              <a:xfrm>
                <a:off x="4333487" y="4983024"/>
                <a:ext cx="216024" cy="162302"/>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72" name="二等辺三角形 71">
                <a:extLst>
                  <a:ext uri="{FF2B5EF4-FFF2-40B4-BE49-F238E27FC236}">
                    <a16:creationId xmlns:a16="http://schemas.microsoft.com/office/drawing/2014/main" id="{743A63C1-779B-49D3-9F97-D907034AA7DF}"/>
                  </a:ext>
                </a:extLst>
              </p:cNvPr>
              <p:cNvSpPr/>
              <p:nvPr/>
            </p:nvSpPr>
            <p:spPr>
              <a:xfrm>
                <a:off x="4293952" y="5091226"/>
                <a:ext cx="295095" cy="140423"/>
              </a:xfrm>
              <a:prstGeom prst="triangl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nvGrpSpPr>
            <p:cNvPr id="68" name="グループ化 67">
              <a:extLst>
                <a:ext uri="{FF2B5EF4-FFF2-40B4-BE49-F238E27FC236}">
                  <a16:creationId xmlns:a16="http://schemas.microsoft.com/office/drawing/2014/main" id="{81D9ED83-C0DA-4DF8-B13A-074E7929743C}"/>
                </a:ext>
              </a:extLst>
            </p:cNvPr>
            <p:cNvGrpSpPr/>
            <p:nvPr/>
          </p:nvGrpSpPr>
          <p:grpSpPr>
            <a:xfrm>
              <a:off x="1523595" y="4501488"/>
              <a:ext cx="295095" cy="300837"/>
              <a:chOff x="4293952" y="4983024"/>
              <a:chExt cx="295095" cy="248625"/>
            </a:xfrm>
            <a:grpFill/>
          </p:grpSpPr>
          <p:sp>
            <p:nvSpPr>
              <p:cNvPr id="69" name="円/楕円 41">
                <a:extLst>
                  <a:ext uri="{FF2B5EF4-FFF2-40B4-BE49-F238E27FC236}">
                    <a16:creationId xmlns:a16="http://schemas.microsoft.com/office/drawing/2014/main" id="{5870F96C-9D60-4CD8-9F38-6A815156ECA7}"/>
                  </a:ext>
                </a:extLst>
              </p:cNvPr>
              <p:cNvSpPr/>
              <p:nvPr/>
            </p:nvSpPr>
            <p:spPr>
              <a:xfrm>
                <a:off x="4333487" y="4983024"/>
                <a:ext cx="216024" cy="162302"/>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70" name="二等辺三角形 69">
                <a:extLst>
                  <a:ext uri="{FF2B5EF4-FFF2-40B4-BE49-F238E27FC236}">
                    <a16:creationId xmlns:a16="http://schemas.microsoft.com/office/drawing/2014/main" id="{BFB0B5FB-ACFD-4DC4-ABCD-DBE946F9C841}"/>
                  </a:ext>
                </a:extLst>
              </p:cNvPr>
              <p:cNvSpPr/>
              <p:nvPr/>
            </p:nvSpPr>
            <p:spPr>
              <a:xfrm>
                <a:off x="4293952" y="5091226"/>
                <a:ext cx="295095" cy="140423"/>
              </a:xfrm>
              <a:prstGeom prst="triangl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grpSp>
        <p:nvGrpSpPr>
          <p:cNvPr id="73" name="グループ化 72">
            <a:extLst>
              <a:ext uri="{FF2B5EF4-FFF2-40B4-BE49-F238E27FC236}">
                <a16:creationId xmlns:a16="http://schemas.microsoft.com/office/drawing/2014/main" id="{ED22EF9A-BF1E-47BF-9490-0CFB851C5BE9}"/>
              </a:ext>
            </a:extLst>
          </p:cNvPr>
          <p:cNvGrpSpPr/>
          <p:nvPr/>
        </p:nvGrpSpPr>
        <p:grpSpPr>
          <a:xfrm>
            <a:off x="1326288" y="5385825"/>
            <a:ext cx="617169" cy="300849"/>
            <a:chOff x="1201521" y="4501488"/>
            <a:chExt cx="617169" cy="300849"/>
          </a:xfrm>
          <a:solidFill>
            <a:schemeClr val="accent2">
              <a:lumMod val="50000"/>
              <a:lumOff val="50000"/>
            </a:schemeClr>
          </a:solidFill>
        </p:grpSpPr>
        <p:grpSp>
          <p:nvGrpSpPr>
            <p:cNvPr id="74" name="グループ化 73">
              <a:extLst>
                <a:ext uri="{FF2B5EF4-FFF2-40B4-BE49-F238E27FC236}">
                  <a16:creationId xmlns:a16="http://schemas.microsoft.com/office/drawing/2014/main" id="{51D6D3B4-5DB2-4B56-93FE-912B160394B2}"/>
                </a:ext>
              </a:extLst>
            </p:cNvPr>
            <p:cNvGrpSpPr/>
            <p:nvPr/>
          </p:nvGrpSpPr>
          <p:grpSpPr>
            <a:xfrm>
              <a:off x="1201521" y="4501488"/>
              <a:ext cx="295095" cy="300837"/>
              <a:chOff x="4293952" y="4983024"/>
              <a:chExt cx="295095" cy="248625"/>
            </a:xfrm>
            <a:grpFill/>
          </p:grpSpPr>
          <p:sp>
            <p:nvSpPr>
              <p:cNvPr id="78" name="円/楕円 78">
                <a:extLst>
                  <a:ext uri="{FF2B5EF4-FFF2-40B4-BE49-F238E27FC236}">
                    <a16:creationId xmlns:a16="http://schemas.microsoft.com/office/drawing/2014/main" id="{66B299B4-1080-4817-BD1D-CD19394CE1CE}"/>
                  </a:ext>
                </a:extLst>
              </p:cNvPr>
              <p:cNvSpPr/>
              <p:nvPr/>
            </p:nvSpPr>
            <p:spPr>
              <a:xfrm>
                <a:off x="4333487" y="4983024"/>
                <a:ext cx="216024" cy="162302"/>
              </a:xfrm>
              <a:prstGeom prst="ellipse">
                <a:avLst/>
              </a:prstGeom>
              <a:grpFill/>
              <a:ln w="12700" cap="flat" cmpd="sng" algn="ctr">
                <a:solidFill>
                  <a:schemeClr val="accent2">
                    <a:lumMod val="50000"/>
                    <a:lumOff val="50000"/>
                  </a:scheme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79" name="二等辺三角形 78">
                <a:extLst>
                  <a:ext uri="{FF2B5EF4-FFF2-40B4-BE49-F238E27FC236}">
                    <a16:creationId xmlns:a16="http://schemas.microsoft.com/office/drawing/2014/main" id="{449AD874-6C28-4A16-84DB-B755EFA6B4AB}"/>
                  </a:ext>
                </a:extLst>
              </p:cNvPr>
              <p:cNvSpPr/>
              <p:nvPr/>
            </p:nvSpPr>
            <p:spPr>
              <a:xfrm>
                <a:off x="4293952" y="5091226"/>
                <a:ext cx="295095" cy="140423"/>
              </a:xfrm>
              <a:prstGeom prst="triangle">
                <a:avLst/>
              </a:prstGeom>
              <a:grpFill/>
              <a:ln w="12700" cap="flat" cmpd="sng" algn="ctr">
                <a:solidFill>
                  <a:schemeClr val="accent2">
                    <a:lumMod val="50000"/>
                    <a:lumOff val="50000"/>
                  </a:scheme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nvGrpSpPr>
            <p:cNvPr id="75" name="グループ化 74">
              <a:extLst>
                <a:ext uri="{FF2B5EF4-FFF2-40B4-BE49-F238E27FC236}">
                  <a16:creationId xmlns:a16="http://schemas.microsoft.com/office/drawing/2014/main" id="{C75D1064-2DE8-4823-80BC-C7015C1A7947}"/>
                </a:ext>
              </a:extLst>
            </p:cNvPr>
            <p:cNvGrpSpPr/>
            <p:nvPr/>
          </p:nvGrpSpPr>
          <p:grpSpPr>
            <a:xfrm>
              <a:off x="1523595" y="4501491"/>
              <a:ext cx="295095" cy="300846"/>
              <a:chOff x="4293952" y="4983017"/>
              <a:chExt cx="295095" cy="248632"/>
            </a:xfrm>
            <a:grpFill/>
          </p:grpSpPr>
          <p:sp>
            <p:nvSpPr>
              <p:cNvPr id="76" name="円/楕円 76">
                <a:extLst>
                  <a:ext uri="{FF2B5EF4-FFF2-40B4-BE49-F238E27FC236}">
                    <a16:creationId xmlns:a16="http://schemas.microsoft.com/office/drawing/2014/main" id="{2BAD7AC0-80C5-4B8A-B0B4-E7F81AB5AA41}"/>
                  </a:ext>
                </a:extLst>
              </p:cNvPr>
              <p:cNvSpPr/>
              <p:nvPr/>
            </p:nvSpPr>
            <p:spPr>
              <a:xfrm>
                <a:off x="4333487" y="4983017"/>
                <a:ext cx="216024" cy="162302"/>
              </a:xfrm>
              <a:prstGeom prst="ellipse">
                <a:avLst/>
              </a:prstGeom>
              <a:grpFill/>
              <a:ln w="12700" cap="flat" cmpd="sng" algn="ctr">
                <a:solidFill>
                  <a:schemeClr val="accent2">
                    <a:lumMod val="50000"/>
                    <a:lumOff val="50000"/>
                  </a:scheme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77" name="二等辺三角形 76">
                <a:extLst>
                  <a:ext uri="{FF2B5EF4-FFF2-40B4-BE49-F238E27FC236}">
                    <a16:creationId xmlns:a16="http://schemas.microsoft.com/office/drawing/2014/main" id="{5BC2728E-FED0-4FB9-9381-5470CB104BB9}"/>
                  </a:ext>
                </a:extLst>
              </p:cNvPr>
              <p:cNvSpPr/>
              <p:nvPr/>
            </p:nvSpPr>
            <p:spPr>
              <a:xfrm>
                <a:off x="4293952" y="5091226"/>
                <a:ext cx="295095" cy="140423"/>
              </a:xfrm>
              <a:prstGeom prst="triangle">
                <a:avLst/>
              </a:prstGeom>
              <a:grpFill/>
              <a:ln w="12700" cap="flat" cmpd="sng" algn="ctr">
                <a:solidFill>
                  <a:schemeClr val="accent2">
                    <a:lumMod val="50000"/>
                    <a:lumOff val="50000"/>
                  </a:scheme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sp>
        <p:nvSpPr>
          <p:cNvPr id="80" name="テキスト ボックス 79">
            <a:extLst>
              <a:ext uri="{FF2B5EF4-FFF2-40B4-BE49-F238E27FC236}">
                <a16:creationId xmlns:a16="http://schemas.microsoft.com/office/drawing/2014/main" id="{EC7A1EB6-C35F-4EBA-9708-D896AF350DC8}"/>
              </a:ext>
            </a:extLst>
          </p:cNvPr>
          <p:cNvSpPr txBox="1"/>
          <p:nvPr/>
        </p:nvSpPr>
        <p:spPr>
          <a:xfrm>
            <a:off x="1319081" y="5692795"/>
            <a:ext cx="631583" cy="338554"/>
          </a:xfrm>
          <a:prstGeom prst="rect">
            <a:avLst/>
          </a:prstGeom>
          <a:noFill/>
        </p:spPr>
        <p:txBody>
          <a:bodyPr wrap="none" lIns="0" tIns="0" rIns="0" bIns="0" rtlCol="0">
            <a:spAutoFit/>
          </a:bodyPr>
          <a:lstStyle>
            <a:defPPr>
              <a:defRPr lang="en-US"/>
            </a:defPPr>
            <a:lvl1pPr algn="ctr">
              <a:defRPr sz="1200" b="1">
                <a:solidFill>
                  <a:schemeClr val="tx1">
                    <a:lumMod val="75000"/>
                    <a:lumOff val="25000"/>
                  </a:schemeClr>
                </a:solidFill>
                <a:latin typeface="Meiryo UI" panose="020B0604030504040204" pitchFamily="50" charset="-128"/>
                <a:ea typeface="Meiryo UI" panose="020B0604030504040204" pitchFamily="50" charset="-128"/>
                <a:cs typeface="Meiryo UI" pitchFamily="50" charset="-128"/>
              </a:defRPr>
            </a:lvl1pPr>
          </a:lstStyle>
          <a:p>
            <a:pPr marL="0" marR="0" lvl="0" indent="0" algn="ctr" defTabSz="914298" eaLnBrk="1" fontAlgn="auto" latinLnBrk="0" hangingPunct="1">
              <a:lnSpc>
                <a:spcPct val="100000"/>
              </a:lnSpc>
              <a:spcBef>
                <a:spcPts val="0"/>
              </a:spcBef>
              <a:spcAft>
                <a:spcPts val="0"/>
              </a:spcAft>
              <a:buClrTx/>
              <a:buSzTx/>
              <a:buFontTx/>
              <a:buNone/>
              <a:tabLst/>
              <a:defRPr/>
            </a:pPr>
            <a:r>
              <a:rPr kumimoji="0" lang="en-US" altLang="ja-JP" sz="1100" b="1" i="0" u="none" strike="noStrike" kern="0" cap="none" spc="0" normalizeH="0" baseline="0" noProof="0" dirty="0">
                <a:ln>
                  <a:noFill/>
                </a:ln>
                <a:solidFill>
                  <a:srgbClr val="000000">
                    <a:lumMod val="75000"/>
                    <a:lumOff val="25000"/>
                  </a:srgbClr>
                </a:solidFill>
                <a:effectLst/>
                <a:uLnTx/>
                <a:uFillTx/>
                <a:latin typeface="+mn-ea"/>
                <a:ea typeface="+mn-ea"/>
              </a:rPr>
              <a:t>NMS</a:t>
            </a:r>
          </a:p>
          <a:p>
            <a:pPr marL="0" marR="0" lvl="0" indent="0" algn="ctr" defTabSz="914298"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000000">
                    <a:lumMod val="75000"/>
                    <a:lumOff val="25000"/>
                  </a:srgbClr>
                </a:solidFill>
                <a:effectLst/>
                <a:uLnTx/>
                <a:uFillTx/>
                <a:latin typeface="+mn-ea"/>
                <a:ea typeface="+mn-ea"/>
              </a:rPr>
              <a:t>開発メンバ</a:t>
            </a:r>
            <a:endParaRPr kumimoji="0" lang="en-US" altLang="ja-JP" sz="1100" b="1" i="0" u="none" strike="noStrike" kern="0" cap="none" spc="0" normalizeH="0" baseline="0" noProof="0" dirty="0">
              <a:ln>
                <a:noFill/>
              </a:ln>
              <a:solidFill>
                <a:srgbClr val="000000">
                  <a:lumMod val="75000"/>
                  <a:lumOff val="25000"/>
                </a:srgbClr>
              </a:solidFill>
              <a:effectLst/>
              <a:uLnTx/>
              <a:uFillTx/>
              <a:latin typeface="+mn-ea"/>
              <a:ea typeface="+mn-ea"/>
            </a:endParaRPr>
          </a:p>
        </p:txBody>
      </p:sp>
      <p:sp>
        <p:nvSpPr>
          <p:cNvPr id="81" name="テキスト ボックス 80">
            <a:extLst>
              <a:ext uri="{FF2B5EF4-FFF2-40B4-BE49-F238E27FC236}">
                <a16:creationId xmlns:a16="http://schemas.microsoft.com/office/drawing/2014/main" id="{EC7A1EB6-C35F-4EBA-9708-D896AF350DC8}"/>
              </a:ext>
            </a:extLst>
          </p:cNvPr>
          <p:cNvSpPr txBox="1"/>
          <p:nvPr/>
        </p:nvSpPr>
        <p:spPr>
          <a:xfrm>
            <a:off x="2720770" y="4492846"/>
            <a:ext cx="631583" cy="169277"/>
          </a:xfrm>
          <a:prstGeom prst="rect">
            <a:avLst/>
          </a:prstGeom>
          <a:noFill/>
        </p:spPr>
        <p:txBody>
          <a:bodyPr wrap="none" lIns="0" tIns="0" rIns="0" bIns="0" rtlCol="0">
            <a:spAutoFit/>
          </a:bodyPr>
          <a:lstStyle>
            <a:defPPr>
              <a:defRPr lang="en-US"/>
            </a:defPPr>
            <a:lvl1pPr algn="ctr">
              <a:defRPr sz="1200" b="1">
                <a:solidFill>
                  <a:schemeClr val="tx1">
                    <a:lumMod val="75000"/>
                    <a:lumOff val="25000"/>
                  </a:schemeClr>
                </a:solidFill>
                <a:latin typeface="Meiryo UI" panose="020B0604030504040204" pitchFamily="50" charset="-128"/>
                <a:ea typeface="Meiryo UI" panose="020B0604030504040204" pitchFamily="50" charset="-128"/>
                <a:cs typeface="Meiryo UI" pitchFamily="50" charset="-128"/>
              </a:defRPr>
            </a:lvl1pPr>
          </a:lstStyle>
          <a:p>
            <a:pPr marL="0" marR="0" lvl="0" indent="0" algn="ctr" defTabSz="914298"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000000">
                    <a:lumMod val="75000"/>
                    <a:lumOff val="25000"/>
                  </a:srgbClr>
                </a:solidFill>
                <a:effectLst/>
                <a:uLnTx/>
                <a:uFillTx/>
                <a:latin typeface="+mn-ea"/>
                <a:ea typeface="+mn-ea"/>
              </a:rPr>
              <a:t>支援メンバ</a:t>
            </a:r>
            <a:endParaRPr kumimoji="0" lang="en-US" altLang="ja-JP" sz="1100" b="1" i="0" u="none" strike="noStrike" kern="0" cap="none" spc="0" normalizeH="0" baseline="0" noProof="0" dirty="0">
              <a:ln>
                <a:noFill/>
              </a:ln>
              <a:solidFill>
                <a:srgbClr val="000000">
                  <a:lumMod val="75000"/>
                  <a:lumOff val="25000"/>
                </a:srgbClr>
              </a:solidFill>
              <a:effectLst/>
              <a:uLnTx/>
              <a:uFillTx/>
              <a:latin typeface="+mn-ea"/>
              <a:ea typeface="+mn-ea"/>
            </a:endParaRPr>
          </a:p>
        </p:txBody>
      </p:sp>
      <p:sp>
        <p:nvSpPr>
          <p:cNvPr id="85" name="正方形/長方形 84">
            <a:extLst>
              <a:ext uri="{FF2B5EF4-FFF2-40B4-BE49-F238E27FC236}">
                <a16:creationId xmlns:a16="http://schemas.microsoft.com/office/drawing/2014/main" id="{58CD2BCB-6C64-4EAC-B807-47B7FF46B7B4}"/>
              </a:ext>
            </a:extLst>
          </p:cNvPr>
          <p:cNvSpPr/>
          <p:nvPr/>
        </p:nvSpPr>
        <p:spPr bwMode="auto">
          <a:xfrm>
            <a:off x="2118684" y="2626332"/>
            <a:ext cx="1728000" cy="1080000"/>
          </a:xfrm>
          <a:prstGeom prst="rect">
            <a:avLst/>
          </a:prstGeom>
          <a:noFill/>
          <a:ln w="9525">
            <a:solidFill>
              <a:schemeClr val="accent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36000" tIns="36000" rIns="36000" bIns="36000" numCol="1" rtlCol="0" anchor="t" anchorCtr="0" compatLnSpc="1">
            <a:prstTxWarp prst="textNoShape">
              <a:avLst/>
            </a:prstTxWarp>
          </a:bodyPr>
          <a:lstStyle/>
          <a:p>
            <a:pPr marL="171450" indent="-171450">
              <a:buFont typeface="Wingdings" panose="05000000000000000000" pitchFamily="2" charset="2"/>
              <a:buChar char="ü"/>
            </a:pPr>
            <a:r>
              <a:rPr lang="ja-JP" altLang="en-US" sz="1100" dirty="0">
                <a:solidFill>
                  <a:schemeClr val="tx1">
                    <a:lumMod val="85000"/>
                    <a:lumOff val="15000"/>
                  </a:schemeClr>
                </a:solidFill>
                <a:latin typeface="+mn-ea"/>
                <a:cs typeface="Meiryo UI" panose="020B0604030504040204" pitchFamily="50" charset="-128"/>
              </a:rPr>
              <a:t>確認した現状を整理</a:t>
            </a:r>
            <a:endParaRPr lang="en-US" altLang="ja-JP" sz="1100" dirty="0">
              <a:solidFill>
                <a:schemeClr val="tx1">
                  <a:lumMod val="85000"/>
                  <a:lumOff val="15000"/>
                </a:schemeClr>
              </a:solidFill>
              <a:latin typeface="+mn-ea"/>
              <a:cs typeface="Meiryo UI" panose="020B0604030504040204" pitchFamily="50" charset="-128"/>
            </a:endParaRPr>
          </a:p>
          <a:p>
            <a:pPr marL="171450" indent="-171450">
              <a:buFont typeface="Wingdings" panose="05000000000000000000" pitchFamily="2" charset="2"/>
              <a:buChar char="ü"/>
            </a:pPr>
            <a:r>
              <a:rPr lang="ja-JP" altLang="en-US" sz="1100" dirty="0">
                <a:solidFill>
                  <a:schemeClr val="tx1">
                    <a:lumMod val="85000"/>
                    <a:lumOff val="15000"/>
                  </a:schemeClr>
                </a:solidFill>
                <a:latin typeface="+mn-ea"/>
                <a:cs typeface="Meiryo UI" panose="020B0604030504040204" pitchFamily="50" charset="-128"/>
              </a:rPr>
              <a:t>それを元に、問題点を整理</a:t>
            </a:r>
            <a:endParaRPr lang="en-US" altLang="ja-JP" sz="1100" dirty="0">
              <a:solidFill>
                <a:schemeClr val="tx1">
                  <a:lumMod val="85000"/>
                  <a:lumOff val="15000"/>
                </a:schemeClr>
              </a:solidFill>
              <a:latin typeface="+mn-ea"/>
              <a:cs typeface="Meiryo UI" panose="020B0604030504040204" pitchFamily="50" charset="-128"/>
            </a:endParaRPr>
          </a:p>
        </p:txBody>
      </p:sp>
      <p:cxnSp>
        <p:nvCxnSpPr>
          <p:cNvPr id="86" name="カギ線コネクタ 297">
            <a:extLst>
              <a:ext uri="{FF2B5EF4-FFF2-40B4-BE49-F238E27FC236}">
                <a16:creationId xmlns:a16="http://schemas.microsoft.com/office/drawing/2014/main" id="{0C5C6A64-E59F-4F8F-8EE5-8B5E3A4E85BB}"/>
              </a:ext>
            </a:extLst>
          </p:cNvPr>
          <p:cNvCxnSpPr>
            <a:stCxn id="64" idx="3"/>
            <a:endCxn id="87" idx="1"/>
          </p:cNvCxnSpPr>
          <p:nvPr/>
        </p:nvCxnSpPr>
        <p:spPr>
          <a:xfrm>
            <a:off x="1444633" y="4876590"/>
            <a:ext cx="1136445" cy="0"/>
          </a:xfrm>
          <a:prstGeom prst="straightConnector1">
            <a:avLst/>
          </a:prstGeom>
          <a:solidFill>
            <a:schemeClr val="bg1"/>
          </a:solidFill>
          <a:ln w="9525">
            <a:solidFill>
              <a:schemeClr val="tx1">
                <a:lumMod val="65000"/>
                <a:lumOff val="35000"/>
              </a:schemeClr>
            </a:solidFill>
            <a:prstDash val="sysDash"/>
            <a:tailEnd type="arrow"/>
          </a:ln>
        </p:spPr>
        <p:style>
          <a:lnRef idx="2">
            <a:schemeClr val="accent4"/>
          </a:lnRef>
          <a:fillRef idx="1">
            <a:schemeClr val="lt1"/>
          </a:fillRef>
          <a:effectRef idx="0">
            <a:schemeClr val="accent4"/>
          </a:effectRef>
          <a:fontRef idx="minor">
            <a:schemeClr val="dk1"/>
          </a:fontRef>
        </p:style>
      </p:cxnSp>
      <p:sp>
        <p:nvSpPr>
          <p:cNvPr id="87" name="フローチャート: 処理 86">
            <a:extLst>
              <a:ext uri="{FF2B5EF4-FFF2-40B4-BE49-F238E27FC236}">
                <a16:creationId xmlns:a16="http://schemas.microsoft.com/office/drawing/2014/main" id="{7A8F023C-33C1-4568-8672-44FACACAF790}"/>
              </a:ext>
            </a:extLst>
          </p:cNvPr>
          <p:cNvSpPr/>
          <p:nvPr/>
        </p:nvSpPr>
        <p:spPr>
          <a:xfrm>
            <a:off x="2581078" y="4663531"/>
            <a:ext cx="864000" cy="432000"/>
          </a:xfrm>
          <a:prstGeom prst="flowChartProcess">
            <a:avLst/>
          </a:prstGeom>
          <a:solidFill>
            <a:srgbClr val="B2B2B2"/>
          </a:solidFill>
          <a:ln w="12700">
            <a:solidFill>
              <a:srgbClr val="89A2AD"/>
            </a:solidFill>
          </a:ln>
        </p:spPr>
        <p:style>
          <a:lnRef idx="2">
            <a:schemeClr val="accent4"/>
          </a:lnRef>
          <a:fillRef idx="1">
            <a:schemeClr val="lt1"/>
          </a:fillRef>
          <a:effectRef idx="0">
            <a:schemeClr val="accent4"/>
          </a:effectRef>
          <a:fontRef idx="minor">
            <a:schemeClr val="dk1"/>
          </a:fontRef>
        </p:style>
        <p:txBody>
          <a:bodyPr lIns="36000" rIns="36000" rtlCol="0" anchor="ctr"/>
          <a:lstStyle/>
          <a:p>
            <a:pPr algn="ctr"/>
            <a:r>
              <a:rPr lang="ja-JP" altLang="en-US" sz="1100" b="1" dirty="0">
                <a:solidFill>
                  <a:schemeClr val="bg1"/>
                </a:solidFill>
                <a:latin typeface="+mn-ea"/>
                <a:cs typeface="Meiryo UI" panose="020B0604030504040204" pitchFamily="50" charset="-128"/>
              </a:rPr>
              <a:t>現状整理</a:t>
            </a:r>
            <a:endParaRPr lang="en-US" altLang="ja-JP" sz="1100" b="1" dirty="0">
              <a:solidFill>
                <a:schemeClr val="bg1"/>
              </a:solidFill>
              <a:latin typeface="+mn-ea"/>
              <a:cs typeface="Meiryo UI" panose="020B0604030504040204" pitchFamily="50" charset="-128"/>
            </a:endParaRPr>
          </a:p>
          <a:p>
            <a:pPr algn="ctr"/>
            <a:r>
              <a:rPr kumimoji="1" lang="ja-JP" altLang="en-US" sz="1100" b="1" dirty="0">
                <a:solidFill>
                  <a:schemeClr val="bg1"/>
                </a:solidFill>
                <a:latin typeface="+mn-ea"/>
                <a:cs typeface="Meiryo UI" panose="020B0604030504040204" pitchFamily="50" charset="-128"/>
              </a:rPr>
              <a:t>問題点整理</a:t>
            </a:r>
          </a:p>
        </p:txBody>
      </p:sp>
      <p:sp>
        <p:nvSpPr>
          <p:cNvPr id="95" name="正方形/長方形 94">
            <a:extLst>
              <a:ext uri="{FF2B5EF4-FFF2-40B4-BE49-F238E27FC236}">
                <a16:creationId xmlns:a16="http://schemas.microsoft.com/office/drawing/2014/main" id="{58CD2BCB-6C64-4EAC-B807-47B7FF46B7B4}"/>
              </a:ext>
            </a:extLst>
          </p:cNvPr>
          <p:cNvSpPr/>
          <p:nvPr/>
        </p:nvSpPr>
        <p:spPr bwMode="auto">
          <a:xfrm>
            <a:off x="3915212" y="2626332"/>
            <a:ext cx="1728000" cy="1080000"/>
          </a:xfrm>
          <a:prstGeom prst="rect">
            <a:avLst/>
          </a:prstGeom>
          <a:noFill/>
          <a:ln w="9525">
            <a:solidFill>
              <a:schemeClr val="accent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36000" tIns="36000" rIns="18000" bIns="36000" numCol="1" rtlCol="0" anchor="t" anchorCtr="0" compatLnSpc="1">
            <a:prstTxWarp prst="textNoShape">
              <a:avLst/>
            </a:prstTxWarp>
          </a:bodyPr>
          <a:lstStyle/>
          <a:p>
            <a:pPr marL="171450" indent="-171450">
              <a:buFont typeface="Wingdings" panose="05000000000000000000" pitchFamily="2" charset="2"/>
              <a:buChar char="ü"/>
            </a:pPr>
            <a:r>
              <a:rPr lang="ja-JP" altLang="en-US" sz="1100" dirty="0">
                <a:solidFill>
                  <a:schemeClr val="tx1">
                    <a:lumMod val="85000"/>
                    <a:lumOff val="15000"/>
                  </a:schemeClr>
                </a:solidFill>
                <a:latin typeface="+mn-ea"/>
                <a:cs typeface="Meiryo UI" panose="020B0604030504040204" pitchFamily="50" charset="-128"/>
              </a:rPr>
              <a:t>前工程で抽出したデータ管理及び</a:t>
            </a:r>
            <a:r>
              <a:rPr lang="en-US" altLang="ja-JP" sz="1100" dirty="0">
                <a:solidFill>
                  <a:schemeClr val="tx1">
                    <a:lumMod val="85000"/>
                    <a:lumOff val="15000"/>
                  </a:schemeClr>
                </a:solidFill>
                <a:latin typeface="+mn-ea"/>
                <a:cs typeface="Meiryo UI" panose="020B0604030504040204" pitchFamily="50" charset="-128"/>
              </a:rPr>
              <a:t>DWH</a:t>
            </a:r>
            <a:r>
              <a:rPr lang="ja-JP" altLang="en-US" sz="1100" dirty="0">
                <a:solidFill>
                  <a:schemeClr val="tx1">
                    <a:lumMod val="85000"/>
                    <a:lumOff val="15000"/>
                  </a:schemeClr>
                </a:solidFill>
                <a:latin typeface="+mn-ea"/>
                <a:cs typeface="Meiryo UI" panose="020B0604030504040204" pitchFamily="50" charset="-128"/>
              </a:rPr>
              <a:t>設計の問題点に対し、解決策を仮説として立案</a:t>
            </a:r>
            <a:endParaRPr lang="en-US" altLang="ja-JP" sz="1100" dirty="0">
              <a:solidFill>
                <a:schemeClr val="tx1">
                  <a:lumMod val="85000"/>
                  <a:lumOff val="15000"/>
                </a:schemeClr>
              </a:solidFill>
              <a:latin typeface="+mn-ea"/>
              <a:cs typeface="Meiryo UI" panose="020B0604030504040204" pitchFamily="50" charset="-128"/>
            </a:endParaRPr>
          </a:p>
          <a:p>
            <a:pPr marL="171450" indent="-171450">
              <a:buFont typeface="Wingdings" panose="05000000000000000000" pitchFamily="2" charset="2"/>
              <a:buChar char="ü"/>
            </a:pPr>
            <a:r>
              <a:rPr lang="ja-JP" altLang="en-US" sz="1100" dirty="0">
                <a:solidFill>
                  <a:schemeClr val="tx1">
                    <a:lumMod val="85000"/>
                    <a:lumOff val="15000"/>
                  </a:schemeClr>
                </a:solidFill>
                <a:latin typeface="+mn-ea"/>
                <a:cs typeface="Meiryo UI" panose="020B0604030504040204" pitchFamily="50" charset="-128"/>
              </a:rPr>
              <a:t>対象業務領域の選定</a:t>
            </a:r>
            <a:endParaRPr lang="en-US" altLang="ja-JP" sz="1000" dirty="0">
              <a:solidFill>
                <a:schemeClr val="accent4"/>
              </a:solidFill>
              <a:latin typeface="+mn-ea"/>
              <a:cs typeface="Meiryo UI" panose="020B0604030504040204" pitchFamily="50" charset="-128"/>
            </a:endParaRPr>
          </a:p>
        </p:txBody>
      </p:sp>
      <p:cxnSp>
        <p:nvCxnSpPr>
          <p:cNvPr id="122" name="曲線コネクタ 121"/>
          <p:cNvCxnSpPr>
            <a:stCxn id="87" idx="3"/>
            <a:endCxn id="135" idx="1"/>
          </p:cNvCxnSpPr>
          <p:nvPr/>
        </p:nvCxnSpPr>
        <p:spPr>
          <a:xfrm>
            <a:off x="3445078" y="4879531"/>
            <a:ext cx="953497" cy="147350"/>
          </a:xfrm>
          <a:prstGeom prst="curvedConnector3">
            <a:avLst>
              <a:gd name="adj1" fmla="val 50000"/>
            </a:avLst>
          </a:prstGeom>
          <a:solidFill>
            <a:schemeClr val="bg1"/>
          </a:solidFill>
          <a:ln w="9525">
            <a:solidFill>
              <a:schemeClr val="tx1">
                <a:lumMod val="65000"/>
                <a:lumOff val="35000"/>
              </a:schemeClr>
            </a:solidFill>
            <a:prstDash val="sysDash"/>
            <a:tailEnd type="arrow"/>
          </a:ln>
        </p:spPr>
        <p:style>
          <a:lnRef idx="2">
            <a:schemeClr val="accent4"/>
          </a:lnRef>
          <a:fillRef idx="1">
            <a:schemeClr val="lt1"/>
          </a:fillRef>
          <a:effectRef idx="0">
            <a:schemeClr val="accent4"/>
          </a:effectRef>
          <a:fontRef idx="minor">
            <a:schemeClr val="dk1"/>
          </a:fontRef>
        </p:style>
      </p:cxnSp>
      <p:sp>
        <p:nvSpPr>
          <p:cNvPr id="141" name="ホームベース 118">
            <a:extLst>
              <a:ext uri="{FF2B5EF4-FFF2-40B4-BE49-F238E27FC236}">
                <a16:creationId xmlns:a16="http://schemas.microsoft.com/office/drawing/2014/main" id="{18F0995C-EDB2-4541-A447-8A532B688782}"/>
              </a:ext>
            </a:extLst>
          </p:cNvPr>
          <p:cNvSpPr/>
          <p:nvPr/>
        </p:nvSpPr>
        <p:spPr bwMode="auto">
          <a:xfrm>
            <a:off x="5581289" y="1970066"/>
            <a:ext cx="4104000" cy="324000"/>
          </a:xfrm>
          <a:prstGeom prst="homePlate">
            <a:avLst>
              <a:gd name="adj" fmla="val 45035"/>
            </a:avLst>
          </a:prstGeom>
          <a:solidFill>
            <a:schemeClr val="accent1"/>
          </a:solidFill>
          <a:ln w="38100" cap="flat" cmpd="sng" algn="ctr">
            <a:solidFill>
              <a:schemeClr val="bg1"/>
            </a:solidFill>
            <a:prstDash val="solid"/>
            <a:miter lim="800000"/>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298" eaLnBrk="1" fontAlgn="auto" latinLnBrk="0" hangingPunct="1">
              <a:lnSpc>
                <a:spcPct val="85000"/>
              </a:lnSpc>
              <a:spcBef>
                <a:spcPts val="200"/>
              </a:spcBef>
              <a:spcAft>
                <a:spcPts val="200"/>
              </a:spcAft>
              <a:buClrTx/>
              <a:buSzTx/>
              <a:buFontTx/>
              <a:buNone/>
              <a:tabLst/>
              <a:defRPr/>
            </a:pPr>
            <a:r>
              <a:rPr kumimoji="0" lang="ja-JP" altLang="en-US" sz="1400" b="1" kern="0" dirty="0">
                <a:solidFill>
                  <a:srgbClr val="FFFFFF"/>
                </a:solidFill>
                <a:latin typeface="+mn-ea"/>
                <a:cs typeface="Meiryo UI" panose="020B0604030504040204" pitchFamily="50" charset="-128"/>
              </a:rPr>
              <a:t>検証（</a:t>
            </a:r>
            <a:r>
              <a:rPr kumimoji="0" lang="en-US" altLang="ja-JP" sz="1400" b="1" kern="0" dirty="0" err="1">
                <a:solidFill>
                  <a:srgbClr val="FFFFFF"/>
                </a:solidFill>
                <a:latin typeface="+mn-ea"/>
                <a:cs typeface="Meiryo UI" panose="020B0604030504040204" pitchFamily="50" charset="-128"/>
              </a:rPr>
              <a:t>PoC</a:t>
            </a:r>
            <a:r>
              <a:rPr kumimoji="0" lang="ja-JP" altLang="en-US" sz="1400" b="1" kern="0" dirty="0">
                <a:solidFill>
                  <a:srgbClr val="FFFFFF"/>
                </a:solidFill>
                <a:latin typeface="+mn-ea"/>
                <a:cs typeface="Meiryo UI" panose="020B0604030504040204" pitchFamily="50" charset="-128"/>
              </a:rPr>
              <a:t>実施）</a:t>
            </a:r>
          </a:p>
        </p:txBody>
      </p:sp>
      <p:cxnSp>
        <p:nvCxnSpPr>
          <p:cNvPr id="142" name="直線コネクタ 141"/>
          <p:cNvCxnSpPr/>
          <p:nvPr/>
        </p:nvCxnSpPr>
        <p:spPr>
          <a:xfrm>
            <a:off x="273513" y="4053033"/>
            <a:ext cx="9431204" cy="0"/>
          </a:xfrm>
          <a:prstGeom prst="line">
            <a:avLst/>
          </a:prstGeom>
          <a:noFill/>
          <a:ln w="19050" cap="flat" cmpd="sng" algn="ctr">
            <a:solidFill>
              <a:schemeClr val="accent1"/>
            </a:solidFill>
            <a:prstDash val="dash"/>
            <a:tailEnd type="none"/>
          </a:ln>
          <a:effectLst/>
        </p:spPr>
      </p:cxnSp>
      <p:sp>
        <p:nvSpPr>
          <p:cNvPr id="145" name="正方形/長方形 144">
            <a:extLst>
              <a:ext uri="{FF2B5EF4-FFF2-40B4-BE49-F238E27FC236}">
                <a16:creationId xmlns:a16="http://schemas.microsoft.com/office/drawing/2014/main" id="{58CD2BCB-6C64-4EAC-B807-47B7FF46B7B4}"/>
              </a:ext>
            </a:extLst>
          </p:cNvPr>
          <p:cNvSpPr/>
          <p:nvPr/>
        </p:nvSpPr>
        <p:spPr bwMode="auto">
          <a:xfrm>
            <a:off x="5711740" y="2626332"/>
            <a:ext cx="1908000" cy="1080000"/>
          </a:xfrm>
          <a:prstGeom prst="rect">
            <a:avLst/>
          </a:prstGeom>
          <a:noFill/>
          <a:ln w="9525">
            <a:solidFill>
              <a:schemeClr val="accent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36000" tIns="36000" rIns="18000" bIns="36000" numCol="1" rtlCol="0" anchor="t" anchorCtr="0" compatLnSpc="1">
            <a:prstTxWarp prst="textNoShape">
              <a:avLst/>
            </a:prstTxWarp>
          </a:bodyPr>
          <a:lstStyle/>
          <a:p>
            <a:pPr marL="171450" indent="-171450">
              <a:buFont typeface="Wingdings" panose="05000000000000000000" pitchFamily="2" charset="2"/>
              <a:buChar char="ü"/>
            </a:pPr>
            <a:r>
              <a:rPr lang="ja-JP" altLang="en-US" sz="1100" dirty="0">
                <a:solidFill>
                  <a:schemeClr val="tx1">
                    <a:lumMod val="85000"/>
                    <a:lumOff val="15000"/>
                  </a:schemeClr>
                </a:solidFill>
                <a:latin typeface="+mn-ea"/>
                <a:cs typeface="Meiryo UI" panose="020B0604030504040204" pitchFamily="50" charset="-128"/>
              </a:rPr>
              <a:t>選定した対象業務・プロセスを使い、データ管理の実施、及び</a:t>
            </a:r>
            <a:r>
              <a:rPr lang="en-US" altLang="ja-JP" sz="1100" dirty="0">
                <a:solidFill>
                  <a:schemeClr val="tx1">
                    <a:lumMod val="85000"/>
                    <a:lumOff val="15000"/>
                  </a:schemeClr>
                </a:solidFill>
                <a:latin typeface="+mn-ea"/>
                <a:cs typeface="Meiryo UI" panose="020B0604030504040204" pitchFamily="50" charset="-128"/>
              </a:rPr>
              <a:t>DWH</a:t>
            </a:r>
            <a:r>
              <a:rPr lang="ja-JP" altLang="en-US" sz="1100" dirty="0">
                <a:solidFill>
                  <a:schemeClr val="tx1">
                    <a:lumMod val="85000"/>
                    <a:lumOff val="15000"/>
                  </a:schemeClr>
                </a:solidFill>
                <a:latin typeface="+mn-ea"/>
                <a:cs typeface="Meiryo UI" panose="020B0604030504040204" pitchFamily="50" charset="-128"/>
              </a:rPr>
              <a:t>設計の問題点を解決する</a:t>
            </a:r>
            <a:r>
              <a:rPr lang="en-US" altLang="ja-JP" sz="1100" dirty="0">
                <a:solidFill>
                  <a:schemeClr val="tx1">
                    <a:lumMod val="85000"/>
                    <a:lumOff val="15000"/>
                  </a:schemeClr>
                </a:solidFill>
                <a:latin typeface="+mn-ea"/>
                <a:cs typeface="Meiryo UI" panose="020B0604030504040204" pitchFamily="50" charset="-128"/>
              </a:rPr>
              <a:t>DL,DWH,DM</a:t>
            </a:r>
            <a:r>
              <a:rPr lang="ja-JP" altLang="en-US" sz="1100" dirty="0">
                <a:solidFill>
                  <a:schemeClr val="tx1">
                    <a:lumMod val="85000"/>
                    <a:lumOff val="15000"/>
                  </a:schemeClr>
                </a:solidFill>
                <a:latin typeface="+mn-ea"/>
                <a:cs typeface="Meiryo UI" panose="020B0604030504040204" pitchFamily="50" charset="-128"/>
              </a:rPr>
              <a:t>の設計を実施。これらを通じて実現性を評価。</a:t>
            </a:r>
            <a:endParaRPr lang="en-US" altLang="ja-JP" sz="1000" dirty="0">
              <a:solidFill>
                <a:schemeClr val="accent4"/>
              </a:solidFill>
              <a:latin typeface="+mn-ea"/>
              <a:cs typeface="Meiryo UI" panose="020B0604030504040204" pitchFamily="50" charset="-128"/>
            </a:endParaRPr>
          </a:p>
        </p:txBody>
      </p:sp>
      <p:sp>
        <p:nvSpPr>
          <p:cNvPr id="147" name="正方形/長方形 146">
            <a:extLst>
              <a:ext uri="{FF2B5EF4-FFF2-40B4-BE49-F238E27FC236}">
                <a16:creationId xmlns:a16="http://schemas.microsoft.com/office/drawing/2014/main" id="{58CD2BCB-6C64-4EAC-B807-47B7FF46B7B4}"/>
              </a:ext>
            </a:extLst>
          </p:cNvPr>
          <p:cNvSpPr/>
          <p:nvPr/>
        </p:nvSpPr>
        <p:spPr bwMode="auto">
          <a:xfrm>
            <a:off x="7688269" y="2626332"/>
            <a:ext cx="1908000" cy="1080000"/>
          </a:xfrm>
          <a:prstGeom prst="rect">
            <a:avLst/>
          </a:prstGeom>
          <a:noFill/>
          <a:ln w="9525">
            <a:solidFill>
              <a:schemeClr val="accent1"/>
            </a:solidFill>
            <a:headEnd type="none" w="med" len="med"/>
            <a:tailEnd type="none" w="med" len="med"/>
          </a:ln>
        </p:spPr>
        <p:style>
          <a:lnRef idx="2">
            <a:schemeClr val="accent2">
              <a:shade val="50000"/>
            </a:schemeClr>
          </a:lnRef>
          <a:fillRef idx="1">
            <a:schemeClr val="accent2"/>
          </a:fillRef>
          <a:effectRef idx="0">
            <a:schemeClr val="accent2"/>
          </a:effectRef>
          <a:fontRef idx="minor">
            <a:schemeClr val="lt1"/>
          </a:fontRef>
        </p:style>
        <p:txBody>
          <a:bodyPr vert="horz" wrap="square" lIns="36000" tIns="36000" rIns="18000" bIns="36000" numCol="1" rtlCol="0" anchor="t" anchorCtr="0" compatLnSpc="1">
            <a:prstTxWarp prst="textNoShape">
              <a:avLst/>
            </a:prstTxWarp>
          </a:bodyPr>
          <a:lstStyle/>
          <a:p>
            <a:pPr marL="171450" indent="-171450">
              <a:buFont typeface="Wingdings" panose="05000000000000000000" pitchFamily="2" charset="2"/>
              <a:buChar char="ü"/>
            </a:pPr>
            <a:r>
              <a:rPr lang="en-US" altLang="ja-JP" sz="1100" dirty="0" err="1">
                <a:solidFill>
                  <a:schemeClr val="tx1">
                    <a:lumMod val="85000"/>
                    <a:lumOff val="15000"/>
                  </a:schemeClr>
                </a:solidFill>
                <a:latin typeface="+mn-ea"/>
                <a:cs typeface="Meiryo UI" panose="020B0604030504040204" pitchFamily="50" charset="-128"/>
              </a:rPr>
              <a:t>PoC</a:t>
            </a:r>
            <a:r>
              <a:rPr lang="ja-JP" altLang="en-US" sz="1100" dirty="0">
                <a:solidFill>
                  <a:schemeClr val="tx1">
                    <a:lumMod val="85000"/>
                    <a:lumOff val="15000"/>
                  </a:schemeClr>
                </a:solidFill>
                <a:latin typeface="+mn-ea"/>
                <a:cs typeface="Meiryo UI" panose="020B0604030504040204" pitchFamily="50" charset="-128"/>
              </a:rPr>
              <a:t>検証結果を踏まえ、</a:t>
            </a:r>
            <a:r>
              <a:rPr lang="en-US" altLang="ja-JP" sz="1100" dirty="0">
                <a:solidFill>
                  <a:schemeClr val="tx1">
                    <a:lumMod val="85000"/>
                    <a:lumOff val="15000"/>
                  </a:schemeClr>
                </a:solidFill>
                <a:latin typeface="+mn-ea"/>
                <a:cs typeface="Meiryo UI" panose="020B0604030504040204" pitchFamily="50" charset="-128"/>
              </a:rPr>
              <a:t>D-MAP</a:t>
            </a:r>
            <a:r>
              <a:rPr lang="ja-JP" altLang="en-US" sz="1100" dirty="0">
                <a:solidFill>
                  <a:schemeClr val="tx1">
                    <a:lumMod val="85000"/>
                    <a:lumOff val="15000"/>
                  </a:schemeClr>
                </a:solidFill>
                <a:latin typeface="+mn-ea"/>
                <a:cs typeface="Meiryo UI" panose="020B0604030504040204" pitchFamily="50" charset="-128"/>
              </a:rPr>
              <a:t>として目指すデータ管理</a:t>
            </a:r>
            <a:r>
              <a:rPr lang="en-US" altLang="ja-JP" sz="1100" dirty="0">
                <a:solidFill>
                  <a:schemeClr val="tx1">
                    <a:lumMod val="85000"/>
                    <a:lumOff val="15000"/>
                  </a:schemeClr>
                </a:solidFill>
                <a:latin typeface="+mn-ea"/>
                <a:cs typeface="Meiryo UI" panose="020B0604030504040204" pitchFamily="50" charset="-128"/>
              </a:rPr>
              <a:t>/DWH</a:t>
            </a:r>
            <a:r>
              <a:rPr lang="ja-JP" altLang="en-US" sz="1100" dirty="0">
                <a:solidFill>
                  <a:schemeClr val="tx1">
                    <a:lumMod val="85000"/>
                    <a:lumOff val="15000"/>
                  </a:schemeClr>
                </a:solidFill>
                <a:latin typeface="+mn-ea"/>
                <a:cs typeface="Meiryo UI" panose="020B0604030504040204" pitchFamily="50" charset="-128"/>
              </a:rPr>
              <a:t>設計手法の実現に向けた活動のロードマップを整理</a:t>
            </a:r>
            <a:endParaRPr lang="en-US" altLang="ja-JP" sz="1100" dirty="0">
              <a:solidFill>
                <a:schemeClr val="tx1">
                  <a:lumMod val="85000"/>
                  <a:lumOff val="15000"/>
                </a:schemeClr>
              </a:solidFill>
              <a:latin typeface="+mn-ea"/>
              <a:cs typeface="Meiryo UI" panose="020B0604030504040204" pitchFamily="50" charset="-128"/>
            </a:endParaRPr>
          </a:p>
          <a:p>
            <a:pPr marL="171450" indent="-171450">
              <a:buFont typeface="Wingdings" panose="05000000000000000000" pitchFamily="2" charset="2"/>
              <a:buChar char="ü"/>
            </a:pPr>
            <a:r>
              <a:rPr lang="ja-JP" altLang="en-US" sz="1100" dirty="0">
                <a:solidFill>
                  <a:schemeClr val="tx1"/>
                </a:solidFill>
                <a:latin typeface="+mn-ea"/>
                <a:cs typeface="Meiryo UI" panose="020B0604030504040204" pitchFamily="50" charset="-128"/>
              </a:rPr>
              <a:t>データ管理必要性について上層部向け説明資料を提示</a:t>
            </a:r>
            <a:endParaRPr lang="en-US" altLang="ja-JP" sz="1000" dirty="0">
              <a:solidFill>
                <a:schemeClr val="tx1"/>
              </a:solidFill>
              <a:latin typeface="+mn-ea"/>
              <a:cs typeface="Meiryo UI" panose="020B0604030504040204" pitchFamily="50" charset="-128"/>
            </a:endParaRPr>
          </a:p>
        </p:txBody>
      </p:sp>
      <p:sp>
        <p:nvSpPr>
          <p:cNvPr id="148" name="Arrow: Pentagon 313">
            <a:extLst>
              <a:ext uri="{FF2B5EF4-FFF2-40B4-BE49-F238E27FC236}">
                <a16:creationId xmlns:a16="http://schemas.microsoft.com/office/drawing/2014/main" id="{5562EA01-729B-004D-79B9-C150B07083DC}"/>
              </a:ext>
            </a:extLst>
          </p:cNvPr>
          <p:cNvSpPr/>
          <p:nvPr/>
        </p:nvSpPr>
        <p:spPr>
          <a:xfrm>
            <a:off x="7472236" y="2322247"/>
            <a:ext cx="2200269" cy="253284"/>
          </a:xfrm>
          <a:prstGeom prst="homePlate">
            <a:avLst/>
          </a:prstGeom>
          <a:solidFill>
            <a:schemeClr val="accent1">
              <a:lumMod val="20000"/>
              <a:lumOff val="80000"/>
            </a:scheme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ja-JP" altLang="en-US" sz="1400" b="1" dirty="0">
                <a:solidFill>
                  <a:schemeClr val="tx1"/>
                </a:solidFill>
                <a:latin typeface="+mn-ea"/>
                <a:cs typeface="Calibri" panose="020F0502020204030204" pitchFamily="34" charset="0"/>
              </a:rPr>
              <a:t>ロードマップ作成</a:t>
            </a:r>
          </a:p>
        </p:txBody>
      </p:sp>
      <p:sp>
        <p:nvSpPr>
          <p:cNvPr id="146" name="Arrow: Pentagon 313">
            <a:extLst>
              <a:ext uri="{FF2B5EF4-FFF2-40B4-BE49-F238E27FC236}">
                <a16:creationId xmlns:a16="http://schemas.microsoft.com/office/drawing/2014/main" id="{5562EA01-729B-004D-79B9-C150B07083DC}"/>
              </a:ext>
            </a:extLst>
          </p:cNvPr>
          <p:cNvSpPr/>
          <p:nvPr/>
        </p:nvSpPr>
        <p:spPr>
          <a:xfrm>
            <a:off x="5650298" y="2322247"/>
            <a:ext cx="2060152" cy="253284"/>
          </a:xfrm>
          <a:prstGeom prst="homePlate">
            <a:avLst/>
          </a:prstGeom>
          <a:solidFill>
            <a:schemeClr val="accent1">
              <a:lumMod val="20000"/>
              <a:lumOff val="80000"/>
            </a:scheme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en-US" altLang="ja-JP" sz="1400" b="1" dirty="0" err="1">
                <a:solidFill>
                  <a:schemeClr val="tx1"/>
                </a:solidFill>
                <a:latin typeface="+mn-ea"/>
                <a:cs typeface="Calibri" panose="020F0502020204030204" pitchFamily="34" charset="0"/>
              </a:rPr>
              <a:t>PoC</a:t>
            </a:r>
            <a:r>
              <a:rPr lang="ja-JP" altLang="en-US" sz="1400" b="1" dirty="0">
                <a:solidFill>
                  <a:schemeClr val="tx1"/>
                </a:solidFill>
                <a:latin typeface="+mn-ea"/>
                <a:cs typeface="Calibri" panose="020F0502020204030204" pitchFamily="34" charset="0"/>
              </a:rPr>
              <a:t>検証</a:t>
            </a:r>
          </a:p>
        </p:txBody>
      </p:sp>
      <p:sp>
        <p:nvSpPr>
          <p:cNvPr id="132" name="Arrow: Pentagon 313">
            <a:extLst>
              <a:ext uri="{FF2B5EF4-FFF2-40B4-BE49-F238E27FC236}">
                <a16:creationId xmlns:a16="http://schemas.microsoft.com/office/drawing/2014/main" id="{5562EA01-729B-004D-79B9-C150B07083DC}"/>
              </a:ext>
            </a:extLst>
          </p:cNvPr>
          <p:cNvSpPr/>
          <p:nvPr/>
        </p:nvSpPr>
        <p:spPr>
          <a:xfrm>
            <a:off x="3804251" y="2322247"/>
            <a:ext cx="1980000" cy="253284"/>
          </a:xfrm>
          <a:prstGeom prst="homePlate">
            <a:avLst/>
          </a:prstGeom>
          <a:solidFill>
            <a:schemeClr val="accent1">
              <a:lumMod val="20000"/>
              <a:lumOff val="80000"/>
            </a:scheme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ja-JP" altLang="en-US" sz="1400" b="1" dirty="0">
                <a:solidFill>
                  <a:schemeClr val="tx1"/>
                </a:solidFill>
                <a:latin typeface="+mn-ea"/>
                <a:cs typeface="Calibri" panose="020F0502020204030204" pitchFamily="34" charset="0"/>
              </a:rPr>
              <a:t>仮説</a:t>
            </a:r>
            <a:r>
              <a:rPr lang="en-US" altLang="ja-JP" sz="1400" b="1" dirty="0">
                <a:solidFill>
                  <a:schemeClr val="tx1"/>
                </a:solidFill>
                <a:latin typeface="+mn-ea"/>
                <a:cs typeface="Calibri" panose="020F0502020204030204" pitchFamily="34" charset="0"/>
              </a:rPr>
              <a:t>(</a:t>
            </a:r>
            <a:r>
              <a:rPr lang="ja-JP" altLang="en-US" sz="1400" b="1" dirty="0">
                <a:solidFill>
                  <a:schemeClr val="tx1"/>
                </a:solidFill>
                <a:latin typeface="+mn-ea"/>
                <a:cs typeface="Calibri" panose="020F0502020204030204" pitchFamily="34" charset="0"/>
              </a:rPr>
              <a:t>解決策</a:t>
            </a:r>
            <a:r>
              <a:rPr lang="en-US" altLang="ja-JP" sz="1400" b="1" dirty="0">
                <a:solidFill>
                  <a:schemeClr val="tx1"/>
                </a:solidFill>
                <a:latin typeface="+mn-ea"/>
                <a:cs typeface="Calibri" panose="020F0502020204030204" pitchFamily="34" charset="0"/>
              </a:rPr>
              <a:t>)</a:t>
            </a:r>
            <a:r>
              <a:rPr lang="ja-JP" altLang="en-US" sz="1400" b="1" dirty="0">
                <a:solidFill>
                  <a:schemeClr val="tx1"/>
                </a:solidFill>
                <a:latin typeface="+mn-ea"/>
                <a:cs typeface="Calibri" panose="020F0502020204030204" pitchFamily="34" charset="0"/>
              </a:rPr>
              <a:t>立案</a:t>
            </a:r>
          </a:p>
        </p:txBody>
      </p:sp>
      <p:sp>
        <p:nvSpPr>
          <p:cNvPr id="5" name="Arrow: Pentagon 313">
            <a:extLst>
              <a:ext uri="{FF2B5EF4-FFF2-40B4-BE49-F238E27FC236}">
                <a16:creationId xmlns:a16="http://schemas.microsoft.com/office/drawing/2014/main" id="{5562EA01-729B-004D-79B9-C150B07083DC}"/>
              </a:ext>
            </a:extLst>
          </p:cNvPr>
          <p:cNvSpPr/>
          <p:nvPr/>
        </p:nvSpPr>
        <p:spPr>
          <a:xfrm>
            <a:off x="314536" y="2322247"/>
            <a:ext cx="3598977" cy="253284"/>
          </a:xfrm>
          <a:prstGeom prst="homePlate">
            <a:avLst/>
          </a:prstGeom>
          <a:solidFill>
            <a:schemeClr val="accent1">
              <a:lumMod val="20000"/>
              <a:lumOff val="80000"/>
            </a:schemeClr>
          </a:solidFill>
          <a:ln w="38100">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r>
              <a:rPr lang="ja-JP" altLang="en-US" sz="1400" b="1" dirty="0">
                <a:solidFill>
                  <a:schemeClr val="tx1"/>
                </a:solidFill>
                <a:latin typeface="+mn-ea"/>
                <a:cs typeface="Calibri" panose="020F0502020204030204" pitchFamily="34" charset="0"/>
              </a:rPr>
              <a:t>ヒアリングによる事実確認と問題点整理</a:t>
            </a:r>
          </a:p>
        </p:txBody>
      </p:sp>
      <p:sp>
        <p:nvSpPr>
          <p:cNvPr id="170" name="Rectangle 3120">
            <a:extLst>
              <a:ext uri="{FF2B5EF4-FFF2-40B4-BE49-F238E27FC236}">
                <a16:creationId xmlns:a16="http://schemas.microsoft.com/office/drawing/2014/main" id="{7D5577CF-8E06-178D-25C3-4CCAB4BF2A59}"/>
              </a:ext>
            </a:extLst>
          </p:cNvPr>
          <p:cNvSpPr/>
          <p:nvPr/>
        </p:nvSpPr>
        <p:spPr>
          <a:xfrm>
            <a:off x="5917306" y="5801644"/>
            <a:ext cx="1571699" cy="684000"/>
          </a:xfrm>
          <a:prstGeom prst="rect">
            <a:avLst/>
          </a:prstGeom>
          <a:noFill/>
          <a:ln w="12700" cap="flat" cmpd="sng" algn="ctr">
            <a:solidFill>
              <a:srgbClr val="223F4B">
                <a:shade val="50000"/>
              </a:srgbClr>
            </a:solidFill>
            <a:prstDash val="solid"/>
            <a:miter lim="800000"/>
          </a:ln>
          <a:effectLst/>
        </p:spPr>
        <p:txBody>
          <a:bodyPr rtlCol="0" anchor="b"/>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JP" sz="1000" b="1" i="0" u="none" strike="noStrike" kern="0" cap="none" spc="0" normalizeH="0" baseline="0" noProof="0" dirty="0">
                <a:ln>
                  <a:noFill/>
                </a:ln>
                <a:solidFill>
                  <a:srgbClr val="000000"/>
                </a:solidFill>
                <a:effectLst/>
                <a:uLnTx/>
                <a:uFillTx/>
                <a:latin typeface="+mn-ea"/>
                <a:cs typeface="+mn-cs"/>
              </a:rPr>
              <a:t>D-MAP</a:t>
            </a:r>
            <a:endParaRPr kumimoji="0" lang="en-US" sz="1000" b="1" i="0" u="none" strike="noStrike" kern="0" cap="none" spc="0" normalizeH="0" baseline="0" noProof="0" dirty="0">
              <a:ln>
                <a:noFill/>
              </a:ln>
              <a:solidFill>
                <a:srgbClr val="000000"/>
              </a:solidFill>
              <a:effectLst/>
              <a:uLnTx/>
              <a:uFillTx/>
              <a:latin typeface="+mn-ea"/>
              <a:cs typeface="+mn-cs"/>
            </a:endParaRPr>
          </a:p>
        </p:txBody>
      </p:sp>
      <p:sp>
        <p:nvSpPr>
          <p:cNvPr id="186" name="テキスト ボックス 185"/>
          <p:cNvSpPr txBox="1"/>
          <p:nvPr/>
        </p:nvSpPr>
        <p:spPr>
          <a:xfrm>
            <a:off x="5824042" y="4978659"/>
            <a:ext cx="1152000" cy="194801"/>
          </a:xfrm>
          <a:prstGeom prst="rect">
            <a:avLst/>
          </a:prstGeom>
          <a:noFill/>
        </p:spPr>
        <p:txBody>
          <a:bodyPr wrap="square" lIns="0" rIns="0" rtlCol="0">
            <a:noAutofit/>
          </a:bodyPr>
          <a:lstStyle/>
          <a:p>
            <a:pPr algn="l" defTabSz="288000"/>
            <a:r>
              <a:rPr lang="en-US" altLang="ja-JP" sz="1050" dirty="0">
                <a:latin typeface="+mn-ea"/>
              </a:rPr>
              <a:t>(</a:t>
            </a:r>
            <a:r>
              <a:rPr lang="ja-JP" altLang="en-US" sz="1050" dirty="0">
                <a:latin typeface="+mn-ea"/>
              </a:rPr>
              <a:t>対象業務領域例</a:t>
            </a:r>
            <a:r>
              <a:rPr lang="en-US" altLang="ja-JP" sz="1050" dirty="0">
                <a:latin typeface="+mn-ea"/>
              </a:rPr>
              <a:t>)</a:t>
            </a:r>
            <a:endParaRPr kumimoji="1" lang="ja-JP" altLang="en-US" sz="1050" dirty="0">
              <a:latin typeface="+mn-ea"/>
            </a:endParaRPr>
          </a:p>
        </p:txBody>
      </p:sp>
      <p:cxnSp>
        <p:nvCxnSpPr>
          <p:cNvPr id="187" name="カギ線コネクタ 297">
            <a:extLst>
              <a:ext uri="{FF2B5EF4-FFF2-40B4-BE49-F238E27FC236}">
                <a16:creationId xmlns:a16="http://schemas.microsoft.com/office/drawing/2014/main" id="{0C5C6A64-E59F-4F8F-8EE5-8B5E3A4E85BB}"/>
              </a:ext>
            </a:extLst>
          </p:cNvPr>
          <p:cNvCxnSpPr/>
          <p:nvPr/>
        </p:nvCxnSpPr>
        <p:spPr>
          <a:xfrm>
            <a:off x="6107070" y="5467169"/>
            <a:ext cx="0" cy="324000"/>
          </a:xfrm>
          <a:prstGeom prst="straightConnector1">
            <a:avLst/>
          </a:prstGeom>
          <a:solidFill>
            <a:schemeClr val="bg1"/>
          </a:solidFill>
          <a:ln w="9525">
            <a:solidFill>
              <a:schemeClr val="tx1">
                <a:lumMod val="65000"/>
                <a:lumOff val="35000"/>
              </a:schemeClr>
            </a:solidFill>
            <a:prstDash val="solid"/>
            <a:tailEnd type="arrow"/>
          </a:ln>
        </p:spPr>
        <p:style>
          <a:lnRef idx="2">
            <a:schemeClr val="accent4"/>
          </a:lnRef>
          <a:fillRef idx="1">
            <a:schemeClr val="lt1"/>
          </a:fillRef>
          <a:effectRef idx="0">
            <a:schemeClr val="accent4"/>
          </a:effectRef>
          <a:fontRef idx="minor">
            <a:schemeClr val="dk1"/>
          </a:fontRef>
        </p:style>
      </p:cxnSp>
      <p:cxnSp>
        <p:nvCxnSpPr>
          <p:cNvPr id="190" name="カギ線コネクタ 297">
            <a:extLst>
              <a:ext uri="{FF2B5EF4-FFF2-40B4-BE49-F238E27FC236}">
                <a16:creationId xmlns:a16="http://schemas.microsoft.com/office/drawing/2014/main" id="{0C5C6A64-E59F-4F8F-8EE5-8B5E3A4E85BB}"/>
              </a:ext>
            </a:extLst>
          </p:cNvPr>
          <p:cNvCxnSpPr>
            <a:stCxn id="206" idx="2"/>
            <a:endCxn id="170" idx="0"/>
          </p:cNvCxnSpPr>
          <p:nvPr/>
        </p:nvCxnSpPr>
        <p:spPr>
          <a:xfrm flipH="1">
            <a:off x="6703156" y="5448302"/>
            <a:ext cx="1" cy="353342"/>
          </a:xfrm>
          <a:prstGeom prst="straightConnector1">
            <a:avLst/>
          </a:prstGeom>
          <a:solidFill>
            <a:schemeClr val="bg1"/>
          </a:solidFill>
          <a:ln w="9525">
            <a:solidFill>
              <a:schemeClr val="tx1">
                <a:lumMod val="65000"/>
                <a:lumOff val="35000"/>
              </a:schemeClr>
            </a:solidFill>
            <a:prstDash val="solid"/>
            <a:tailEnd type="arrow"/>
          </a:ln>
        </p:spPr>
        <p:style>
          <a:lnRef idx="2">
            <a:schemeClr val="accent4"/>
          </a:lnRef>
          <a:fillRef idx="1">
            <a:schemeClr val="lt1"/>
          </a:fillRef>
          <a:effectRef idx="0">
            <a:schemeClr val="accent4"/>
          </a:effectRef>
          <a:fontRef idx="minor">
            <a:schemeClr val="dk1"/>
          </a:fontRef>
        </p:style>
      </p:cxnSp>
      <p:cxnSp>
        <p:nvCxnSpPr>
          <p:cNvPr id="193" name="カギ線コネクタ 297">
            <a:extLst>
              <a:ext uri="{FF2B5EF4-FFF2-40B4-BE49-F238E27FC236}">
                <a16:creationId xmlns:a16="http://schemas.microsoft.com/office/drawing/2014/main" id="{0C5C6A64-E59F-4F8F-8EE5-8B5E3A4E85BB}"/>
              </a:ext>
            </a:extLst>
          </p:cNvPr>
          <p:cNvCxnSpPr/>
          <p:nvPr/>
        </p:nvCxnSpPr>
        <p:spPr>
          <a:xfrm>
            <a:off x="7277131" y="5461075"/>
            <a:ext cx="0" cy="324000"/>
          </a:xfrm>
          <a:prstGeom prst="straightConnector1">
            <a:avLst/>
          </a:prstGeom>
          <a:solidFill>
            <a:schemeClr val="bg1"/>
          </a:solidFill>
          <a:ln w="9525">
            <a:solidFill>
              <a:schemeClr val="tx1">
                <a:lumMod val="65000"/>
                <a:lumOff val="35000"/>
              </a:schemeClr>
            </a:solidFill>
            <a:prstDash val="solid"/>
            <a:tailEnd type="arrow"/>
          </a:ln>
        </p:spPr>
        <p:style>
          <a:lnRef idx="2">
            <a:schemeClr val="accent4"/>
          </a:lnRef>
          <a:fillRef idx="1">
            <a:schemeClr val="lt1"/>
          </a:fillRef>
          <a:effectRef idx="0">
            <a:schemeClr val="accent4"/>
          </a:effectRef>
          <a:fontRef idx="minor">
            <a:schemeClr val="dk1"/>
          </a:fontRef>
        </p:style>
      </p:cxnSp>
      <p:sp>
        <p:nvSpPr>
          <p:cNvPr id="206" name="正方形/長方形 205"/>
          <p:cNvSpPr/>
          <p:nvPr/>
        </p:nvSpPr>
        <p:spPr>
          <a:xfrm>
            <a:off x="6478552" y="5196302"/>
            <a:ext cx="449209" cy="252000"/>
          </a:xfrm>
          <a:prstGeom prst="rect">
            <a:avLst/>
          </a:prstGeom>
          <a:solidFill>
            <a:schemeClr val="accent3">
              <a:lumMod val="20000"/>
              <a:lumOff val="8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36000" tIns="36000" rIns="36000" bIns="0" numCol="1" spcCol="0" rtlCol="0" fromWordArt="0" anchor="ctr" anchorCtr="0" forceAA="0" compatLnSpc="1">
            <a:prstTxWarp prst="textNoShape">
              <a:avLst/>
            </a:prstTxWarp>
            <a:noAutofit/>
          </a:bodyPr>
          <a:lstStyle/>
          <a:p>
            <a:pPr algn="ctr"/>
            <a:r>
              <a:rPr lang="en-US" altLang="ja-JP" sz="1050" dirty="0">
                <a:solidFill>
                  <a:srgbClr val="000000"/>
                </a:solidFill>
                <a:latin typeface="+mn-ea"/>
              </a:rPr>
              <a:t>J-PRO</a:t>
            </a:r>
          </a:p>
        </p:txBody>
      </p:sp>
      <p:sp>
        <p:nvSpPr>
          <p:cNvPr id="207" name="正方形/長方形 206"/>
          <p:cNvSpPr/>
          <p:nvPr/>
        </p:nvSpPr>
        <p:spPr>
          <a:xfrm>
            <a:off x="5917307" y="5192387"/>
            <a:ext cx="449209" cy="252000"/>
          </a:xfrm>
          <a:prstGeom prst="rect">
            <a:avLst/>
          </a:prstGeom>
          <a:solidFill>
            <a:schemeClr val="accent3">
              <a:lumMod val="20000"/>
              <a:lumOff val="8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r>
              <a:rPr lang="en-US" altLang="ja-JP" sz="1050" dirty="0" err="1">
                <a:solidFill>
                  <a:srgbClr val="000000"/>
                </a:solidFill>
                <a:latin typeface="+mn-ea"/>
              </a:rPr>
              <a:t>eBB</a:t>
            </a:r>
            <a:endParaRPr lang="ja-JP" altLang="en-US" sz="1050" dirty="0">
              <a:solidFill>
                <a:srgbClr val="000000"/>
              </a:solidFill>
              <a:latin typeface="+mn-ea"/>
            </a:endParaRPr>
          </a:p>
        </p:txBody>
      </p:sp>
      <p:sp>
        <p:nvSpPr>
          <p:cNvPr id="208" name="正方形/長方形 207"/>
          <p:cNvSpPr/>
          <p:nvPr/>
        </p:nvSpPr>
        <p:spPr>
          <a:xfrm>
            <a:off x="7039797" y="5202458"/>
            <a:ext cx="449209" cy="252000"/>
          </a:xfrm>
          <a:prstGeom prst="rect">
            <a:avLst/>
          </a:prstGeom>
          <a:solidFill>
            <a:schemeClr val="accent3">
              <a:lumMod val="20000"/>
              <a:lumOff val="80000"/>
            </a:schemeClr>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36000" tIns="36000" rIns="36000" bIns="0" numCol="1" spcCol="0" rtlCol="0" fromWordArt="0" anchor="ctr" anchorCtr="0" forceAA="0" compatLnSpc="1">
            <a:prstTxWarp prst="textNoShape">
              <a:avLst/>
            </a:prstTxWarp>
            <a:noAutofit/>
          </a:bodyPr>
          <a:lstStyle/>
          <a:p>
            <a:pPr algn="ctr"/>
            <a:r>
              <a:rPr lang="en-US" altLang="ja-JP" sz="1050" dirty="0" err="1">
                <a:solidFill>
                  <a:srgbClr val="000000"/>
                </a:solidFill>
                <a:latin typeface="+mn-ea"/>
              </a:rPr>
              <a:t>Coupa</a:t>
            </a:r>
            <a:endParaRPr lang="en-US" altLang="ja-JP" sz="1050" dirty="0">
              <a:solidFill>
                <a:srgbClr val="000000"/>
              </a:solidFill>
              <a:latin typeface="+mn-ea"/>
            </a:endParaRPr>
          </a:p>
        </p:txBody>
      </p:sp>
      <p:sp>
        <p:nvSpPr>
          <p:cNvPr id="209" name="フローチャート: 磁気ディスク 31">
            <a:extLst>
              <a:ext uri="{FF2B5EF4-FFF2-40B4-BE49-F238E27FC236}">
                <a16:creationId xmlns:a16="http://schemas.microsoft.com/office/drawing/2014/main" id="{76A8B1F7-F884-61CD-C2A8-68606D2E9358}"/>
              </a:ext>
            </a:extLst>
          </p:cNvPr>
          <p:cNvSpPr/>
          <p:nvPr/>
        </p:nvSpPr>
        <p:spPr>
          <a:xfrm>
            <a:off x="5956722" y="5986229"/>
            <a:ext cx="371916" cy="269633"/>
          </a:xfrm>
          <a:prstGeom prst="flowChartMagneticDisk">
            <a:avLst/>
          </a:prstGeom>
          <a:solidFill>
            <a:srgbClr val="BBCFD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r>
              <a:rPr lang="en-US" altLang="ja-JP" sz="800" dirty="0">
                <a:solidFill>
                  <a:srgbClr val="000000"/>
                </a:solidFill>
                <a:latin typeface="+mn-ea"/>
              </a:rPr>
              <a:t>DL</a:t>
            </a:r>
            <a:endParaRPr lang="ja-JP" altLang="en-US" sz="800" dirty="0">
              <a:solidFill>
                <a:srgbClr val="000000"/>
              </a:solidFill>
              <a:latin typeface="+mn-ea"/>
            </a:endParaRPr>
          </a:p>
        </p:txBody>
      </p:sp>
      <p:sp>
        <p:nvSpPr>
          <p:cNvPr id="210" name="フローチャート: 磁気ディスク 31">
            <a:extLst>
              <a:ext uri="{FF2B5EF4-FFF2-40B4-BE49-F238E27FC236}">
                <a16:creationId xmlns:a16="http://schemas.microsoft.com/office/drawing/2014/main" id="{76A8B1F7-F884-61CD-C2A8-68606D2E9358}"/>
              </a:ext>
            </a:extLst>
          </p:cNvPr>
          <p:cNvSpPr/>
          <p:nvPr/>
        </p:nvSpPr>
        <p:spPr>
          <a:xfrm>
            <a:off x="6517197" y="5990727"/>
            <a:ext cx="371916" cy="269633"/>
          </a:xfrm>
          <a:prstGeom prst="flowChartMagneticDisk">
            <a:avLst/>
          </a:prstGeom>
          <a:solidFill>
            <a:srgbClr val="BBCFD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r>
              <a:rPr lang="en-US" altLang="ja-JP" sz="800" dirty="0">
                <a:solidFill>
                  <a:srgbClr val="000000"/>
                </a:solidFill>
                <a:latin typeface="+mn-ea"/>
              </a:rPr>
              <a:t>DWH</a:t>
            </a:r>
            <a:endParaRPr lang="ja-JP" altLang="en-US" sz="800" dirty="0">
              <a:solidFill>
                <a:srgbClr val="000000"/>
              </a:solidFill>
              <a:latin typeface="+mn-ea"/>
            </a:endParaRPr>
          </a:p>
        </p:txBody>
      </p:sp>
      <p:sp>
        <p:nvSpPr>
          <p:cNvPr id="211" name="フローチャート: 磁気ディスク 31">
            <a:extLst>
              <a:ext uri="{FF2B5EF4-FFF2-40B4-BE49-F238E27FC236}">
                <a16:creationId xmlns:a16="http://schemas.microsoft.com/office/drawing/2014/main" id="{76A8B1F7-F884-61CD-C2A8-68606D2E9358}"/>
              </a:ext>
            </a:extLst>
          </p:cNvPr>
          <p:cNvSpPr/>
          <p:nvPr/>
        </p:nvSpPr>
        <p:spPr>
          <a:xfrm>
            <a:off x="7079674" y="5846409"/>
            <a:ext cx="371916" cy="123843"/>
          </a:xfrm>
          <a:prstGeom prst="flowChartMagneticDisk">
            <a:avLst/>
          </a:prstGeom>
          <a:solidFill>
            <a:srgbClr val="BBCFD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r>
              <a:rPr lang="en-US" altLang="ja-JP" sz="800" dirty="0">
                <a:solidFill>
                  <a:srgbClr val="000000"/>
                </a:solidFill>
                <a:latin typeface="+mn-ea"/>
              </a:rPr>
              <a:t>DM</a:t>
            </a:r>
            <a:endParaRPr lang="ja-JP" altLang="en-US" sz="800" dirty="0">
              <a:solidFill>
                <a:srgbClr val="000000"/>
              </a:solidFill>
              <a:latin typeface="+mn-ea"/>
            </a:endParaRPr>
          </a:p>
        </p:txBody>
      </p:sp>
      <p:sp>
        <p:nvSpPr>
          <p:cNvPr id="213" name="フローチャート: 磁気ディスク 31">
            <a:extLst>
              <a:ext uri="{FF2B5EF4-FFF2-40B4-BE49-F238E27FC236}">
                <a16:creationId xmlns:a16="http://schemas.microsoft.com/office/drawing/2014/main" id="{76A8B1F7-F884-61CD-C2A8-68606D2E9358}"/>
              </a:ext>
            </a:extLst>
          </p:cNvPr>
          <p:cNvSpPr/>
          <p:nvPr/>
        </p:nvSpPr>
        <p:spPr>
          <a:xfrm>
            <a:off x="7079674" y="6050566"/>
            <a:ext cx="371916" cy="123843"/>
          </a:xfrm>
          <a:prstGeom prst="flowChartMagneticDisk">
            <a:avLst/>
          </a:prstGeom>
          <a:solidFill>
            <a:srgbClr val="BBCFD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r>
              <a:rPr lang="en-US" altLang="ja-JP" sz="800" dirty="0">
                <a:solidFill>
                  <a:srgbClr val="000000"/>
                </a:solidFill>
                <a:latin typeface="+mn-ea"/>
              </a:rPr>
              <a:t>DM</a:t>
            </a:r>
            <a:endParaRPr lang="ja-JP" altLang="en-US" sz="800" dirty="0">
              <a:solidFill>
                <a:srgbClr val="000000"/>
              </a:solidFill>
              <a:latin typeface="+mn-ea"/>
            </a:endParaRPr>
          </a:p>
        </p:txBody>
      </p:sp>
      <p:sp>
        <p:nvSpPr>
          <p:cNvPr id="214" name="フローチャート: 磁気ディスク 31">
            <a:extLst>
              <a:ext uri="{FF2B5EF4-FFF2-40B4-BE49-F238E27FC236}">
                <a16:creationId xmlns:a16="http://schemas.microsoft.com/office/drawing/2014/main" id="{76A8B1F7-F884-61CD-C2A8-68606D2E9358}"/>
              </a:ext>
            </a:extLst>
          </p:cNvPr>
          <p:cNvSpPr/>
          <p:nvPr/>
        </p:nvSpPr>
        <p:spPr>
          <a:xfrm>
            <a:off x="7079674" y="6254724"/>
            <a:ext cx="371916" cy="123843"/>
          </a:xfrm>
          <a:prstGeom prst="flowChartMagneticDisk">
            <a:avLst/>
          </a:prstGeom>
          <a:solidFill>
            <a:srgbClr val="BBCFD3"/>
          </a:solidFill>
          <a:ln w="952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0" numCol="1" spcCol="0" rtlCol="0" fromWordArt="0" anchor="ctr" anchorCtr="0" forceAA="0" compatLnSpc="1">
            <a:prstTxWarp prst="textNoShape">
              <a:avLst/>
            </a:prstTxWarp>
            <a:noAutofit/>
          </a:bodyPr>
          <a:lstStyle/>
          <a:p>
            <a:pPr algn="ctr"/>
            <a:r>
              <a:rPr lang="en-US" altLang="ja-JP" sz="800" dirty="0">
                <a:solidFill>
                  <a:srgbClr val="000000"/>
                </a:solidFill>
                <a:latin typeface="+mn-ea"/>
              </a:rPr>
              <a:t>DM</a:t>
            </a:r>
            <a:endParaRPr lang="ja-JP" altLang="en-US" sz="800" dirty="0">
              <a:solidFill>
                <a:srgbClr val="000000"/>
              </a:solidFill>
              <a:latin typeface="+mn-ea"/>
            </a:endParaRPr>
          </a:p>
        </p:txBody>
      </p:sp>
      <p:sp>
        <p:nvSpPr>
          <p:cNvPr id="215" name="二等辺三角形 214"/>
          <p:cNvSpPr/>
          <p:nvPr/>
        </p:nvSpPr>
        <p:spPr>
          <a:xfrm rot="5400000">
            <a:off x="6189462" y="6080851"/>
            <a:ext cx="500332" cy="77848"/>
          </a:xfrm>
          <a:prstGeom prst="triangle">
            <a:avLst/>
          </a:prstGeom>
          <a:solidFill>
            <a:srgbClr val="BBCFD3"/>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216" name="二等辺三角形 215"/>
          <p:cNvSpPr/>
          <p:nvPr/>
        </p:nvSpPr>
        <p:spPr>
          <a:xfrm rot="5400000">
            <a:off x="6719804" y="6064937"/>
            <a:ext cx="500332" cy="77848"/>
          </a:xfrm>
          <a:prstGeom prst="triangle">
            <a:avLst/>
          </a:prstGeom>
          <a:solidFill>
            <a:srgbClr val="BBCFD3"/>
          </a:solidFill>
          <a:ln w="3175">
            <a:solidFill>
              <a:schemeClr val="bg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219" name="角丸四角形 218"/>
          <p:cNvSpPr/>
          <p:nvPr/>
        </p:nvSpPr>
        <p:spPr>
          <a:xfrm>
            <a:off x="5758480" y="5000979"/>
            <a:ext cx="1828801" cy="1548000"/>
          </a:xfrm>
          <a:prstGeom prst="roundRect">
            <a:avLst>
              <a:gd name="adj" fmla="val 3623"/>
            </a:avLst>
          </a:prstGeom>
          <a:noFill/>
          <a:ln w="3175">
            <a:solidFill>
              <a:schemeClr val="bg1">
                <a:lumMod val="65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latin typeface="+mn-ea"/>
            </a:endParaRPr>
          </a:p>
        </p:txBody>
      </p:sp>
      <p:sp>
        <p:nvSpPr>
          <p:cNvPr id="229" name="角丸四角形 228"/>
          <p:cNvSpPr/>
          <p:nvPr/>
        </p:nvSpPr>
        <p:spPr>
          <a:xfrm>
            <a:off x="5956722" y="5535994"/>
            <a:ext cx="1494868" cy="177907"/>
          </a:xfrm>
          <a:prstGeom prst="roundRect">
            <a:avLst/>
          </a:prstGeom>
          <a:solidFill>
            <a:schemeClr val="bg1">
              <a:alpha val="50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kumimoji="1" lang="ja-JP" altLang="en-US" sz="1100" dirty="0">
                <a:solidFill>
                  <a:schemeClr val="tx1"/>
                </a:solidFill>
                <a:latin typeface="+mn-ea"/>
              </a:rPr>
              <a:t>全社</a:t>
            </a:r>
            <a:r>
              <a:rPr lang="ja-JP" altLang="en-US" sz="1100" dirty="0">
                <a:solidFill>
                  <a:schemeClr val="tx1"/>
                </a:solidFill>
                <a:latin typeface="+mn-ea"/>
              </a:rPr>
              <a:t>視点</a:t>
            </a:r>
            <a:r>
              <a:rPr kumimoji="1" lang="ja-JP" altLang="en-US" sz="1100" dirty="0">
                <a:solidFill>
                  <a:schemeClr val="tx1"/>
                </a:solidFill>
                <a:latin typeface="+mn-ea"/>
              </a:rPr>
              <a:t>での最適化</a:t>
            </a:r>
          </a:p>
        </p:txBody>
      </p:sp>
      <p:sp>
        <p:nvSpPr>
          <p:cNvPr id="241" name="メモ 144">
            <a:extLst>
              <a:ext uri="{FF2B5EF4-FFF2-40B4-BE49-F238E27FC236}">
                <a16:creationId xmlns:a16="http://schemas.microsoft.com/office/drawing/2014/main" id="{68BE4DD9-7CD3-43E8-A5CA-58EF985D41B1}"/>
              </a:ext>
            </a:extLst>
          </p:cNvPr>
          <p:cNvSpPr/>
          <p:nvPr/>
        </p:nvSpPr>
        <p:spPr bwMode="auto">
          <a:xfrm>
            <a:off x="8183952" y="4681124"/>
            <a:ext cx="420914" cy="520122"/>
          </a:xfrm>
          <a:prstGeom prst="foldedCorner">
            <a:avLst>
              <a:gd name="adj" fmla="val 33063"/>
            </a:avLst>
          </a:prstGeom>
          <a:solidFill>
            <a:schemeClr val="bg1"/>
          </a:solidFill>
          <a:ln w="9525">
            <a:solidFill>
              <a:schemeClr val="bg1">
                <a:lumMod val="65000"/>
              </a:schemeClr>
            </a:solid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100" dirty="0">
              <a:solidFill>
                <a:schemeClr val="tx1">
                  <a:lumMod val="75000"/>
                  <a:lumOff val="25000"/>
                </a:schemeClr>
              </a:solidFill>
              <a:latin typeface="+mn-ea"/>
              <a:cs typeface="Meiryo UI" panose="020B0604030504040204" pitchFamily="50" charset="-128"/>
            </a:endParaRPr>
          </a:p>
        </p:txBody>
      </p:sp>
      <p:sp>
        <p:nvSpPr>
          <p:cNvPr id="243" name="テキスト ボックス 242">
            <a:extLst>
              <a:ext uri="{FF2B5EF4-FFF2-40B4-BE49-F238E27FC236}">
                <a16:creationId xmlns:a16="http://schemas.microsoft.com/office/drawing/2014/main" id="{F963A9A1-A363-4C41-AFD0-5E4530E1EC04}"/>
              </a:ext>
            </a:extLst>
          </p:cNvPr>
          <p:cNvSpPr txBox="1"/>
          <p:nvPr/>
        </p:nvSpPr>
        <p:spPr>
          <a:xfrm>
            <a:off x="8157966" y="4787539"/>
            <a:ext cx="472885" cy="338554"/>
          </a:xfrm>
          <a:prstGeom prst="rect">
            <a:avLst/>
          </a:prstGeom>
          <a:noFill/>
        </p:spPr>
        <p:txBody>
          <a:bodyPr wrap="none" lIns="0" tIns="0" rIns="0" bIns="0" rtlCol="0">
            <a:spAutoFit/>
          </a:bodyPr>
          <a:lstStyle/>
          <a:p>
            <a:pPr algn="ctr"/>
            <a:r>
              <a:rPr kumimoji="1" lang="en-US" altLang="ja-JP" sz="1100" b="1" i="1" dirty="0">
                <a:solidFill>
                  <a:schemeClr val="tx1">
                    <a:lumMod val="75000"/>
                    <a:lumOff val="25000"/>
                  </a:schemeClr>
                </a:solidFill>
                <a:latin typeface="+mn-ea"/>
                <a:cs typeface="Meiryo UI" panose="020B0604030504040204" pitchFamily="50" charset="-128"/>
              </a:rPr>
              <a:t>Tobe</a:t>
            </a:r>
          </a:p>
          <a:p>
            <a:pPr algn="ctr"/>
            <a:r>
              <a:rPr kumimoji="1" lang="ja-JP" altLang="en-US" sz="1100" b="1" i="1" dirty="0">
                <a:solidFill>
                  <a:schemeClr val="tx1">
                    <a:lumMod val="75000"/>
                    <a:lumOff val="25000"/>
                  </a:schemeClr>
                </a:solidFill>
                <a:latin typeface="+mn-ea"/>
                <a:cs typeface="Meiryo UI" panose="020B0604030504040204" pitchFamily="50" charset="-128"/>
              </a:rPr>
              <a:t>イメージ</a:t>
            </a:r>
            <a:endParaRPr kumimoji="1" lang="en-US" altLang="ja-JP" sz="1100" b="1" i="1" dirty="0">
              <a:solidFill>
                <a:schemeClr val="tx1">
                  <a:lumMod val="75000"/>
                  <a:lumOff val="25000"/>
                </a:schemeClr>
              </a:solidFill>
              <a:latin typeface="+mn-ea"/>
              <a:cs typeface="Meiryo UI" panose="020B0604030504040204" pitchFamily="50" charset="-128"/>
            </a:endParaRPr>
          </a:p>
        </p:txBody>
      </p:sp>
      <p:grpSp>
        <p:nvGrpSpPr>
          <p:cNvPr id="246" name="グループ化 245">
            <a:extLst>
              <a:ext uri="{FF2B5EF4-FFF2-40B4-BE49-F238E27FC236}">
                <a16:creationId xmlns:a16="http://schemas.microsoft.com/office/drawing/2014/main" id="{850CAB5B-0D72-4E41-ACDD-E1E58008A0FB}"/>
              </a:ext>
            </a:extLst>
          </p:cNvPr>
          <p:cNvGrpSpPr/>
          <p:nvPr/>
        </p:nvGrpSpPr>
        <p:grpSpPr>
          <a:xfrm>
            <a:off x="6390038" y="4188433"/>
            <a:ext cx="617169" cy="300837"/>
            <a:chOff x="1201521" y="4501488"/>
            <a:chExt cx="617169" cy="300837"/>
          </a:xfrm>
          <a:solidFill>
            <a:srgbClr val="6E1E4B">
              <a:lumMod val="40000"/>
              <a:lumOff val="60000"/>
            </a:srgbClr>
          </a:solidFill>
        </p:grpSpPr>
        <p:grpSp>
          <p:nvGrpSpPr>
            <p:cNvPr id="247" name="グループ化 246">
              <a:extLst>
                <a:ext uri="{FF2B5EF4-FFF2-40B4-BE49-F238E27FC236}">
                  <a16:creationId xmlns:a16="http://schemas.microsoft.com/office/drawing/2014/main" id="{EF0DF3E8-756F-4318-804E-23BA4610B826}"/>
                </a:ext>
              </a:extLst>
            </p:cNvPr>
            <p:cNvGrpSpPr/>
            <p:nvPr/>
          </p:nvGrpSpPr>
          <p:grpSpPr>
            <a:xfrm>
              <a:off x="1201521" y="4501488"/>
              <a:ext cx="295095" cy="300837"/>
              <a:chOff x="4293952" y="4983024"/>
              <a:chExt cx="295095" cy="248625"/>
            </a:xfrm>
            <a:grpFill/>
          </p:grpSpPr>
          <p:sp>
            <p:nvSpPr>
              <p:cNvPr id="251" name="円/楕円 43">
                <a:extLst>
                  <a:ext uri="{FF2B5EF4-FFF2-40B4-BE49-F238E27FC236}">
                    <a16:creationId xmlns:a16="http://schemas.microsoft.com/office/drawing/2014/main" id="{8CA40C8D-0F63-4450-BD1B-92DFD5AFDFAD}"/>
                  </a:ext>
                </a:extLst>
              </p:cNvPr>
              <p:cNvSpPr/>
              <p:nvPr/>
            </p:nvSpPr>
            <p:spPr>
              <a:xfrm>
                <a:off x="4333487" y="4983024"/>
                <a:ext cx="216024" cy="162302"/>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76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252" name="二等辺三角形 251">
                <a:extLst>
                  <a:ext uri="{FF2B5EF4-FFF2-40B4-BE49-F238E27FC236}">
                    <a16:creationId xmlns:a16="http://schemas.microsoft.com/office/drawing/2014/main" id="{743A63C1-779B-49D3-9F97-D907034AA7DF}"/>
                  </a:ext>
                </a:extLst>
              </p:cNvPr>
              <p:cNvSpPr/>
              <p:nvPr/>
            </p:nvSpPr>
            <p:spPr>
              <a:xfrm>
                <a:off x="4293952" y="5091226"/>
                <a:ext cx="295095" cy="140423"/>
              </a:xfrm>
              <a:prstGeom prst="triangl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76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nvGrpSpPr>
            <p:cNvPr id="248" name="グループ化 247">
              <a:extLst>
                <a:ext uri="{FF2B5EF4-FFF2-40B4-BE49-F238E27FC236}">
                  <a16:creationId xmlns:a16="http://schemas.microsoft.com/office/drawing/2014/main" id="{81D9ED83-C0DA-4DF8-B13A-074E7929743C}"/>
                </a:ext>
              </a:extLst>
            </p:cNvPr>
            <p:cNvGrpSpPr/>
            <p:nvPr/>
          </p:nvGrpSpPr>
          <p:grpSpPr>
            <a:xfrm>
              <a:off x="1523595" y="4501488"/>
              <a:ext cx="295095" cy="300837"/>
              <a:chOff x="4293952" y="4983024"/>
              <a:chExt cx="295095" cy="248625"/>
            </a:xfrm>
            <a:grpFill/>
          </p:grpSpPr>
          <p:sp>
            <p:nvSpPr>
              <p:cNvPr id="249" name="円/楕円 41">
                <a:extLst>
                  <a:ext uri="{FF2B5EF4-FFF2-40B4-BE49-F238E27FC236}">
                    <a16:creationId xmlns:a16="http://schemas.microsoft.com/office/drawing/2014/main" id="{5870F96C-9D60-4CD8-9F38-6A815156ECA7}"/>
                  </a:ext>
                </a:extLst>
              </p:cNvPr>
              <p:cNvSpPr/>
              <p:nvPr/>
            </p:nvSpPr>
            <p:spPr>
              <a:xfrm>
                <a:off x="4333487" y="4983024"/>
                <a:ext cx="216024" cy="162302"/>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76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250" name="二等辺三角形 249">
                <a:extLst>
                  <a:ext uri="{FF2B5EF4-FFF2-40B4-BE49-F238E27FC236}">
                    <a16:creationId xmlns:a16="http://schemas.microsoft.com/office/drawing/2014/main" id="{BFB0B5FB-ACFD-4DC4-ABCD-DBE946F9C841}"/>
                  </a:ext>
                </a:extLst>
              </p:cNvPr>
              <p:cNvSpPr/>
              <p:nvPr/>
            </p:nvSpPr>
            <p:spPr>
              <a:xfrm>
                <a:off x="4293952" y="5091226"/>
                <a:ext cx="295095" cy="140423"/>
              </a:xfrm>
              <a:prstGeom prst="triangl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76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sp>
        <p:nvSpPr>
          <p:cNvPr id="260" name="テキスト ボックス 259">
            <a:extLst>
              <a:ext uri="{FF2B5EF4-FFF2-40B4-BE49-F238E27FC236}">
                <a16:creationId xmlns:a16="http://schemas.microsoft.com/office/drawing/2014/main" id="{EC7A1EB6-C35F-4EBA-9708-D896AF350DC8}"/>
              </a:ext>
            </a:extLst>
          </p:cNvPr>
          <p:cNvSpPr txBox="1"/>
          <p:nvPr/>
        </p:nvSpPr>
        <p:spPr>
          <a:xfrm>
            <a:off x="6382831" y="4492846"/>
            <a:ext cx="631583" cy="169277"/>
          </a:xfrm>
          <a:prstGeom prst="rect">
            <a:avLst/>
          </a:prstGeom>
          <a:noFill/>
        </p:spPr>
        <p:txBody>
          <a:bodyPr wrap="none" lIns="0" tIns="0" rIns="0" bIns="0" rtlCol="0">
            <a:spAutoFit/>
          </a:bodyPr>
          <a:lstStyle>
            <a:defPPr>
              <a:defRPr lang="en-US"/>
            </a:defPPr>
            <a:lvl1pPr algn="ctr">
              <a:defRPr sz="1200" b="1">
                <a:solidFill>
                  <a:schemeClr val="tx1">
                    <a:lumMod val="75000"/>
                    <a:lumOff val="25000"/>
                  </a:schemeClr>
                </a:solidFill>
                <a:latin typeface="Meiryo UI" panose="020B0604030504040204" pitchFamily="50" charset="-128"/>
                <a:ea typeface="Meiryo UI" panose="020B0604030504040204" pitchFamily="50" charset="-128"/>
                <a:cs typeface="Meiryo UI" pitchFamily="50" charset="-128"/>
              </a:defRPr>
            </a:lvl1pPr>
          </a:lstStyle>
          <a:p>
            <a:pPr marL="0" marR="0" lvl="0" indent="0" algn="ctr" defTabSz="914298"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000000">
                    <a:lumMod val="75000"/>
                    <a:lumOff val="25000"/>
                  </a:srgbClr>
                </a:solidFill>
                <a:effectLst/>
                <a:uLnTx/>
                <a:uFillTx/>
                <a:latin typeface="+mn-ea"/>
                <a:ea typeface="+mn-ea"/>
              </a:rPr>
              <a:t>支援メンバ</a:t>
            </a:r>
            <a:endParaRPr kumimoji="0" lang="en-US" altLang="ja-JP" sz="1100" b="1" i="0" u="none" strike="noStrike" kern="0" cap="none" spc="0" normalizeH="0" baseline="0" noProof="0" dirty="0">
              <a:ln>
                <a:noFill/>
              </a:ln>
              <a:solidFill>
                <a:srgbClr val="000000">
                  <a:lumMod val="75000"/>
                  <a:lumOff val="25000"/>
                </a:srgbClr>
              </a:solidFill>
              <a:effectLst/>
              <a:uLnTx/>
              <a:uFillTx/>
              <a:latin typeface="+mn-ea"/>
              <a:ea typeface="+mn-ea"/>
            </a:endParaRPr>
          </a:p>
        </p:txBody>
      </p:sp>
      <p:sp>
        <p:nvSpPr>
          <p:cNvPr id="266" name="テキスト ボックス 265">
            <a:extLst>
              <a:ext uri="{FF2B5EF4-FFF2-40B4-BE49-F238E27FC236}">
                <a16:creationId xmlns:a16="http://schemas.microsoft.com/office/drawing/2014/main" id="{F963A9A1-A363-4C41-AFD0-5E4530E1EC04}"/>
              </a:ext>
            </a:extLst>
          </p:cNvPr>
          <p:cNvSpPr txBox="1"/>
          <p:nvPr/>
        </p:nvSpPr>
        <p:spPr>
          <a:xfrm>
            <a:off x="6459490" y="4686919"/>
            <a:ext cx="468000" cy="252000"/>
          </a:xfrm>
          <a:prstGeom prst="rect">
            <a:avLst/>
          </a:prstGeom>
          <a:solidFill>
            <a:srgbClr val="B2B2B2"/>
          </a:solidFill>
          <a:ln w="12700">
            <a:solidFill>
              <a:srgbClr val="89A2AD"/>
            </a:solidFill>
          </a:ln>
        </p:spPr>
        <p:txBody>
          <a:bodyPr wrap="none" lIns="0" tIns="0" rIns="0" bIns="0" rtlCol="0" anchor="ctr">
            <a:spAutoFit/>
          </a:bodyPr>
          <a:lstStyle/>
          <a:p>
            <a:pPr algn="ctr"/>
            <a:r>
              <a:rPr kumimoji="1" lang="en-US" altLang="ja-JP" sz="1100" b="1" dirty="0" err="1">
                <a:solidFill>
                  <a:schemeClr val="bg1"/>
                </a:solidFill>
                <a:latin typeface="+mn-ea"/>
                <a:cs typeface="Meiryo UI" panose="020B0604030504040204" pitchFamily="50" charset="-128"/>
              </a:rPr>
              <a:t>PoC</a:t>
            </a:r>
            <a:endParaRPr kumimoji="1" lang="en-US" altLang="ja-JP" sz="1100" b="1" dirty="0">
              <a:solidFill>
                <a:schemeClr val="bg1"/>
              </a:solidFill>
              <a:latin typeface="+mn-ea"/>
              <a:cs typeface="Meiryo UI" panose="020B0604030504040204" pitchFamily="50" charset="-128"/>
            </a:endParaRPr>
          </a:p>
        </p:txBody>
      </p:sp>
      <p:sp>
        <p:nvSpPr>
          <p:cNvPr id="270" name="メモ 144">
            <a:extLst>
              <a:ext uri="{FF2B5EF4-FFF2-40B4-BE49-F238E27FC236}">
                <a16:creationId xmlns:a16="http://schemas.microsoft.com/office/drawing/2014/main" id="{68BE4DD9-7CD3-43E8-A5CA-58EF985D41B1}"/>
              </a:ext>
            </a:extLst>
          </p:cNvPr>
          <p:cNvSpPr/>
          <p:nvPr/>
        </p:nvSpPr>
        <p:spPr bwMode="auto">
          <a:xfrm>
            <a:off x="8183952" y="5325710"/>
            <a:ext cx="420914" cy="520122"/>
          </a:xfrm>
          <a:prstGeom prst="foldedCorner">
            <a:avLst>
              <a:gd name="adj" fmla="val 33063"/>
            </a:avLst>
          </a:prstGeom>
          <a:solidFill>
            <a:schemeClr val="bg1"/>
          </a:solidFill>
          <a:ln w="9525">
            <a:solidFill>
              <a:schemeClr val="bg1">
                <a:lumMod val="65000"/>
              </a:schemeClr>
            </a:solid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100" dirty="0">
              <a:solidFill>
                <a:schemeClr val="tx1">
                  <a:lumMod val="75000"/>
                  <a:lumOff val="25000"/>
                </a:schemeClr>
              </a:solidFill>
              <a:latin typeface="+mn-ea"/>
              <a:cs typeface="Meiryo UI" panose="020B0604030504040204" pitchFamily="50" charset="-128"/>
            </a:endParaRPr>
          </a:p>
        </p:txBody>
      </p:sp>
      <p:sp>
        <p:nvSpPr>
          <p:cNvPr id="269" name="テキスト ボックス 268">
            <a:extLst>
              <a:ext uri="{FF2B5EF4-FFF2-40B4-BE49-F238E27FC236}">
                <a16:creationId xmlns:a16="http://schemas.microsoft.com/office/drawing/2014/main" id="{F963A9A1-A363-4C41-AFD0-5E4530E1EC04}"/>
              </a:ext>
            </a:extLst>
          </p:cNvPr>
          <p:cNvSpPr txBox="1"/>
          <p:nvPr/>
        </p:nvSpPr>
        <p:spPr>
          <a:xfrm>
            <a:off x="8053771" y="5501133"/>
            <a:ext cx="681277" cy="169277"/>
          </a:xfrm>
          <a:prstGeom prst="rect">
            <a:avLst/>
          </a:prstGeom>
          <a:noFill/>
        </p:spPr>
        <p:txBody>
          <a:bodyPr wrap="none" lIns="0" tIns="0" rIns="0" bIns="0" rtlCol="0">
            <a:spAutoFit/>
          </a:bodyPr>
          <a:lstStyle/>
          <a:p>
            <a:pPr algn="ctr"/>
            <a:r>
              <a:rPr lang="ja-JP" altLang="en-US" sz="1100" b="1" i="1" dirty="0">
                <a:solidFill>
                  <a:schemeClr val="tx1">
                    <a:lumMod val="75000"/>
                    <a:lumOff val="25000"/>
                  </a:schemeClr>
                </a:solidFill>
                <a:latin typeface="+mn-ea"/>
                <a:cs typeface="Meiryo UI" panose="020B0604030504040204" pitchFamily="50" charset="-128"/>
              </a:rPr>
              <a:t>ロードマップ</a:t>
            </a:r>
            <a:endParaRPr kumimoji="1" lang="en-US" altLang="ja-JP" sz="1100" b="1" i="1" dirty="0">
              <a:solidFill>
                <a:schemeClr val="tx1">
                  <a:lumMod val="75000"/>
                  <a:lumOff val="25000"/>
                </a:schemeClr>
              </a:solidFill>
              <a:latin typeface="+mn-ea"/>
              <a:cs typeface="Meiryo UI" panose="020B0604030504040204" pitchFamily="50" charset="-128"/>
            </a:endParaRPr>
          </a:p>
        </p:txBody>
      </p:sp>
      <p:cxnSp>
        <p:nvCxnSpPr>
          <p:cNvPr id="272" name="曲線コネクタ 271"/>
          <p:cNvCxnSpPr>
            <a:stCxn id="266" idx="3"/>
            <a:endCxn id="243" idx="1"/>
          </p:cNvCxnSpPr>
          <p:nvPr/>
        </p:nvCxnSpPr>
        <p:spPr>
          <a:xfrm>
            <a:off x="6927490" y="4812919"/>
            <a:ext cx="1230476" cy="143897"/>
          </a:xfrm>
          <a:prstGeom prst="curvedConnector3">
            <a:avLst>
              <a:gd name="adj1" fmla="val 50000"/>
            </a:avLst>
          </a:prstGeom>
          <a:solidFill>
            <a:schemeClr val="bg1"/>
          </a:solidFill>
          <a:ln w="9525">
            <a:solidFill>
              <a:schemeClr val="tx1">
                <a:lumMod val="65000"/>
                <a:lumOff val="35000"/>
              </a:schemeClr>
            </a:solidFill>
            <a:prstDash val="sysDash"/>
            <a:tailEnd type="arrow"/>
          </a:ln>
        </p:spPr>
        <p:style>
          <a:lnRef idx="2">
            <a:schemeClr val="accent4"/>
          </a:lnRef>
          <a:fillRef idx="1">
            <a:schemeClr val="lt1"/>
          </a:fillRef>
          <a:effectRef idx="0">
            <a:schemeClr val="accent4"/>
          </a:effectRef>
          <a:fontRef idx="minor">
            <a:schemeClr val="dk1"/>
          </a:fontRef>
        </p:style>
      </p:cxnSp>
      <p:cxnSp>
        <p:nvCxnSpPr>
          <p:cNvPr id="277" name="曲線コネクタ 276"/>
          <p:cNvCxnSpPr>
            <a:stCxn id="266" idx="3"/>
            <a:endCxn id="269" idx="1"/>
          </p:cNvCxnSpPr>
          <p:nvPr/>
        </p:nvCxnSpPr>
        <p:spPr>
          <a:xfrm>
            <a:off x="6927490" y="4812919"/>
            <a:ext cx="1126281" cy="772853"/>
          </a:xfrm>
          <a:prstGeom prst="curvedConnector3">
            <a:avLst>
              <a:gd name="adj1" fmla="val 50000"/>
            </a:avLst>
          </a:prstGeom>
          <a:solidFill>
            <a:schemeClr val="bg1"/>
          </a:solidFill>
          <a:ln w="9525">
            <a:solidFill>
              <a:schemeClr val="tx1">
                <a:lumMod val="65000"/>
                <a:lumOff val="35000"/>
              </a:schemeClr>
            </a:solidFill>
            <a:prstDash val="sysDash"/>
            <a:tailEnd type="arrow"/>
          </a:ln>
        </p:spPr>
        <p:style>
          <a:lnRef idx="2">
            <a:schemeClr val="accent4"/>
          </a:lnRef>
          <a:fillRef idx="1">
            <a:schemeClr val="lt1"/>
          </a:fillRef>
          <a:effectRef idx="0">
            <a:schemeClr val="accent4"/>
          </a:effectRef>
          <a:fontRef idx="minor">
            <a:schemeClr val="dk1"/>
          </a:fontRef>
        </p:style>
      </p:cxnSp>
      <p:sp>
        <p:nvSpPr>
          <p:cNvPr id="118" name="二等辺三角形 117"/>
          <p:cNvSpPr>
            <a:spLocks noChangeAspect="1"/>
          </p:cNvSpPr>
          <p:nvPr/>
        </p:nvSpPr>
        <p:spPr>
          <a:xfrm>
            <a:off x="5592742" y="3761003"/>
            <a:ext cx="180000" cy="180000"/>
          </a:xfrm>
          <a:prstGeom prst="triangle">
            <a:avLst/>
          </a:prstGeom>
          <a:solidFill>
            <a:schemeClr val="accent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19" name="二等辺三角形 118"/>
          <p:cNvSpPr>
            <a:spLocks noChangeAspect="1"/>
          </p:cNvSpPr>
          <p:nvPr/>
        </p:nvSpPr>
        <p:spPr>
          <a:xfrm>
            <a:off x="9517349" y="3777454"/>
            <a:ext cx="180000" cy="180000"/>
          </a:xfrm>
          <a:prstGeom prst="triangle">
            <a:avLst/>
          </a:prstGeom>
          <a:solidFill>
            <a:schemeClr val="accent1"/>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grpSp>
        <p:nvGrpSpPr>
          <p:cNvPr id="130" name="グループ化 129"/>
          <p:cNvGrpSpPr/>
          <p:nvPr/>
        </p:nvGrpSpPr>
        <p:grpSpPr>
          <a:xfrm>
            <a:off x="4398575" y="4724670"/>
            <a:ext cx="843180" cy="543008"/>
            <a:chOff x="2656006" y="6026669"/>
            <a:chExt cx="843180" cy="543008"/>
          </a:xfrm>
        </p:grpSpPr>
        <p:sp>
          <p:nvSpPr>
            <p:cNvPr id="131" name="メモ 144">
              <a:extLst>
                <a:ext uri="{FF2B5EF4-FFF2-40B4-BE49-F238E27FC236}">
                  <a16:creationId xmlns:a16="http://schemas.microsoft.com/office/drawing/2014/main" id="{68BE4DD9-7CD3-43E8-A5CA-58EF985D41B1}"/>
                </a:ext>
              </a:extLst>
            </p:cNvPr>
            <p:cNvSpPr/>
            <p:nvPr/>
          </p:nvSpPr>
          <p:spPr bwMode="auto">
            <a:xfrm>
              <a:off x="2734574" y="6026669"/>
              <a:ext cx="401882" cy="426690"/>
            </a:xfrm>
            <a:prstGeom prst="foldedCorner">
              <a:avLst/>
            </a:prstGeom>
            <a:solidFill>
              <a:schemeClr val="bg1"/>
            </a:solidFill>
            <a:ln w="9525">
              <a:solidFill>
                <a:schemeClr val="bg1">
                  <a:lumMod val="65000"/>
                </a:schemeClr>
              </a:solid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100" dirty="0">
                <a:solidFill>
                  <a:schemeClr val="tx1">
                    <a:lumMod val="75000"/>
                    <a:lumOff val="25000"/>
                  </a:schemeClr>
                </a:solidFill>
                <a:latin typeface="+mn-ea"/>
                <a:cs typeface="Meiryo UI" panose="020B0604030504040204" pitchFamily="50" charset="-128"/>
              </a:endParaRPr>
            </a:p>
          </p:txBody>
        </p:sp>
        <p:sp>
          <p:nvSpPr>
            <p:cNvPr id="133" name="メモ 145">
              <a:extLst>
                <a:ext uri="{FF2B5EF4-FFF2-40B4-BE49-F238E27FC236}">
                  <a16:creationId xmlns:a16="http://schemas.microsoft.com/office/drawing/2014/main" id="{581BA40A-84AC-47D8-B767-BD0165AA16F3}"/>
                </a:ext>
              </a:extLst>
            </p:cNvPr>
            <p:cNvSpPr/>
            <p:nvPr/>
          </p:nvSpPr>
          <p:spPr bwMode="auto">
            <a:xfrm>
              <a:off x="2967060" y="6124711"/>
              <a:ext cx="416183" cy="444966"/>
            </a:xfrm>
            <a:prstGeom prst="foldedCorner">
              <a:avLst/>
            </a:prstGeom>
            <a:solidFill>
              <a:schemeClr val="bg1"/>
            </a:solidFill>
            <a:ln w="9525">
              <a:solidFill>
                <a:schemeClr val="bg1">
                  <a:lumMod val="65000"/>
                </a:schemeClr>
              </a:solid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100" dirty="0">
                <a:solidFill>
                  <a:schemeClr val="tx1">
                    <a:lumMod val="75000"/>
                    <a:lumOff val="25000"/>
                  </a:schemeClr>
                </a:solidFill>
                <a:latin typeface="+mn-ea"/>
                <a:cs typeface="Meiryo UI" panose="020B0604030504040204" pitchFamily="50" charset="-128"/>
              </a:endParaRPr>
            </a:p>
          </p:txBody>
        </p:sp>
        <p:sp>
          <p:nvSpPr>
            <p:cNvPr id="135" name="テキスト ボックス 134">
              <a:extLst>
                <a:ext uri="{FF2B5EF4-FFF2-40B4-BE49-F238E27FC236}">
                  <a16:creationId xmlns:a16="http://schemas.microsoft.com/office/drawing/2014/main" id="{F963A9A1-A363-4C41-AFD0-5E4530E1EC04}"/>
                </a:ext>
              </a:extLst>
            </p:cNvPr>
            <p:cNvSpPr txBox="1"/>
            <p:nvPr/>
          </p:nvSpPr>
          <p:spPr>
            <a:xfrm>
              <a:off x="2656006" y="6244241"/>
              <a:ext cx="843180" cy="169277"/>
            </a:xfrm>
            <a:prstGeom prst="rect">
              <a:avLst/>
            </a:prstGeom>
            <a:noFill/>
          </p:spPr>
          <p:txBody>
            <a:bodyPr wrap="none" lIns="0" tIns="0" rIns="0" bIns="0" rtlCol="0">
              <a:spAutoFit/>
            </a:bodyPr>
            <a:lstStyle/>
            <a:p>
              <a:pPr algn="ctr"/>
              <a:r>
                <a:rPr kumimoji="1" lang="ja-JP" altLang="en-US" sz="1100" b="1" i="1" dirty="0">
                  <a:solidFill>
                    <a:schemeClr val="tx1">
                      <a:lumMod val="75000"/>
                      <a:lumOff val="25000"/>
                    </a:schemeClr>
                  </a:solidFill>
                  <a:latin typeface="+mn-ea"/>
                  <a:cs typeface="Meiryo UI" panose="020B0604030504040204" pitchFamily="50" charset="-128"/>
                </a:rPr>
                <a:t>仮説</a:t>
              </a:r>
              <a:r>
                <a:rPr kumimoji="1" lang="en-US" altLang="ja-JP" sz="1100" b="1" i="1" dirty="0">
                  <a:solidFill>
                    <a:schemeClr val="tx1">
                      <a:lumMod val="75000"/>
                      <a:lumOff val="25000"/>
                    </a:schemeClr>
                  </a:solidFill>
                  <a:latin typeface="+mn-ea"/>
                  <a:cs typeface="Meiryo UI" panose="020B0604030504040204" pitchFamily="50" charset="-128"/>
                </a:rPr>
                <a:t>(</a:t>
              </a:r>
              <a:r>
                <a:rPr kumimoji="1" lang="ja-JP" altLang="en-US" sz="1100" b="1" i="1" dirty="0">
                  <a:solidFill>
                    <a:schemeClr val="tx1">
                      <a:lumMod val="75000"/>
                      <a:lumOff val="25000"/>
                    </a:schemeClr>
                  </a:solidFill>
                  <a:latin typeface="+mn-ea"/>
                  <a:cs typeface="Meiryo UI" panose="020B0604030504040204" pitchFamily="50" charset="-128"/>
                </a:rPr>
                <a:t>解決策</a:t>
              </a:r>
              <a:r>
                <a:rPr kumimoji="1" lang="en-US" altLang="ja-JP" sz="1100" b="1" i="1" dirty="0">
                  <a:solidFill>
                    <a:schemeClr val="tx1">
                      <a:lumMod val="75000"/>
                      <a:lumOff val="25000"/>
                    </a:schemeClr>
                  </a:solidFill>
                  <a:latin typeface="+mn-ea"/>
                  <a:cs typeface="Meiryo UI" panose="020B0604030504040204" pitchFamily="50" charset="-128"/>
                </a:rPr>
                <a:t>)</a:t>
              </a:r>
            </a:p>
          </p:txBody>
        </p:sp>
      </p:grpSp>
      <p:sp>
        <p:nvSpPr>
          <p:cNvPr id="136" name="メモ 144">
            <a:extLst>
              <a:ext uri="{FF2B5EF4-FFF2-40B4-BE49-F238E27FC236}">
                <a16:creationId xmlns:a16="http://schemas.microsoft.com/office/drawing/2014/main" id="{68BE4DD9-7CD3-43E8-A5CA-58EF985D41B1}"/>
              </a:ext>
            </a:extLst>
          </p:cNvPr>
          <p:cNvSpPr/>
          <p:nvPr/>
        </p:nvSpPr>
        <p:spPr bwMode="auto">
          <a:xfrm>
            <a:off x="8183952" y="5973946"/>
            <a:ext cx="420914" cy="520122"/>
          </a:xfrm>
          <a:prstGeom prst="foldedCorner">
            <a:avLst>
              <a:gd name="adj" fmla="val 33063"/>
            </a:avLst>
          </a:prstGeom>
          <a:solidFill>
            <a:schemeClr val="bg1"/>
          </a:solidFill>
          <a:ln w="9525">
            <a:solidFill>
              <a:schemeClr val="bg1">
                <a:lumMod val="65000"/>
              </a:schemeClr>
            </a:solid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100" dirty="0">
              <a:solidFill>
                <a:schemeClr val="tx1">
                  <a:lumMod val="75000"/>
                  <a:lumOff val="25000"/>
                </a:schemeClr>
              </a:solidFill>
              <a:latin typeface="+mn-ea"/>
              <a:cs typeface="Meiryo UI" panose="020B0604030504040204" pitchFamily="50" charset="-128"/>
            </a:endParaRPr>
          </a:p>
        </p:txBody>
      </p:sp>
      <p:sp>
        <p:nvSpPr>
          <p:cNvPr id="137" name="テキスト ボックス 136">
            <a:extLst>
              <a:ext uri="{FF2B5EF4-FFF2-40B4-BE49-F238E27FC236}">
                <a16:creationId xmlns:a16="http://schemas.microsoft.com/office/drawing/2014/main" id="{F963A9A1-A363-4C41-AFD0-5E4530E1EC04}"/>
              </a:ext>
            </a:extLst>
          </p:cNvPr>
          <p:cNvSpPr txBox="1"/>
          <p:nvPr/>
        </p:nvSpPr>
        <p:spPr>
          <a:xfrm>
            <a:off x="8052166" y="6064730"/>
            <a:ext cx="684483" cy="338554"/>
          </a:xfrm>
          <a:prstGeom prst="rect">
            <a:avLst/>
          </a:prstGeom>
          <a:noFill/>
        </p:spPr>
        <p:txBody>
          <a:bodyPr wrap="none" lIns="0" tIns="0" rIns="0" bIns="0" rtlCol="0">
            <a:spAutoFit/>
          </a:bodyPr>
          <a:lstStyle/>
          <a:p>
            <a:pPr algn="ctr"/>
            <a:r>
              <a:rPr lang="ja-JP" altLang="en-US" sz="1100" b="1" i="1" dirty="0">
                <a:solidFill>
                  <a:schemeClr val="tx1">
                    <a:lumMod val="75000"/>
                    <a:lumOff val="25000"/>
                  </a:schemeClr>
                </a:solidFill>
                <a:latin typeface="+mn-ea"/>
                <a:cs typeface="Meiryo UI" panose="020B0604030504040204" pitchFamily="50" charset="-128"/>
              </a:rPr>
              <a:t>上層部向け</a:t>
            </a:r>
            <a:endParaRPr lang="en-US" altLang="ja-JP" sz="1100" b="1" i="1" dirty="0">
              <a:solidFill>
                <a:schemeClr val="tx1">
                  <a:lumMod val="75000"/>
                  <a:lumOff val="25000"/>
                </a:schemeClr>
              </a:solidFill>
              <a:latin typeface="+mn-ea"/>
              <a:cs typeface="Meiryo UI" panose="020B0604030504040204" pitchFamily="50" charset="-128"/>
            </a:endParaRPr>
          </a:p>
          <a:p>
            <a:pPr algn="ctr"/>
            <a:r>
              <a:rPr kumimoji="1" lang="ja-JP" altLang="en-US" sz="1100" b="1" i="1" dirty="0">
                <a:solidFill>
                  <a:schemeClr val="tx1">
                    <a:lumMod val="75000"/>
                    <a:lumOff val="25000"/>
                  </a:schemeClr>
                </a:solidFill>
                <a:latin typeface="+mn-ea"/>
                <a:cs typeface="Meiryo UI" panose="020B0604030504040204" pitchFamily="50" charset="-128"/>
              </a:rPr>
              <a:t>説明資料</a:t>
            </a:r>
            <a:endParaRPr kumimoji="1" lang="en-US" altLang="ja-JP" sz="1100" b="1" i="1" dirty="0">
              <a:solidFill>
                <a:schemeClr val="tx1">
                  <a:lumMod val="75000"/>
                  <a:lumOff val="25000"/>
                </a:schemeClr>
              </a:solidFill>
              <a:latin typeface="+mn-ea"/>
              <a:cs typeface="Meiryo UI" panose="020B0604030504040204" pitchFamily="50" charset="-128"/>
            </a:endParaRPr>
          </a:p>
        </p:txBody>
      </p:sp>
      <p:cxnSp>
        <p:nvCxnSpPr>
          <p:cNvPr id="138" name="曲線コネクタ 137"/>
          <p:cNvCxnSpPr>
            <a:stCxn id="266" idx="3"/>
            <a:endCxn id="137" idx="1"/>
          </p:cNvCxnSpPr>
          <p:nvPr/>
        </p:nvCxnSpPr>
        <p:spPr>
          <a:xfrm>
            <a:off x="6927490" y="4812919"/>
            <a:ext cx="1124676" cy="1421088"/>
          </a:xfrm>
          <a:prstGeom prst="curvedConnector3">
            <a:avLst>
              <a:gd name="adj1" fmla="val 50000"/>
            </a:avLst>
          </a:prstGeom>
          <a:solidFill>
            <a:schemeClr val="bg1"/>
          </a:solidFill>
          <a:ln w="9525">
            <a:solidFill>
              <a:schemeClr val="tx1">
                <a:lumMod val="65000"/>
                <a:lumOff val="35000"/>
              </a:schemeClr>
            </a:solidFill>
            <a:prstDash val="sysDash"/>
            <a:tailEnd type="arrow"/>
          </a:ln>
        </p:spPr>
        <p:style>
          <a:lnRef idx="2">
            <a:schemeClr val="accent4"/>
          </a:lnRef>
          <a:fillRef idx="1">
            <a:schemeClr val="lt1"/>
          </a:fillRef>
          <a:effectRef idx="0">
            <a:schemeClr val="accent4"/>
          </a:effectRef>
          <a:fontRef idx="minor">
            <a:schemeClr val="dk1"/>
          </a:fontRef>
        </p:style>
      </p:cxnSp>
      <p:cxnSp>
        <p:nvCxnSpPr>
          <p:cNvPr id="150" name="曲線コネクタ 149"/>
          <p:cNvCxnSpPr>
            <a:stCxn id="135" idx="3"/>
            <a:endCxn id="266" idx="1"/>
          </p:cNvCxnSpPr>
          <p:nvPr/>
        </p:nvCxnSpPr>
        <p:spPr>
          <a:xfrm flipV="1">
            <a:off x="5241755" y="4812919"/>
            <a:ext cx="1217735" cy="213962"/>
          </a:xfrm>
          <a:prstGeom prst="curvedConnector3">
            <a:avLst>
              <a:gd name="adj1" fmla="val 50000"/>
            </a:avLst>
          </a:prstGeom>
          <a:solidFill>
            <a:schemeClr val="bg1"/>
          </a:solidFill>
          <a:ln w="9525">
            <a:solidFill>
              <a:schemeClr val="tx1">
                <a:lumMod val="65000"/>
                <a:lumOff val="35000"/>
              </a:schemeClr>
            </a:solidFill>
            <a:prstDash val="sysDash"/>
            <a:tailEnd type="arrow"/>
          </a:ln>
        </p:spPr>
        <p:style>
          <a:lnRef idx="2">
            <a:schemeClr val="accent4"/>
          </a:lnRef>
          <a:fillRef idx="1">
            <a:schemeClr val="lt1"/>
          </a:fillRef>
          <a:effectRef idx="0">
            <a:schemeClr val="accent4"/>
          </a:effectRef>
          <a:fontRef idx="minor">
            <a:schemeClr val="dk1"/>
          </a:fontRef>
        </p:style>
      </p:cxnSp>
      <p:sp>
        <p:nvSpPr>
          <p:cNvPr id="102" name="メモ 144">
            <a:extLst>
              <a:ext uri="{FF2B5EF4-FFF2-40B4-BE49-F238E27FC236}">
                <a16:creationId xmlns:a16="http://schemas.microsoft.com/office/drawing/2014/main" id="{68BE4DD9-7CD3-43E8-A5CA-58EF985D41B1}"/>
              </a:ext>
            </a:extLst>
          </p:cNvPr>
          <p:cNvSpPr/>
          <p:nvPr/>
        </p:nvSpPr>
        <p:spPr bwMode="auto">
          <a:xfrm>
            <a:off x="9306891" y="5325710"/>
            <a:ext cx="420914" cy="520122"/>
          </a:xfrm>
          <a:prstGeom prst="foldedCorner">
            <a:avLst>
              <a:gd name="adj" fmla="val 33063"/>
            </a:avLst>
          </a:prstGeom>
          <a:solidFill>
            <a:schemeClr val="bg1"/>
          </a:solidFill>
          <a:ln w="9525">
            <a:solidFill>
              <a:schemeClr val="bg1">
                <a:lumMod val="65000"/>
              </a:schemeClr>
            </a:solidFill>
            <a:headEnd type="none" w="med" len="med"/>
            <a:tailEnd type="none" w="med" len="med"/>
          </a:ln>
          <a:effectLst/>
        </p:spPr>
        <p:style>
          <a:lnRef idx="1">
            <a:schemeClr val="accent2"/>
          </a:lnRef>
          <a:fillRef idx="2">
            <a:schemeClr val="accent2"/>
          </a:fillRef>
          <a:effectRef idx="1">
            <a:schemeClr val="accent2"/>
          </a:effectRef>
          <a:fontRef idx="minor">
            <a:schemeClr val="dk1"/>
          </a:fontRef>
        </p:style>
        <p:txBody>
          <a:bodyPr vert="horz" wrap="none" lIns="90000" tIns="46800" rIns="90000" bIns="4680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ja-JP" altLang="en-US" sz="1100" dirty="0">
              <a:solidFill>
                <a:schemeClr val="tx1">
                  <a:lumMod val="75000"/>
                  <a:lumOff val="25000"/>
                </a:schemeClr>
              </a:solidFill>
              <a:latin typeface="+mn-ea"/>
              <a:cs typeface="Meiryo UI" panose="020B0604030504040204" pitchFamily="50" charset="-128"/>
            </a:endParaRPr>
          </a:p>
        </p:txBody>
      </p:sp>
      <p:sp>
        <p:nvSpPr>
          <p:cNvPr id="103" name="テキスト ボックス 102">
            <a:extLst>
              <a:ext uri="{FF2B5EF4-FFF2-40B4-BE49-F238E27FC236}">
                <a16:creationId xmlns:a16="http://schemas.microsoft.com/office/drawing/2014/main" id="{F963A9A1-A363-4C41-AFD0-5E4530E1EC04}"/>
              </a:ext>
            </a:extLst>
          </p:cNvPr>
          <p:cNvSpPr txBox="1"/>
          <p:nvPr/>
        </p:nvSpPr>
        <p:spPr>
          <a:xfrm>
            <a:off x="9235220" y="5501133"/>
            <a:ext cx="564257" cy="169277"/>
          </a:xfrm>
          <a:prstGeom prst="rect">
            <a:avLst/>
          </a:prstGeom>
          <a:noFill/>
        </p:spPr>
        <p:txBody>
          <a:bodyPr wrap="none" lIns="0" tIns="0" rIns="0" bIns="0" rtlCol="0">
            <a:spAutoFit/>
          </a:bodyPr>
          <a:lstStyle/>
          <a:p>
            <a:pPr algn="ctr"/>
            <a:r>
              <a:rPr lang="ja-JP" altLang="en-US" sz="1100" b="1" i="1" dirty="0">
                <a:solidFill>
                  <a:schemeClr val="tx1">
                    <a:lumMod val="75000"/>
                    <a:lumOff val="25000"/>
                  </a:schemeClr>
                </a:solidFill>
                <a:latin typeface="+mn-ea"/>
                <a:cs typeface="Meiryo UI" panose="020B0604030504040204" pitchFamily="50" charset="-128"/>
              </a:rPr>
              <a:t>指針提案</a:t>
            </a:r>
            <a:endParaRPr kumimoji="1" lang="en-US" altLang="ja-JP" sz="1100" b="1" i="1" dirty="0">
              <a:solidFill>
                <a:schemeClr val="tx1">
                  <a:lumMod val="75000"/>
                  <a:lumOff val="25000"/>
                </a:schemeClr>
              </a:solidFill>
              <a:latin typeface="+mn-ea"/>
              <a:cs typeface="Meiryo UI" panose="020B0604030504040204" pitchFamily="50" charset="-128"/>
            </a:endParaRPr>
          </a:p>
        </p:txBody>
      </p:sp>
      <p:cxnSp>
        <p:nvCxnSpPr>
          <p:cNvPr id="104" name="曲線コネクタ 103"/>
          <p:cNvCxnSpPr>
            <a:stCxn id="269" idx="3"/>
            <a:endCxn id="103" idx="1"/>
          </p:cNvCxnSpPr>
          <p:nvPr/>
        </p:nvCxnSpPr>
        <p:spPr>
          <a:xfrm>
            <a:off x="8735048" y="5585772"/>
            <a:ext cx="500172" cy="12700"/>
          </a:xfrm>
          <a:prstGeom prst="curvedConnector3">
            <a:avLst>
              <a:gd name="adj1" fmla="val 50000"/>
            </a:avLst>
          </a:prstGeom>
          <a:solidFill>
            <a:schemeClr val="bg1"/>
          </a:solidFill>
          <a:ln w="9525">
            <a:solidFill>
              <a:schemeClr val="tx1">
                <a:lumMod val="65000"/>
                <a:lumOff val="35000"/>
              </a:schemeClr>
            </a:solidFill>
            <a:prstDash val="sysDash"/>
            <a:tailEnd type="arrow"/>
          </a:ln>
        </p:spPr>
        <p:style>
          <a:lnRef idx="2">
            <a:schemeClr val="accent4"/>
          </a:lnRef>
          <a:fillRef idx="1">
            <a:schemeClr val="lt1"/>
          </a:fillRef>
          <a:effectRef idx="0">
            <a:schemeClr val="accent4"/>
          </a:effectRef>
          <a:fontRef idx="minor">
            <a:schemeClr val="dk1"/>
          </a:fontRef>
        </p:style>
      </p:cxnSp>
      <p:cxnSp>
        <p:nvCxnSpPr>
          <p:cNvPr id="110" name="曲線コネクタ 109"/>
          <p:cNvCxnSpPr>
            <a:stCxn id="243" idx="3"/>
            <a:endCxn id="103" idx="1"/>
          </p:cNvCxnSpPr>
          <p:nvPr/>
        </p:nvCxnSpPr>
        <p:spPr>
          <a:xfrm>
            <a:off x="8630851" y="4956816"/>
            <a:ext cx="604369" cy="628956"/>
          </a:xfrm>
          <a:prstGeom prst="curvedConnector3">
            <a:avLst>
              <a:gd name="adj1" fmla="val 50000"/>
            </a:avLst>
          </a:prstGeom>
          <a:solidFill>
            <a:schemeClr val="bg1"/>
          </a:solidFill>
          <a:ln w="9525">
            <a:solidFill>
              <a:schemeClr val="tx1">
                <a:lumMod val="65000"/>
                <a:lumOff val="35000"/>
              </a:schemeClr>
            </a:solidFill>
            <a:prstDash val="sysDash"/>
            <a:tailEnd type="none"/>
          </a:ln>
        </p:spPr>
        <p:style>
          <a:lnRef idx="2">
            <a:schemeClr val="accent4"/>
          </a:lnRef>
          <a:fillRef idx="1">
            <a:schemeClr val="lt1"/>
          </a:fillRef>
          <a:effectRef idx="0">
            <a:schemeClr val="accent4"/>
          </a:effectRef>
          <a:fontRef idx="minor">
            <a:schemeClr val="dk1"/>
          </a:fontRef>
        </p:style>
      </p:cxnSp>
      <p:cxnSp>
        <p:nvCxnSpPr>
          <p:cNvPr id="115" name="曲線コネクタ 114"/>
          <p:cNvCxnSpPr>
            <a:stCxn id="137" idx="3"/>
            <a:endCxn id="103" idx="1"/>
          </p:cNvCxnSpPr>
          <p:nvPr/>
        </p:nvCxnSpPr>
        <p:spPr>
          <a:xfrm flipV="1">
            <a:off x="8736649" y="5585772"/>
            <a:ext cx="498571" cy="648235"/>
          </a:xfrm>
          <a:prstGeom prst="curvedConnector3">
            <a:avLst>
              <a:gd name="adj1" fmla="val 50000"/>
            </a:avLst>
          </a:prstGeom>
          <a:solidFill>
            <a:schemeClr val="bg1"/>
          </a:solidFill>
          <a:ln w="9525">
            <a:solidFill>
              <a:schemeClr val="tx1">
                <a:lumMod val="65000"/>
                <a:lumOff val="35000"/>
              </a:schemeClr>
            </a:solidFill>
            <a:prstDash val="sysDash"/>
            <a:tailEnd type="none"/>
          </a:ln>
        </p:spPr>
        <p:style>
          <a:lnRef idx="2">
            <a:schemeClr val="accent4"/>
          </a:lnRef>
          <a:fillRef idx="1">
            <a:schemeClr val="lt1"/>
          </a:fillRef>
          <a:effectRef idx="0">
            <a:schemeClr val="accent4"/>
          </a:effectRef>
          <a:fontRef idx="minor">
            <a:schemeClr val="dk1"/>
          </a:fontRef>
        </p:style>
      </p:cxnSp>
      <p:grpSp>
        <p:nvGrpSpPr>
          <p:cNvPr id="120" name="グループ化 119">
            <a:extLst>
              <a:ext uri="{FF2B5EF4-FFF2-40B4-BE49-F238E27FC236}">
                <a16:creationId xmlns:a16="http://schemas.microsoft.com/office/drawing/2014/main" id="{850CAB5B-0D72-4E41-ACDD-E1E58008A0FB}"/>
              </a:ext>
            </a:extLst>
          </p:cNvPr>
          <p:cNvGrpSpPr/>
          <p:nvPr/>
        </p:nvGrpSpPr>
        <p:grpSpPr>
          <a:xfrm>
            <a:off x="8104289" y="4188433"/>
            <a:ext cx="617169" cy="300837"/>
            <a:chOff x="1201521" y="4501488"/>
            <a:chExt cx="617169" cy="300837"/>
          </a:xfrm>
          <a:solidFill>
            <a:srgbClr val="6E1E4B">
              <a:lumMod val="40000"/>
              <a:lumOff val="60000"/>
            </a:srgbClr>
          </a:solidFill>
        </p:grpSpPr>
        <p:grpSp>
          <p:nvGrpSpPr>
            <p:cNvPr id="121" name="グループ化 120">
              <a:extLst>
                <a:ext uri="{FF2B5EF4-FFF2-40B4-BE49-F238E27FC236}">
                  <a16:creationId xmlns:a16="http://schemas.microsoft.com/office/drawing/2014/main" id="{EF0DF3E8-756F-4318-804E-23BA4610B826}"/>
                </a:ext>
              </a:extLst>
            </p:cNvPr>
            <p:cNvGrpSpPr/>
            <p:nvPr/>
          </p:nvGrpSpPr>
          <p:grpSpPr>
            <a:xfrm>
              <a:off x="1201521" y="4501488"/>
              <a:ext cx="295095" cy="300837"/>
              <a:chOff x="4293952" y="4983024"/>
              <a:chExt cx="295095" cy="248625"/>
            </a:xfrm>
            <a:grpFill/>
          </p:grpSpPr>
          <p:sp>
            <p:nvSpPr>
              <p:cNvPr id="126" name="円/楕円 43">
                <a:extLst>
                  <a:ext uri="{FF2B5EF4-FFF2-40B4-BE49-F238E27FC236}">
                    <a16:creationId xmlns:a16="http://schemas.microsoft.com/office/drawing/2014/main" id="{8CA40C8D-0F63-4450-BD1B-92DFD5AFDFAD}"/>
                  </a:ext>
                </a:extLst>
              </p:cNvPr>
              <p:cNvSpPr/>
              <p:nvPr/>
            </p:nvSpPr>
            <p:spPr>
              <a:xfrm>
                <a:off x="4333487" y="4983024"/>
                <a:ext cx="216024" cy="162302"/>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76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127" name="二等辺三角形 126">
                <a:extLst>
                  <a:ext uri="{FF2B5EF4-FFF2-40B4-BE49-F238E27FC236}">
                    <a16:creationId xmlns:a16="http://schemas.microsoft.com/office/drawing/2014/main" id="{743A63C1-779B-49D3-9F97-D907034AA7DF}"/>
                  </a:ext>
                </a:extLst>
              </p:cNvPr>
              <p:cNvSpPr/>
              <p:nvPr/>
            </p:nvSpPr>
            <p:spPr>
              <a:xfrm>
                <a:off x="4293952" y="5091226"/>
                <a:ext cx="295095" cy="140423"/>
              </a:xfrm>
              <a:prstGeom prst="triangl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76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nvGrpSpPr>
            <p:cNvPr id="123" name="グループ化 122">
              <a:extLst>
                <a:ext uri="{FF2B5EF4-FFF2-40B4-BE49-F238E27FC236}">
                  <a16:creationId xmlns:a16="http://schemas.microsoft.com/office/drawing/2014/main" id="{81D9ED83-C0DA-4DF8-B13A-074E7929743C}"/>
                </a:ext>
              </a:extLst>
            </p:cNvPr>
            <p:cNvGrpSpPr/>
            <p:nvPr/>
          </p:nvGrpSpPr>
          <p:grpSpPr>
            <a:xfrm>
              <a:off x="1523595" y="4501488"/>
              <a:ext cx="295095" cy="300837"/>
              <a:chOff x="4293952" y="4983024"/>
              <a:chExt cx="295095" cy="248625"/>
            </a:xfrm>
            <a:grpFill/>
          </p:grpSpPr>
          <p:sp>
            <p:nvSpPr>
              <p:cNvPr id="124" name="円/楕円 41">
                <a:extLst>
                  <a:ext uri="{FF2B5EF4-FFF2-40B4-BE49-F238E27FC236}">
                    <a16:creationId xmlns:a16="http://schemas.microsoft.com/office/drawing/2014/main" id="{5870F96C-9D60-4CD8-9F38-6A815156ECA7}"/>
                  </a:ext>
                </a:extLst>
              </p:cNvPr>
              <p:cNvSpPr/>
              <p:nvPr/>
            </p:nvSpPr>
            <p:spPr>
              <a:xfrm>
                <a:off x="4333487" y="4983024"/>
                <a:ext cx="216024" cy="162302"/>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76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125" name="二等辺三角形 124">
                <a:extLst>
                  <a:ext uri="{FF2B5EF4-FFF2-40B4-BE49-F238E27FC236}">
                    <a16:creationId xmlns:a16="http://schemas.microsoft.com/office/drawing/2014/main" id="{BFB0B5FB-ACFD-4DC4-ABCD-DBE946F9C841}"/>
                  </a:ext>
                </a:extLst>
              </p:cNvPr>
              <p:cNvSpPr/>
              <p:nvPr/>
            </p:nvSpPr>
            <p:spPr>
              <a:xfrm>
                <a:off x="4293952" y="5091226"/>
                <a:ext cx="295095" cy="140423"/>
              </a:xfrm>
              <a:prstGeom prst="triangl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76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sp>
        <p:nvSpPr>
          <p:cNvPr id="128" name="テキスト ボックス 127">
            <a:extLst>
              <a:ext uri="{FF2B5EF4-FFF2-40B4-BE49-F238E27FC236}">
                <a16:creationId xmlns:a16="http://schemas.microsoft.com/office/drawing/2014/main" id="{EC7A1EB6-C35F-4EBA-9708-D896AF350DC8}"/>
              </a:ext>
            </a:extLst>
          </p:cNvPr>
          <p:cNvSpPr txBox="1"/>
          <p:nvPr/>
        </p:nvSpPr>
        <p:spPr>
          <a:xfrm>
            <a:off x="8097082" y="4492846"/>
            <a:ext cx="631583" cy="169277"/>
          </a:xfrm>
          <a:prstGeom prst="rect">
            <a:avLst/>
          </a:prstGeom>
          <a:noFill/>
        </p:spPr>
        <p:txBody>
          <a:bodyPr wrap="none" lIns="0" tIns="0" rIns="0" bIns="0" rtlCol="0">
            <a:spAutoFit/>
          </a:bodyPr>
          <a:lstStyle>
            <a:defPPr>
              <a:defRPr lang="en-US"/>
            </a:defPPr>
            <a:lvl1pPr algn="ctr">
              <a:defRPr sz="1200" b="1">
                <a:solidFill>
                  <a:schemeClr val="tx1">
                    <a:lumMod val="75000"/>
                    <a:lumOff val="25000"/>
                  </a:schemeClr>
                </a:solidFill>
                <a:latin typeface="Meiryo UI" panose="020B0604030504040204" pitchFamily="50" charset="-128"/>
                <a:ea typeface="Meiryo UI" panose="020B0604030504040204" pitchFamily="50" charset="-128"/>
                <a:cs typeface="Meiryo UI" pitchFamily="50" charset="-128"/>
              </a:defRPr>
            </a:lvl1pPr>
          </a:lstStyle>
          <a:p>
            <a:pPr marL="0" marR="0" lvl="0" indent="0" algn="ctr" defTabSz="914298"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000000">
                    <a:lumMod val="75000"/>
                    <a:lumOff val="25000"/>
                  </a:srgbClr>
                </a:solidFill>
                <a:effectLst/>
                <a:uLnTx/>
                <a:uFillTx/>
                <a:latin typeface="+mn-ea"/>
                <a:ea typeface="+mn-ea"/>
              </a:rPr>
              <a:t>支援メンバ</a:t>
            </a:r>
            <a:endParaRPr kumimoji="0" lang="en-US" altLang="ja-JP" sz="1100" b="1" i="0" u="none" strike="noStrike" kern="0" cap="none" spc="0" normalizeH="0" baseline="0" noProof="0" dirty="0">
              <a:ln>
                <a:noFill/>
              </a:ln>
              <a:solidFill>
                <a:srgbClr val="000000">
                  <a:lumMod val="75000"/>
                  <a:lumOff val="25000"/>
                </a:srgbClr>
              </a:solidFill>
              <a:effectLst/>
              <a:uLnTx/>
              <a:uFillTx/>
              <a:latin typeface="+mn-ea"/>
              <a:ea typeface="+mn-ea"/>
            </a:endParaRPr>
          </a:p>
        </p:txBody>
      </p:sp>
      <p:grpSp>
        <p:nvGrpSpPr>
          <p:cNvPr id="129" name="グループ化 128">
            <a:extLst>
              <a:ext uri="{FF2B5EF4-FFF2-40B4-BE49-F238E27FC236}">
                <a16:creationId xmlns:a16="http://schemas.microsoft.com/office/drawing/2014/main" id="{850CAB5B-0D72-4E41-ACDD-E1E58008A0FB}"/>
              </a:ext>
            </a:extLst>
          </p:cNvPr>
          <p:cNvGrpSpPr/>
          <p:nvPr/>
        </p:nvGrpSpPr>
        <p:grpSpPr>
          <a:xfrm>
            <a:off x="4459287" y="4188433"/>
            <a:ext cx="617169" cy="300837"/>
            <a:chOff x="1201521" y="4501488"/>
            <a:chExt cx="617169" cy="300837"/>
          </a:xfrm>
          <a:solidFill>
            <a:srgbClr val="6E1E4B">
              <a:lumMod val="40000"/>
              <a:lumOff val="60000"/>
            </a:srgbClr>
          </a:solidFill>
        </p:grpSpPr>
        <p:grpSp>
          <p:nvGrpSpPr>
            <p:cNvPr id="139" name="グループ化 138">
              <a:extLst>
                <a:ext uri="{FF2B5EF4-FFF2-40B4-BE49-F238E27FC236}">
                  <a16:creationId xmlns:a16="http://schemas.microsoft.com/office/drawing/2014/main" id="{EF0DF3E8-756F-4318-804E-23BA4610B826}"/>
                </a:ext>
              </a:extLst>
            </p:cNvPr>
            <p:cNvGrpSpPr/>
            <p:nvPr/>
          </p:nvGrpSpPr>
          <p:grpSpPr>
            <a:xfrm>
              <a:off x="1201521" y="4501488"/>
              <a:ext cx="295095" cy="300837"/>
              <a:chOff x="4293952" y="4983024"/>
              <a:chExt cx="295095" cy="248625"/>
            </a:xfrm>
            <a:grpFill/>
          </p:grpSpPr>
          <p:sp>
            <p:nvSpPr>
              <p:cNvPr id="151" name="円/楕円 43">
                <a:extLst>
                  <a:ext uri="{FF2B5EF4-FFF2-40B4-BE49-F238E27FC236}">
                    <a16:creationId xmlns:a16="http://schemas.microsoft.com/office/drawing/2014/main" id="{8CA40C8D-0F63-4450-BD1B-92DFD5AFDFAD}"/>
                  </a:ext>
                </a:extLst>
              </p:cNvPr>
              <p:cNvSpPr/>
              <p:nvPr/>
            </p:nvSpPr>
            <p:spPr>
              <a:xfrm>
                <a:off x="4333487" y="4983024"/>
                <a:ext cx="216024" cy="162302"/>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152" name="二等辺三角形 151">
                <a:extLst>
                  <a:ext uri="{FF2B5EF4-FFF2-40B4-BE49-F238E27FC236}">
                    <a16:creationId xmlns:a16="http://schemas.microsoft.com/office/drawing/2014/main" id="{743A63C1-779B-49D3-9F97-D907034AA7DF}"/>
                  </a:ext>
                </a:extLst>
              </p:cNvPr>
              <p:cNvSpPr/>
              <p:nvPr/>
            </p:nvSpPr>
            <p:spPr>
              <a:xfrm>
                <a:off x="4293952" y="5091226"/>
                <a:ext cx="295095" cy="140423"/>
              </a:xfrm>
              <a:prstGeom prst="triangl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nvGrpSpPr>
            <p:cNvPr id="143" name="グループ化 142">
              <a:extLst>
                <a:ext uri="{FF2B5EF4-FFF2-40B4-BE49-F238E27FC236}">
                  <a16:creationId xmlns:a16="http://schemas.microsoft.com/office/drawing/2014/main" id="{81D9ED83-C0DA-4DF8-B13A-074E7929743C}"/>
                </a:ext>
              </a:extLst>
            </p:cNvPr>
            <p:cNvGrpSpPr/>
            <p:nvPr/>
          </p:nvGrpSpPr>
          <p:grpSpPr>
            <a:xfrm>
              <a:off x="1523595" y="4501488"/>
              <a:ext cx="295095" cy="300837"/>
              <a:chOff x="4293952" y="4983024"/>
              <a:chExt cx="295095" cy="248625"/>
            </a:xfrm>
            <a:grpFill/>
          </p:grpSpPr>
          <p:sp>
            <p:nvSpPr>
              <p:cNvPr id="144" name="円/楕円 41">
                <a:extLst>
                  <a:ext uri="{FF2B5EF4-FFF2-40B4-BE49-F238E27FC236}">
                    <a16:creationId xmlns:a16="http://schemas.microsoft.com/office/drawing/2014/main" id="{5870F96C-9D60-4CD8-9F38-6A815156ECA7}"/>
                  </a:ext>
                </a:extLst>
              </p:cNvPr>
              <p:cNvSpPr/>
              <p:nvPr/>
            </p:nvSpPr>
            <p:spPr>
              <a:xfrm>
                <a:off x="4333487" y="4983024"/>
                <a:ext cx="216024" cy="162302"/>
              </a:xfrm>
              <a:prstGeom prst="ellips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sp>
            <p:nvSpPr>
              <p:cNvPr id="149" name="二等辺三角形 148">
                <a:extLst>
                  <a:ext uri="{FF2B5EF4-FFF2-40B4-BE49-F238E27FC236}">
                    <a16:creationId xmlns:a16="http://schemas.microsoft.com/office/drawing/2014/main" id="{BFB0B5FB-ACFD-4DC4-ABCD-DBE946F9C841}"/>
                  </a:ext>
                </a:extLst>
              </p:cNvPr>
              <p:cNvSpPr/>
              <p:nvPr/>
            </p:nvSpPr>
            <p:spPr>
              <a:xfrm>
                <a:off x="4293952" y="5091226"/>
                <a:ext cx="295095" cy="140423"/>
              </a:xfrm>
              <a:prstGeom prst="triangle">
                <a:avLst/>
              </a:prstGeom>
              <a:grpFill/>
              <a:ln w="1270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298" eaLnBrk="1" fontAlgn="auto" latinLnBrk="0" hangingPunct="1">
                  <a:lnSpc>
                    <a:spcPct val="100000"/>
                  </a:lnSpc>
                  <a:spcBef>
                    <a:spcPts val="0"/>
                  </a:spcBef>
                  <a:spcAft>
                    <a:spcPts val="0"/>
                  </a:spcAft>
                  <a:buClrTx/>
                  <a:buSzTx/>
                  <a:buFontTx/>
                  <a:buNone/>
                  <a:tabLst/>
                  <a:defRPr/>
                </a:pPr>
                <a:endParaRPr kumimoji="0" lang="ja-JP" altLang="en-US" sz="1100" b="0" i="0" u="none" strike="noStrike" kern="0" cap="none" spc="0" normalizeH="0" baseline="0" noProof="0" dirty="0">
                  <a:ln>
                    <a:noFill/>
                  </a:ln>
                  <a:solidFill>
                    <a:srgbClr val="FF0000"/>
                  </a:solidFill>
                  <a:effectLst/>
                  <a:uLnTx/>
                  <a:uFillTx/>
                  <a:latin typeface="+mn-ea"/>
                  <a:cs typeface="Meiryo UI" panose="020B0604030504040204" pitchFamily="50" charset="-128"/>
                </a:endParaRPr>
              </a:p>
            </p:txBody>
          </p:sp>
        </p:grpSp>
      </p:grpSp>
      <p:sp>
        <p:nvSpPr>
          <p:cNvPr id="153" name="テキスト ボックス 152">
            <a:extLst>
              <a:ext uri="{FF2B5EF4-FFF2-40B4-BE49-F238E27FC236}">
                <a16:creationId xmlns:a16="http://schemas.microsoft.com/office/drawing/2014/main" id="{EC7A1EB6-C35F-4EBA-9708-D896AF350DC8}"/>
              </a:ext>
            </a:extLst>
          </p:cNvPr>
          <p:cNvSpPr txBox="1"/>
          <p:nvPr/>
        </p:nvSpPr>
        <p:spPr>
          <a:xfrm>
            <a:off x="4452080" y="4492846"/>
            <a:ext cx="631583" cy="169277"/>
          </a:xfrm>
          <a:prstGeom prst="rect">
            <a:avLst/>
          </a:prstGeom>
          <a:noFill/>
        </p:spPr>
        <p:txBody>
          <a:bodyPr wrap="none" lIns="0" tIns="0" rIns="0" bIns="0" rtlCol="0">
            <a:spAutoFit/>
          </a:bodyPr>
          <a:lstStyle>
            <a:defPPr>
              <a:defRPr lang="en-US"/>
            </a:defPPr>
            <a:lvl1pPr algn="ctr">
              <a:defRPr sz="1200" b="1">
                <a:solidFill>
                  <a:schemeClr val="tx1">
                    <a:lumMod val="75000"/>
                    <a:lumOff val="25000"/>
                  </a:schemeClr>
                </a:solidFill>
                <a:latin typeface="Meiryo UI" panose="020B0604030504040204" pitchFamily="50" charset="-128"/>
                <a:ea typeface="Meiryo UI" panose="020B0604030504040204" pitchFamily="50" charset="-128"/>
                <a:cs typeface="Meiryo UI" pitchFamily="50" charset="-128"/>
              </a:defRPr>
            </a:lvl1pPr>
          </a:lstStyle>
          <a:p>
            <a:pPr marL="0" marR="0" lvl="0" indent="0" algn="ctr" defTabSz="914298" eaLnBrk="1" fontAlgn="auto" latinLnBrk="0" hangingPunct="1">
              <a:lnSpc>
                <a:spcPct val="100000"/>
              </a:lnSpc>
              <a:spcBef>
                <a:spcPts val="0"/>
              </a:spcBef>
              <a:spcAft>
                <a:spcPts val="0"/>
              </a:spcAft>
              <a:buClrTx/>
              <a:buSzTx/>
              <a:buFontTx/>
              <a:buNone/>
              <a:tabLst/>
              <a:defRPr/>
            </a:pPr>
            <a:r>
              <a:rPr kumimoji="0" lang="ja-JP" altLang="en-US" sz="1100" b="1" i="0" u="none" strike="noStrike" kern="0" cap="none" spc="0" normalizeH="0" baseline="0" noProof="0" dirty="0">
                <a:ln>
                  <a:noFill/>
                </a:ln>
                <a:solidFill>
                  <a:srgbClr val="000000">
                    <a:lumMod val="75000"/>
                    <a:lumOff val="25000"/>
                  </a:srgbClr>
                </a:solidFill>
                <a:effectLst/>
                <a:uLnTx/>
                <a:uFillTx/>
                <a:latin typeface="+mn-ea"/>
                <a:ea typeface="+mn-ea"/>
              </a:rPr>
              <a:t>支援メンバ</a:t>
            </a:r>
            <a:endParaRPr kumimoji="0" lang="en-US" altLang="ja-JP" sz="1100" b="1" i="0" u="none" strike="noStrike" kern="0" cap="none" spc="0" normalizeH="0" baseline="0" noProof="0" dirty="0">
              <a:ln>
                <a:noFill/>
              </a:ln>
              <a:solidFill>
                <a:srgbClr val="000000">
                  <a:lumMod val="75000"/>
                  <a:lumOff val="25000"/>
                </a:srgbClr>
              </a:solidFill>
              <a:effectLst/>
              <a:uLnTx/>
              <a:uFillTx/>
              <a:latin typeface="+mn-ea"/>
              <a:ea typeface="+mn-ea"/>
            </a:endParaRPr>
          </a:p>
        </p:txBody>
      </p:sp>
      <p:grpSp>
        <p:nvGrpSpPr>
          <p:cNvPr id="22" name="グループ化 21"/>
          <p:cNvGrpSpPr/>
          <p:nvPr/>
        </p:nvGrpSpPr>
        <p:grpSpPr>
          <a:xfrm>
            <a:off x="3467918" y="5483678"/>
            <a:ext cx="2182380" cy="1094462"/>
            <a:chOff x="3467918" y="5483678"/>
            <a:chExt cx="2182380" cy="1094462"/>
          </a:xfrm>
        </p:grpSpPr>
        <p:sp>
          <p:nvSpPr>
            <p:cNvPr id="4" name="角丸四角形吹き出し 3"/>
            <p:cNvSpPr/>
            <p:nvPr/>
          </p:nvSpPr>
          <p:spPr>
            <a:xfrm>
              <a:off x="3467918" y="5483678"/>
              <a:ext cx="2182380" cy="1094462"/>
            </a:xfrm>
            <a:prstGeom prst="wedgeRoundRectCallout">
              <a:avLst>
                <a:gd name="adj1" fmla="val -1457"/>
                <a:gd name="adj2" fmla="val -68340"/>
                <a:gd name="adj3" fmla="val 16667"/>
              </a:avLst>
            </a:prstGeom>
            <a:noFill/>
            <a:ln w="3175">
              <a:solidFill>
                <a:schemeClr val="tx1">
                  <a:lumMod val="50000"/>
                  <a:lumOff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100" dirty="0">
                <a:solidFill>
                  <a:schemeClr val="tx1"/>
                </a:solidFill>
                <a:latin typeface="+mn-ea"/>
              </a:endParaRPr>
            </a:p>
          </p:txBody>
        </p:sp>
        <p:sp>
          <p:nvSpPr>
            <p:cNvPr id="21" name="テキスト ボックス 20"/>
            <p:cNvSpPr txBox="1"/>
            <p:nvPr/>
          </p:nvSpPr>
          <p:spPr>
            <a:xfrm>
              <a:off x="3636022" y="5523463"/>
              <a:ext cx="1961100" cy="1044186"/>
            </a:xfrm>
            <a:prstGeom prst="rect">
              <a:avLst/>
            </a:prstGeom>
            <a:noFill/>
          </p:spPr>
          <p:txBody>
            <a:bodyPr wrap="square" lIns="0" rIns="0" rtlCol="0">
              <a:noAutofit/>
            </a:bodyPr>
            <a:lstStyle/>
            <a:p>
              <a:r>
                <a:rPr lang="ja-JP" altLang="en-US" sz="1000" dirty="0">
                  <a:solidFill>
                    <a:srgbClr val="404040"/>
                  </a:solidFill>
                  <a:latin typeface="+mn-ea"/>
                  <a:cs typeface="Meiryo UI" panose="020B0604030504040204" pitchFamily="50" charset="-128"/>
                </a:rPr>
                <a:t>☑</a:t>
              </a:r>
              <a:r>
                <a:rPr lang="en-US" altLang="ja-JP" sz="1000" dirty="0">
                  <a:solidFill>
                    <a:srgbClr val="404040"/>
                  </a:solidFill>
                  <a:latin typeface="+mn-ea"/>
                  <a:cs typeface="Meiryo UI" panose="020B0604030504040204" pitchFamily="50" charset="-128"/>
                </a:rPr>
                <a:t>DL,DWH,DM</a:t>
              </a:r>
              <a:r>
                <a:rPr lang="ja-JP" altLang="en-US" sz="1000" dirty="0">
                  <a:solidFill>
                    <a:srgbClr val="404040"/>
                  </a:solidFill>
                  <a:latin typeface="+mn-ea"/>
                  <a:cs typeface="Meiryo UI" panose="020B0604030504040204" pitchFamily="50" charset="-128"/>
                </a:rPr>
                <a:t>はそれぞれどのような観点で作るのか、三者の違いは何か</a:t>
              </a:r>
              <a:endParaRPr lang="en-US" altLang="ja-JP" sz="1000" dirty="0">
                <a:solidFill>
                  <a:srgbClr val="404040"/>
                </a:solidFill>
                <a:latin typeface="+mn-ea"/>
                <a:cs typeface="Meiryo UI" panose="020B0604030504040204" pitchFamily="50" charset="-128"/>
              </a:endParaRPr>
            </a:p>
            <a:p>
              <a:r>
                <a:rPr lang="ja-JP" altLang="en-US" sz="1000" dirty="0">
                  <a:solidFill>
                    <a:srgbClr val="404040"/>
                  </a:solidFill>
                  <a:latin typeface="+mn-ea"/>
                  <a:cs typeface="Meiryo UI" panose="020B0604030504040204" pitchFamily="50" charset="-128"/>
                </a:rPr>
                <a:t>☑データ管理とは誰が何を行うのか</a:t>
              </a:r>
              <a:endParaRPr lang="en-US" altLang="ja-JP" sz="1000" dirty="0">
                <a:solidFill>
                  <a:srgbClr val="404040"/>
                </a:solidFill>
                <a:latin typeface="+mn-ea"/>
                <a:cs typeface="Meiryo UI" panose="020B0604030504040204" pitchFamily="50" charset="-128"/>
              </a:endParaRPr>
            </a:p>
            <a:p>
              <a:r>
                <a:rPr lang="ja-JP" altLang="en-US" sz="1000" dirty="0">
                  <a:solidFill>
                    <a:srgbClr val="404040"/>
                  </a:solidFill>
                  <a:latin typeface="+mn-ea"/>
                  <a:cs typeface="Meiryo UI" panose="020B0604030504040204" pitchFamily="50" charset="-128"/>
                </a:rPr>
                <a:t>☑データ管理者の役割は何か</a:t>
              </a:r>
              <a:endParaRPr lang="en-US" altLang="ja-JP" sz="1000" dirty="0">
                <a:solidFill>
                  <a:srgbClr val="404040"/>
                </a:solidFill>
                <a:latin typeface="+mn-ea"/>
                <a:cs typeface="Meiryo UI" panose="020B0604030504040204" pitchFamily="50" charset="-128"/>
              </a:endParaRPr>
            </a:p>
            <a:p>
              <a:r>
                <a:rPr lang="ja-JP" altLang="en-US" sz="1000" dirty="0">
                  <a:solidFill>
                    <a:srgbClr val="404040"/>
                  </a:solidFill>
                  <a:latin typeface="+mn-ea"/>
                  <a:cs typeface="Meiryo UI" panose="020B0604030504040204" pitchFamily="50" charset="-128"/>
                </a:rPr>
                <a:t>☑データ管理者に必要なロール定義</a:t>
              </a:r>
              <a:endParaRPr lang="en-US" altLang="ja-JP" sz="1000" dirty="0">
                <a:solidFill>
                  <a:srgbClr val="404040"/>
                </a:solidFill>
                <a:latin typeface="+mn-ea"/>
                <a:cs typeface="Meiryo UI" panose="020B0604030504040204" pitchFamily="50" charset="-128"/>
              </a:endParaRPr>
            </a:p>
            <a:p>
              <a:r>
                <a:rPr lang="ja-JP" altLang="en-US" sz="1000" dirty="0">
                  <a:solidFill>
                    <a:srgbClr val="404040"/>
                  </a:solidFill>
                  <a:latin typeface="+mn-ea"/>
                  <a:cs typeface="Meiryo UI" panose="020B0604030504040204" pitchFamily="50" charset="-128"/>
                </a:rPr>
                <a:t>☑データ登録変更廃止のフロー</a:t>
              </a:r>
              <a:endParaRPr lang="en-US" altLang="ja-JP" sz="1000" dirty="0">
                <a:solidFill>
                  <a:srgbClr val="404040"/>
                </a:solidFill>
                <a:latin typeface="+mn-ea"/>
                <a:cs typeface="Meiryo UI" panose="020B0604030504040204" pitchFamily="50" charset="-128"/>
              </a:endParaRPr>
            </a:p>
          </p:txBody>
        </p:sp>
      </p:grpSp>
      <p:sp>
        <p:nvSpPr>
          <p:cNvPr id="134" name="ホームベース 118">
            <a:extLst>
              <a:ext uri="{FF2B5EF4-FFF2-40B4-BE49-F238E27FC236}">
                <a16:creationId xmlns:a16="http://schemas.microsoft.com/office/drawing/2014/main" id="{18F0995C-EDB2-4541-A447-8A532B688782}"/>
              </a:ext>
            </a:extLst>
          </p:cNvPr>
          <p:cNvSpPr/>
          <p:nvPr/>
        </p:nvSpPr>
        <p:spPr bwMode="auto">
          <a:xfrm>
            <a:off x="3726070" y="1970066"/>
            <a:ext cx="2044361" cy="324000"/>
          </a:xfrm>
          <a:prstGeom prst="homePlate">
            <a:avLst>
              <a:gd name="adj" fmla="val 48091"/>
            </a:avLst>
          </a:prstGeom>
          <a:solidFill>
            <a:schemeClr val="accent1"/>
          </a:solidFill>
          <a:ln w="38100" cap="flat" cmpd="sng" algn="ctr">
            <a:solidFill>
              <a:schemeClr val="bg1"/>
            </a:solidFill>
            <a:prstDash val="solid"/>
            <a:miter lim="800000"/>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marL="0" marR="0" lvl="0" indent="0" algn="ctr" defTabSz="914298" eaLnBrk="1" fontAlgn="auto" latinLnBrk="0" hangingPunct="1">
              <a:lnSpc>
                <a:spcPct val="85000"/>
              </a:lnSpc>
              <a:spcBef>
                <a:spcPts val="200"/>
              </a:spcBef>
              <a:spcAft>
                <a:spcPts val="200"/>
              </a:spcAft>
              <a:buClrTx/>
              <a:buSzTx/>
              <a:buFontTx/>
              <a:buNone/>
              <a:tabLst/>
              <a:defRPr/>
            </a:pPr>
            <a:r>
              <a:rPr kumimoji="0" lang="ja-JP" altLang="en-US" sz="1400" b="1" kern="0" dirty="0">
                <a:solidFill>
                  <a:srgbClr val="FFFFFF"/>
                </a:solidFill>
                <a:latin typeface="+mn-ea"/>
                <a:cs typeface="Meiryo UI" panose="020B0604030504040204" pitchFamily="50" charset="-128"/>
              </a:rPr>
              <a:t>仮説設定</a:t>
            </a:r>
          </a:p>
        </p:txBody>
      </p:sp>
      <p:sp>
        <p:nvSpPr>
          <p:cNvPr id="140" name="ホームベース 118">
            <a:extLst>
              <a:ext uri="{FF2B5EF4-FFF2-40B4-BE49-F238E27FC236}">
                <a16:creationId xmlns:a16="http://schemas.microsoft.com/office/drawing/2014/main" id="{18F0995C-EDB2-4541-A447-8A532B688782}"/>
              </a:ext>
            </a:extLst>
          </p:cNvPr>
          <p:cNvSpPr/>
          <p:nvPr/>
        </p:nvSpPr>
        <p:spPr bwMode="auto">
          <a:xfrm>
            <a:off x="308859" y="1970066"/>
            <a:ext cx="3606353" cy="324000"/>
          </a:xfrm>
          <a:prstGeom prst="homePlate">
            <a:avLst>
              <a:gd name="adj" fmla="val 48091"/>
            </a:avLst>
          </a:prstGeom>
          <a:solidFill>
            <a:schemeClr val="accent1"/>
          </a:solidFill>
          <a:ln w="38100" cap="flat" cmpd="sng" algn="ctr">
            <a:solidFill>
              <a:schemeClr val="bg1"/>
            </a:solidFill>
            <a:prstDash val="solid"/>
            <a:miter lim="800000"/>
            <a:headEnd type="none" w="med" len="med"/>
            <a:tailEnd type="none" w="med" len="med"/>
          </a:ln>
          <a:effectLst/>
        </p:spPr>
        <p:txBody>
          <a:bodyPr vert="horz" wrap="none" lIns="36000" tIns="36000" rIns="36000" bIns="36000" numCol="1" rtlCol="0" anchor="ctr" anchorCtr="0" compatLnSpc="1">
            <a:prstTxWarp prst="textNoShape">
              <a:avLst/>
            </a:prstTxWarp>
            <a:noAutofit/>
          </a:bodyPr>
          <a:lstStyle/>
          <a:p>
            <a:pPr lvl="0" algn="ctr" defTabSz="914298">
              <a:lnSpc>
                <a:spcPct val="85000"/>
              </a:lnSpc>
              <a:spcBef>
                <a:spcPts val="200"/>
              </a:spcBef>
              <a:spcAft>
                <a:spcPts val="200"/>
              </a:spcAft>
              <a:defRPr/>
            </a:pPr>
            <a:r>
              <a:rPr kumimoji="0" lang="ja-JP" altLang="en-US" sz="1400" b="1" kern="0" dirty="0">
                <a:solidFill>
                  <a:srgbClr val="FFFFFF"/>
                </a:solidFill>
                <a:latin typeface="+mn-ea"/>
                <a:cs typeface="Meiryo UI" panose="020B0604030504040204" pitchFamily="50" charset="-128"/>
              </a:rPr>
              <a:t>現状認識</a:t>
            </a:r>
            <a:r>
              <a:rPr kumimoji="0" lang="ja-JP" altLang="en-US" sz="1100" b="1" kern="0" dirty="0">
                <a:solidFill>
                  <a:srgbClr val="FFFFFF"/>
                </a:solidFill>
                <a:latin typeface="+mn-ea"/>
                <a:cs typeface="Meiryo UI" panose="020B0604030504040204" pitchFamily="50" charset="-128"/>
              </a:rPr>
              <a:t> </a:t>
            </a:r>
            <a:r>
              <a:rPr kumimoji="0" lang="en-US" altLang="ja-JP" sz="1100" b="1" kern="0" dirty="0">
                <a:solidFill>
                  <a:srgbClr val="FFFFFF"/>
                </a:solidFill>
                <a:latin typeface="+mn-ea"/>
                <a:cs typeface="Meiryo UI" panose="020B0604030504040204" pitchFamily="50" charset="-128"/>
              </a:rPr>
              <a:t>(</a:t>
            </a:r>
            <a:r>
              <a:rPr kumimoji="0" lang="ja-JP" altLang="en-US" sz="1100" b="1" kern="0" dirty="0">
                <a:solidFill>
                  <a:srgbClr val="FFFFFF"/>
                </a:solidFill>
                <a:latin typeface="+mn-ea"/>
                <a:cs typeface="Meiryo UI" panose="020B0604030504040204" pitchFamily="50" charset="-128"/>
              </a:rPr>
              <a:t>新基幹システムの</a:t>
            </a:r>
            <a:r>
              <a:rPr kumimoji="0" lang="en-US" altLang="ja-JP" sz="1100" b="1" kern="0" dirty="0">
                <a:solidFill>
                  <a:srgbClr val="FFFFFF"/>
                </a:solidFill>
                <a:latin typeface="+mn-ea"/>
                <a:cs typeface="Meiryo UI" panose="020B0604030504040204" pitchFamily="50" charset="-128"/>
              </a:rPr>
              <a:t>BI)</a:t>
            </a:r>
          </a:p>
        </p:txBody>
      </p:sp>
      <p:cxnSp>
        <p:nvCxnSpPr>
          <p:cNvPr id="6" name="直線矢印コネクタ 5"/>
          <p:cNvCxnSpPr/>
          <p:nvPr/>
        </p:nvCxnSpPr>
        <p:spPr>
          <a:xfrm>
            <a:off x="331491" y="1912426"/>
            <a:ext cx="5318807" cy="0"/>
          </a:xfrm>
          <a:prstGeom prst="straightConnector1">
            <a:avLst/>
          </a:prstGeom>
          <a:ln w="31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54" name="直線矢印コネクタ 153"/>
          <p:cNvCxnSpPr/>
          <p:nvPr/>
        </p:nvCxnSpPr>
        <p:spPr>
          <a:xfrm>
            <a:off x="5650298" y="1912426"/>
            <a:ext cx="3976776" cy="0"/>
          </a:xfrm>
          <a:prstGeom prst="straightConnector1">
            <a:avLst/>
          </a:prstGeom>
          <a:ln w="3175">
            <a:solidFill>
              <a:schemeClr val="tx1"/>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9" name="正方形/長方形 8"/>
          <p:cNvSpPr/>
          <p:nvPr/>
        </p:nvSpPr>
        <p:spPr>
          <a:xfrm>
            <a:off x="2560769" y="1747778"/>
            <a:ext cx="860250" cy="18000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en-US" altLang="ja-JP" sz="1100" b="1" dirty="0">
                <a:solidFill>
                  <a:schemeClr val="tx1"/>
                </a:solidFill>
                <a:latin typeface="+mj-ea"/>
                <a:ea typeface="+mj-ea"/>
              </a:rPr>
              <a:t>1</a:t>
            </a:r>
            <a:r>
              <a:rPr kumimoji="1" lang="ja-JP" altLang="en-US" sz="1100" b="1" dirty="0">
                <a:solidFill>
                  <a:schemeClr val="tx1"/>
                </a:solidFill>
                <a:latin typeface="+mj-ea"/>
                <a:ea typeface="+mj-ea"/>
              </a:rPr>
              <a:t>ヵ月程度</a:t>
            </a:r>
          </a:p>
        </p:txBody>
      </p:sp>
      <p:sp>
        <p:nvSpPr>
          <p:cNvPr id="155" name="正方形/長方形 154"/>
          <p:cNvSpPr/>
          <p:nvPr/>
        </p:nvSpPr>
        <p:spPr>
          <a:xfrm>
            <a:off x="7208561" y="1747778"/>
            <a:ext cx="860250" cy="180000"/>
          </a:xfrm>
          <a:prstGeom prst="rect">
            <a:avLst/>
          </a:prstGeom>
          <a:no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r>
              <a:rPr lang="ja-JP" altLang="en-US" sz="1100" b="1" dirty="0">
                <a:solidFill>
                  <a:schemeClr val="tx1"/>
                </a:solidFill>
                <a:latin typeface="+mj-ea"/>
                <a:ea typeface="+mj-ea"/>
              </a:rPr>
              <a:t>数</a:t>
            </a:r>
            <a:r>
              <a:rPr kumimoji="1" lang="ja-JP" altLang="en-US" sz="1100" b="1" dirty="0">
                <a:solidFill>
                  <a:schemeClr val="tx1"/>
                </a:solidFill>
                <a:latin typeface="+mj-ea"/>
                <a:ea typeface="+mj-ea"/>
              </a:rPr>
              <a:t>ヵ月</a:t>
            </a:r>
          </a:p>
        </p:txBody>
      </p:sp>
    </p:spTree>
    <p:extLst>
      <p:ext uri="{BB962C8B-B14F-4D97-AF65-F5344CB8AC3E}">
        <p14:creationId xmlns:p14="http://schemas.microsoft.com/office/powerpoint/2010/main" val="4193279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a:t>４．ヒアリングによる事実確認と問題点整理</a:t>
            </a:r>
            <a:endParaRPr kumimoji="1" lang="ja-JP" altLang="en-US" dirty="0"/>
          </a:p>
        </p:txBody>
      </p:sp>
      <p:graphicFrame>
        <p:nvGraphicFramePr>
          <p:cNvPr id="4" name="表 3"/>
          <p:cNvGraphicFramePr>
            <a:graphicFrameLocks noGrp="1"/>
          </p:cNvGraphicFramePr>
          <p:nvPr>
            <p:extLst>
              <p:ext uri="{D42A27DB-BD31-4B8C-83A1-F6EECF244321}">
                <p14:modId xmlns:p14="http://schemas.microsoft.com/office/powerpoint/2010/main" val="729823221"/>
              </p:ext>
            </p:extLst>
          </p:nvPr>
        </p:nvGraphicFramePr>
        <p:xfrm>
          <a:off x="443629" y="833565"/>
          <a:ext cx="9000000" cy="478028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3307189444"/>
                    </a:ext>
                  </a:extLst>
                </a:gridCol>
                <a:gridCol w="7200000">
                  <a:extLst>
                    <a:ext uri="{9D8B030D-6E8A-4147-A177-3AD203B41FA5}">
                      <a16:colId xmlns:a16="http://schemas.microsoft.com/office/drawing/2014/main" val="4232799104"/>
                    </a:ext>
                  </a:extLst>
                </a:gridCol>
              </a:tblGrid>
              <a:tr h="370840">
                <a:tc>
                  <a:txBody>
                    <a:bodyPr/>
                    <a:lstStyle/>
                    <a:p>
                      <a:r>
                        <a:rPr kumimoji="1" lang="en-US" altLang="ja-JP" sz="1800" dirty="0">
                          <a:latin typeface="+mn-ea"/>
                          <a:ea typeface="+mn-ea"/>
                        </a:rPr>
                        <a:t>5W1H</a:t>
                      </a:r>
                      <a:endParaRPr kumimoji="1" lang="ja-JP" altLang="en-US" sz="1800" dirty="0">
                        <a:latin typeface="+mn-ea"/>
                        <a:ea typeface="+mn-ea"/>
                      </a:endParaRPr>
                    </a:p>
                  </a:txBody>
                  <a:tcPr/>
                </a:tc>
                <a:tc>
                  <a:txBody>
                    <a:bodyPr/>
                    <a:lstStyle/>
                    <a:p>
                      <a:r>
                        <a:rPr kumimoji="1" lang="ja-JP" altLang="en-US" sz="1800" dirty="0">
                          <a:latin typeface="+mn-ea"/>
                          <a:ea typeface="+mn-ea"/>
                        </a:rPr>
                        <a:t>内容</a:t>
                      </a:r>
                    </a:p>
                  </a:txBody>
                  <a:tcPr/>
                </a:tc>
                <a:extLst>
                  <a:ext uri="{0D108BD9-81ED-4DB2-BD59-A6C34878D82A}">
                    <a16:rowId xmlns:a16="http://schemas.microsoft.com/office/drawing/2014/main" val="1369880670"/>
                  </a:ext>
                </a:extLst>
              </a:tr>
              <a:tr h="370840">
                <a:tc>
                  <a:txBody>
                    <a:bodyPr/>
                    <a:lstStyle/>
                    <a:p>
                      <a:r>
                        <a:rPr kumimoji="1" lang="ja-JP" altLang="en-US" sz="1800" dirty="0">
                          <a:latin typeface="+mn-ea"/>
                          <a:ea typeface="+mn-ea"/>
                        </a:rPr>
                        <a:t>誰が</a:t>
                      </a:r>
                    </a:p>
                  </a:txBody>
                  <a:tcPr/>
                </a:tc>
                <a:tc>
                  <a:txBody>
                    <a:bodyPr/>
                    <a:lstStyle/>
                    <a:p>
                      <a:r>
                        <a:rPr kumimoji="1" lang="en-US" altLang="ja-JP" sz="1800" dirty="0">
                          <a:latin typeface="+mn-ea"/>
                          <a:ea typeface="+mn-ea"/>
                        </a:rPr>
                        <a:t>NMS</a:t>
                      </a:r>
                      <a:r>
                        <a:rPr kumimoji="1" lang="ja-JP" altLang="en-US" sz="1800" dirty="0">
                          <a:latin typeface="+mn-ea"/>
                          <a:ea typeface="+mn-ea"/>
                        </a:rPr>
                        <a:t>支援メンバ</a:t>
                      </a:r>
                    </a:p>
                  </a:txBody>
                  <a:tcPr/>
                </a:tc>
                <a:extLst>
                  <a:ext uri="{0D108BD9-81ED-4DB2-BD59-A6C34878D82A}">
                    <a16:rowId xmlns:a16="http://schemas.microsoft.com/office/drawing/2014/main" val="1697062912"/>
                  </a:ext>
                </a:extLst>
              </a:tr>
              <a:tr h="370840">
                <a:tc>
                  <a:txBody>
                    <a:bodyPr/>
                    <a:lstStyle/>
                    <a:p>
                      <a:r>
                        <a:rPr kumimoji="1" lang="ja-JP" altLang="en-US" sz="1800" dirty="0">
                          <a:latin typeface="+mn-ea"/>
                          <a:ea typeface="+mn-ea"/>
                        </a:rPr>
                        <a:t>誰に</a:t>
                      </a:r>
                    </a:p>
                  </a:txBody>
                  <a:tcPr/>
                </a:tc>
                <a:tc>
                  <a:txBody>
                    <a:bodyPr/>
                    <a:lstStyle/>
                    <a:p>
                      <a:r>
                        <a:rPr kumimoji="1" lang="en-US" altLang="ja-JP" sz="1800" dirty="0">
                          <a:latin typeface="+mn-ea"/>
                          <a:ea typeface="+mn-ea"/>
                        </a:rPr>
                        <a:t>D-MAP</a:t>
                      </a:r>
                      <a:r>
                        <a:rPr kumimoji="1" lang="ja-JP" altLang="en-US" sz="1800" dirty="0">
                          <a:latin typeface="+mn-ea"/>
                          <a:ea typeface="+mn-ea"/>
                        </a:rPr>
                        <a:t>チーム、</a:t>
                      </a:r>
                      <a:r>
                        <a:rPr kumimoji="1" lang="en-US" altLang="ja-JP" sz="1800" dirty="0">
                          <a:latin typeface="+mn-ea"/>
                          <a:ea typeface="+mn-ea"/>
                        </a:rPr>
                        <a:t>NMS</a:t>
                      </a:r>
                      <a:r>
                        <a:rPr kumimoji="1" lang="ja-JP" altLang="en-US" sz="1800" dirty="0">
                          <a:latin typeface="+mn-ea"/>
                          <a:ea typeface="+mn-ea"/>
                        </a:rPr>
                        <a:t>開発メンバ</a:t>
                      </a:r>
                    </a:p>
                  </a:txBody>
                  <a:tcPr/>
                </a:tc>
                <a:extLst>
                  <a:ext uri="{0D108BD9-81ED-4DB2-BD59-A6C34878D82A}">
                    <a16:rowId xmlns:a16="http://schemas.microsoft.com/office/drawing/2014/main" val="3534258940"/>
                  </a:ext>
                </a:extLst>
              </a:tr>
              <a:tr h="370840">
                <a:tc>
                  <a:txBody>
                    <a:bodyPr/>
                    <a:lstStyle/>
                    <a:p>
                      <a:r>
                        <a:rPr kumimoji="1" lang="ja-JP" altLang="en-US" sz="1800" dirty="0">
                          <a:latin typeface="+mn-ea"/>
                          <a:ea typeface="+mn-ea"/>
                        </a:rPr>
                        <a:t>いつから、いつまで</a:t>
                      </a:r>
                    </a:p>
                  </a:txBody>
                  <a:tcPr/>
                </a:tc>
                <a:tc>
                  <a:txBody>
                    <a:bodyPr/>
                    <a:lstStyle/>
                    <a:p>
                      <a:pPr>
                        <a:tabLst>
                          <a:tab pos="1431925" algn="l"/>
                        </a:tabLst>
                      </a:pPr>
                      <a:r>
                        <a:rPr kumimoji="1" lang="ja-JP" altLang="en-US" sz="1800" dirty="0">
                          <a:latin typeface="+mn-ea"/>
                          <a:ea typeface="+mn-ea"/>
                        </a:rPr>
                        <a:t>現状整理</a:t>
                      </a:r>
                      <a:r>
                        <a:rPr kumimoji="1" lang="en-US" altLang="ja-JP" sz="1800" dirty="0">
                          <a:latin typeface="+mn-ea"/>
                          <a:ea typeface="+mn-ea"/>
                        </a:rPr>
                        <a:t>	</a:t>
                      </a:r>
                      <a:r>
                        <a:rPr kumimoji="1" lang="ja-JP" altLang="en-US" sz="1800" dirty="0">
                          <a:latin typeface="+mn-ea"/>
                          <a:ea typeface="+mn-ea"/>
                        </a:rPr>
                        <a:t>：</a:t>
                      </a:r>
                      <a:r>
                        <a:rPr kumimoji="1" lang="en-US" altLang="ja-JP" sz="1800" dirty="0">
                          <a:latin typeface="+mn-ea"/>
                          <a:ea typeface="+mn-ea"/>
                        </a:rPr>
                        <a:t>Go</a:t>
                      </a:r>
                      <a:r>
                        <a:rPr kumimoji="1" lang="ja-JP" altLang="en-US" sz="1800" dirty="0">
                          <a:latin typeface="+mn-ea"/>
                          <a:ea typeface="+mn-ea"/>
                        </a:rPr>
                        <a:t>サイン発出後、一・二週間程度</a:t>
                      </a:r>
                      <a:endParaRPr kumimoji="1" lang="en-US" altLang="ja-JP" sz="1800" dirty="0">
                        <a:latin typeface="+mn-ea"/>
                        <a:ea typeface="+mn-ea"/>
                      </a:endParaRPr>
                    </a:p>
                    <a:p>
                      <a:pPr>
                        <a:tabLst>
                          <a:tab pos="1431925" algn="l"/>
                        </a:tabLst>
                      </a:pPr>
                      <a:r>
                        <a:rPr kumimoji="1" lang="ja-JP" altLang="en-US" sz="1800" dirty="0">
                          <a:latin typeface="+mn-ea"/>
                          <a:ea typeface="+mn-ea"/>
                        </a:rPr>
                        <a:t>解決策立案</a:t>
                      </a:r>
                      <a:r>
                        <a:rPr kumimoji="1" lang="en-US" altLang="ja-JP" sz="1800" dirty="0">
                          <a:latin typeface="+mn-ea"/>
                          <a:ea typeface="+mn-ea"/>
                        </a:rPr>
                        <a:t>	</a:t>
                      </a:r>
                      <a:r>
                        <a:rPr kumimoji="1" lang="ja-JP" altLang="en-US" sz="1800" dirty="0">
                          <a:latin typeface="+mn-ea"/>
                          <a:ea typeface="+mn-ea"/>
                        </a:rPr>
                        <a:t>：</a:t>
                      </a:r>
                      <a:r>
                        <a:rPr kumimoji="1" lang="en-US" altLang="ja-JP" sz="1800" dirty="0">
                          <a:latin typeface="+mn-ea"/>
                          <a:ea typeface="+mn-ea"/>
                        </a:rPr>
                        <a:t>Go</a:t>
                      </a:r>
                      <a:r>
                        <a:rPr kumimoji="1" lang="ja-JP" altLang="en-US" sz="1800" dirty="0">
                          <a:latin typeface="+mn-ea"/>
                          <a:ea typeface="+mn-ea"/>
                        </a:rPr>
                        <a:t>サイン発出後、一・二週間程度</a:t>
                      </a:r>
                    </a:p>
                  </a:txBody>
                  <a:tcPr/>
                </a:tc>
                <a:extLst>
                  <a:ext uri="{0D108BD9-81ED-4DB2-BD59-A6C34878D82A}">
                    <a16:rowId xmlns:a16="http://schemas.microsoft.com/office/drawing/2014/main" val="218142383"/>
                  </a:ext>
                </a:extLst>
              </a:tr>
              <a:tr h="370840">
                <a:tc>
                  <a:txBody>
                    <a:bodyPr/>
                    <a:lstStyle/>
                    <a:p>
                      <a:r>
                        <a:rPr kumimoji="1" lang="ja-JP" altLang="en-US" sz="1800" dirty="0">
                          <a:latin typeface="+mn-ea"/>
                          <a:ea typeface="+mn-ea"/>
                        </a:rPr>
                        <a:t>何を</a:t>
                      </a:r>
                    </a:p>
                  </a:txBody>
                  <a:tcPr/>
                </a:tc>
                <a:tc>
                  <a:txBody>
                    <a:bodyPr/>
                    <a:lstStyle/>
                    <a:p>
                      <a:pPr marL="285750" indent="-285750">
                        <a:buFont typeface="Arial" panose="020B0604020202020204" pitchFamily="34" charset="0"/>
                        <a:buChar char="•"/>
                      </a:pPr>
                      <a:r>
                        <a:rPr kumimoji="1" lang="ja-JP" altLang="en-US" sz="1800" dirty="0">
                          <a:latin typeface="+mn-ea"/>
                          <a:ea typeface="+mn-ea"/>
                        </a:rPr>
                        <a:t>現状の開発内容、設計内容、留意点をヒヤリング</a:t>
                      </a:r>
                      <a:endParaRPr kumimoji="1" lang="en-US" altLang="ja-JP" sz="1800" dirty="0">
                        <a:latin typeface="+mn-ea"/>
                        <a:ea typeface="+mn-ea"/>
                      </a:endParaRPr>
                    </a:p>
                    <a:p>
                      <a:pPr marL="0" indent="0">
                        <a:buFont typeface="Arial" panose="020B0604020202020204" pitchFamily="34" charset="0"/>
                        <a:buNone/>
                      </a:pPr>
                      <a:r>
                        <a:rPr kumimoji="1" lang="en-US" altLang="ja-JP" sz="1800" dirty="0">
                          <a:latin typeface="+mn-ea"/>
                          <a:ea typeface="+mn-ea"/>
                        </a:rPr>
                        <a:t>	DL</a:t>
                      </a:r>
                      <a:r>
                        <a:rPr kumimoji="1" lang="ja-JP" altLang="en-US" sz="1800" dirty="0">
                          <a:latin typeface="+mn-ea"/>
                          <a:ea typeface="+mn-ea"/>
                        </a:rPr>
                        <a:t>と</a:t>
                      </a:r>
                      <a:r>
                        <a:rPr kumimoji="1" lang="en-US" altLang="ja-JP" sz="1800" dirty="0">
                          <a:latin typeface="+mn-ea"/>
                          <a:ea typeface="+mn-ea"/>
                        </a:rPr>
                        <a:t>DWH</a:t>
                      </a:r>
                      <a:r>
                        <a:rPr kumimoji="1" lang="ja-JP" altLang="en-US" sz="1800" dirty="0">
                          <a:latin typeface="+mn-ea"/>
                          <a:ea typeface="+mn-ea"/>
                        </a:rPr>
                        <a:t>の違い</a:t>
                      </a:r>
                      <a:endParaRPr kumimoji="1" lang="en-US" altLang="ja-JP" sz="1800" dirty="0">
                        <a:latin typeface="+mn-ea"/>
                        <a:ea typeface="+mn-ea"/>
                      </a:endParaRPr>
                    </a:p>
                    <a:p>
                      <a:pPr marL="0" indent="0">
                        <a:buFont typeface="Arial" panose="020B0604020202020204" pitchFamily="34" charset="0"/>
                        <a:buNone/>
                      </a:pPr>
                      <a:r>
                        <a:rPr kumimoji="1" lang="en-US" altLang="ja-JP" sz="1800" dirty="0">
                          <a:latin typeface="+mn-ea"/>
                          <a:ea typeface="+mn-ea"/>
                        </a:rPr>
                        <a:t>	</a:t>
                      </a:r>
                      <a:r>
                        <a:rPr kumimoji="1" lang="ja-JP" altLang="en-US" sz="1800" dirty="0">
                          <a:latin typeface="+mn-ea"/>
                          <a:ea typeface="+mn-ea"/>
                        </a:rPr>
                        <a:t>データ管理の実施有無</a:t>
                      </a:r>
                      <a:endParaRPr kumimoji="1" lang="en-US" altLang="ja-JP" sz="1800" dirty="0">
                        <a:latin typeface="+mn-ea"/>
                        <a:ea typeface="+mn-ea"/>
                      </a:endParaRPr>
                    </a:p>
                    <a:p>
                      <a:pPr marL="285750" marR="0" lvl="0" indent="-285750" algn="l" defTabSz="609559"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800" dirty="0">
                          <a:latin typeface="+mn-ea"/>
                          <a:ea typeface="+mn-ea"/>
                        </a:rPr>
                        <a:t>ヒヤリング内容の整理、問題点整理</a:t>
                      </a:r>
                      <a:endParaRPr kumimoji="1" lang="en-US" altLang="ja-JP" sz="1800" dirty="0">
                        <a:latin typeface="+mn-ea"/>
                        <a:ea typeface="+mn-ea"/>
                      </a:endParaRPr>
                    </a:p>
                    <a:p>
                      <a:pPr marL="0" marR="0" lvl="0" indent="0" algn="l" defTabSz="609559" rtl="0" eaLnBrk="1" fontAlgn="auto" latinLnBrk="0" hangingPunct="1">
                        <a:lnSpc>
                          <a:spcPct val="100000"/>
                        </a:lnSpc>
                        <a:spcBef>
                          <a:spcPts val="0"/>
                        </a:spcBef>
                        <a:spcAft>
                          <a:spcPts val="0"/>
                        </a:spcAft>
                        <a:buClrTx/>
                        <a:buSzTx/>
                        <a:buFont typeface="Arial" panose="020B0604020202020204" pitchFamily="34" charset="0"/>
                        <a:buNone/>
                        <a:tabLst/>
                        <a:defRPr/>
                      </a:pPr>
                      <a:r>
                        <a:rPr kumimoji="1" lang="en-US" altLang="ja-JP" sz="1800" dirty="0">
                          <a:latin typeface="+mn-ea"/>
                          <a:ea typeface="+mn-ea"/>
                        </a:rPr>
                        <a:t>	</a:t>
                      </a:r>
                      <a:r>
                        <a:rPr kumimoji="1" lang="ja-JP" altLang="en-US" sz="1800" dirty="0">
                          <a:latin typeface="+mn-ea"/>
                          <a:ea typeface="+mn-ea"/>
                        </a:rPr>
                        <a:t>良い点（継続する点）、良くない点・できていない点（改善する点）</a:t>
                      </a:r>
                    </a:p>
                    <a:p>
                      <a:pPr marL="285750" indent="-285750">
                        <a:buFont typeface="Arial" panose="020B0604020202020204" pitchFamily="34" charset="0"/>
                        <a:buChar char="•"/>
                      </a:pPr>
                      <a:r>
                        <a:rPr kumimoji="1" lang="ja-JP" altLang="en-US" sz="1800" dirty="0">
                          <a:latin typeface="+mn-ea"/>
                          <a:ea typeface="+mn-ea"/>
                        </a:rPr>
                        <a:t>解決策立案</a:t>
                      </a:r>
                      <a:endParaRPr kumimoji="1" lang="en-US" altLang="ja-JP" sz="1800" dirty="0">
                        <a:latin typeface="+mn-ea"/>
                        <a:ea typeface="+mn-ea"/>
                      </a:endParaRPr>
                    </a:p>
                    <a:p>
                      <a:pPr marL="0" indent="0">
                        <a:buFont typeface="Arial" panose="020B0604020202020204" pitchFamily="34" charset="0"/>
                        <a:buNone/>
                      </a:pPr>
                      <a:r>
                        <a:rPr kumimoji="1" lang="en-US" altLang="ja-JP" sz="1800" dirty="0">
                          <a:latin typeface="+mn-ea"/>
                          <a:ea typeface="+mn-ea"/>
                        </a:rPr>
                        <a:t>	DWH</a:t>
                      </a:r>
                      <a:r>
                        <a:rPr kumimoji="1" lang="ja-JP" altLang="en-US" sz="1800" dirty="0">
                          <a:latin typeface="+mn-ea"/>
                          <a:ea typeface="+mn-ea"/>
                        </a:rPr>
                        <a:t>を設計する際の考慮点、項目増や抽出元システム増への対処</a:t>
                      </a:r>
                      <a:endParaRPr kumimoji="1" lang="en-US" altLang="ja-JP" sz="1800" dirty="0">
                        <a:latin typeface="+mn-ea"/>
                        <a:ea typeface="+mn-ea"/>
                      </a:endParaRPr>
                    </a:p>
                    <a:p>
                      <a:pPr marL="0" indent="0">
                        <a:buFont typeface="Arial" panose="020B0604020202020204" pitchFamily="34" charset="0"/>
                        <a:buNone/>
                      </a:pPr>
                      <a:r>
                        <a:rPr kumimoji="1" lang="en-US" altLang="ja-JP" sz="1800" dirty="0">
                          <a:latin typeface="+mn-ea"/>
                          <a:ea typeface="+mn-ea"/>
                        </a:rPr>
                        <a:t>	D-MAP</a:t>
                      </a:r>
                      <a:r>
                        <a:rPr kumimoji="1" lang="ja-JP" altLang="en-US" sz="1800" dirty="0">
                          <a:latin typeface="+mn-ea"/>
                          <a:ea typeface="+mn-ea"/>
                        </a:rPr>
                        <a:t>におけるデータ管理者の定義、役割、アサイン</a:t>
                      </a:r>
                    </a:p>
                  </a:txBody>
                  <a:tcPr/>
                </a:tc>
                <a:extLst>
                  <a:ext uri="{0D108BD9-81ED-4DB2-BD59-A6C34878D82A}">
                    <a16:rowId xmlns:a16="http://schemas.microsoft.com/office/drawing/2014/main" val="234194684"/>
                  </a:ext>
                </a:extLst>
              </a:tr>
              <a:tr h="370840">
                <a:tc>
                  <a:txBody>
                    <a:bodyPr/>
                    <a:lstStyle/>
                    <a:p>
                      <a:r>
                        <a:rPr kumimoji="1" lang="ja-JP" altLang="en-US" sz="1800" dirty="0">
                          <a:latin typeface="+mn-ea"/>
                          <a:ea typeface="+mn-ea"/>
                        </a:rPr>
                        <a:t>事前準備</a:t>
                      </a:r>
                    </a:p>
                  </a:txBody>
                  <a:tcPr/>
                </a:tc>
                <a:tc>
                  <a:txBody>
                    <a:bodyPr/>
                    <a:lstStyle/>
                    <a:p>
                      <a:r>
                        <a:rPr kumimoji="1" lang="ja-JP" altLang="en-US" sz="1800" dirty="0">
                          <a:latin typeface="+mn-ea"/>
                          <a:ea typeface="+mn-ea"/>
                        </a:rPr>
                        <a:t>ヒヤリング内容、確認内容、チェックポイントなどを事前に抽出</a:t>
                      </a:r>
                    </a:p>
                  </a:txBody>
                  <a:tcPr/>
                </a:tc>
                <a:extLst>
                  <a:ext uri="{0D108BD9-81ED-4DB2-BD59-A6C34878D82A}">
                    <a16:rowId xmlns:a16="http://schemas.microsoft.com/office/drawing/2014/main" val="1050711400"/>
                  </a:ext>
                </a:extLst>
              </a:tr>
              <a:tr h="370840">
                <a:tc>
                  <a:txBody>
                    <a:bodyPr/>
                    <a:lstStyle/>
                    <a:p>
                      <a:r>
                        <a:rPr kumimoji="1" lang="ja-JP" altLang="en-US" sz="1800" dirty="0">
                          <a:latin typeface="+mn-ea"/>
                          <a:ea typeface="+mn-ea"/>
                        </a:rPr>
                        <a:t>支援体制</a:t>
                      </a:r>
                    </a:p>
                  </a:txBody>
                  <a:tcPr/>
                </a:tc>
                <a:tc>
                  <a:txBody>
                    <a:bodyPr/>
                    <a:lstStyle/>
                    <a:p>
                      <a:r>
                        <a:rPr kumimoji="1" lang="en-US" altLang="ja-JP" sz="1800" dirty="0">
                          <a:latin typeface="+mn-ea"/>
                          <a:ea typeface="+mn-ea"/>
                        </a:rPr>
                        <a:t>NTT</a:t>
                      </a:r>
                      <a:r>
                        <a:rPr kumimoji="1" lang="ja-JP" altLang="en-US" sz="1800" dirty="0">
                          <a:latin typeface="+mn-ea"/>
                          <a:ea typeface="+mn-ea"/>
                        </a:rPr>
                        <a:t>データ、クニエ</a:t>
                      </a:r>
                    </a:p>
                  </a:txBody>
                  <a:tcPr/>
                </a:tc>
                <a:extLst>
                  <a:ext uri="{0D108BD9-81ED-4DB2-BD59-A6C34878D82A}">
                    <a16:rowId xmlns:a16="http://schemas.microsoft.com/office/drawing/2014/main" val="4077166586"/>
                  </a:ext>
                </a:extLst>
              </a:tr>
            </a:tbl>
          </a:graphicData>
        </a:graphic>
      </p:graphicFrame>
    </p:spTree>
    <p:extLst>
      <p:ext uri="{BB962C8B-B14F-4D97-AF65-F5344CB8AC3E}">
        <p14:creationId xmlns:p14="http://schemas.microsoft.com/office/powerpoint/2010/main" val="3466020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タイトル 3">
            <a:extLst>
              <a:ext uri="{FF2B5EF4-FFF2-40B4-BE49-F238E27FC236}">
                <a16:creationId xmlns:a16="http://schemas.microsoft.com/office/drawing/2014/main" id="{58D96D21-2EFD-43ED-A9E4-AFFC77EB30B5}"/>
              </a:ext>
            </a:extLst>
          </p:cNvPr>
          <p:cNvSpPr>
            <a:spLocks noGrp="1"/>
          </p:cNvSpPr>
          <p:nvPr>
            <p:ph type="title"/>
          </p:nvPr>
        </p:nvSpPr>
        <p:spPr>
          <a:xfrm>
            <a:off x="340549" y="1801776"/>
            <a:ext cx="5965360" cy="706928"/>
          </a:xfrm>
        </p:spPr>
        <p:txBody>
          <a:bodyPr anchor="ctr"/>
          <a:lstStyle/>
          <a:p>
            <a:r>
              <a:rPr lang="ja-JP" altLang="en-US" sz="2800" b="1" dirty="0">
                <a:solidFill>
                  <a:schemeClr val="bg1"/>
                </a:solidFill>
                <a:latin typeface="+mn-ea"/>
                <a:ea typeface="+mn-ea"/>
              </a:rPr>
              <a:t>データ管理（データマネジメント）</a:t>
            </a:r>
            <a:endParaRPr lang="en-US" sz="2800" b="1" dirty="0">
              <a:solidFill>
                <a:schemeClr val="bg1"/>
              </a:solidFill>
              <a:latin typeface="+mn-ea"/>
              <a:ea typeface="+mn-ea"/>
            </a:endParaRPr>
          </a:p>
        </p:txBody>
      </p:sp>
      <p:sp>
        <p:nvSpPr>
          <p:cNvPr id="9" name="テキスト プレースホルダー 8">
            <a:extLst>
              <a:ext uri="{FF2B5EF4-FFF2-40B4-BE49-F238E27FC236}">
                <a16:creationId xmlns:a16="http://schemas.microsoft.com/office/drawing/2014/main" id="{FE631B3A-9815-4B6E-AE88-B6E4E35041B0}"/>
              </a:ext>
            </a:extLst>
          </p:cNvPr>
          <p:cNvSpPr>
            <a:spLocks noGrp="1"/>
          </p:cNvSpPr>
          <p:nvPr>
            <p:ph type="body" sz="quarter" idx="4294967295"/>
          </p:nvPr>
        </p:nvSpPr>
        <p:spPr>
          <a:xfrm>
            <a:off x="758467" y="2705131"/>
            <a:ext cx="6401458" cy="1494336"/>
          </a:xfrm>
        </p:spPr>
        <p:txBody>
          <a:bodyPr anchor="ctr"/>
          <a:lstStyle/>
          <a:p>
            <a:r>
              <a:rPr lang="ja-JP" altLang="en-US" dirty="0">
                <a:solidFill>
                  <a:schemeClr val="bg1"/>
                </a:solidFill>
              </a:rPr>
              <a:t>５．データマネジメントのフロー</a:t>
            </a:r>
            <a:r>
              <a:rPr lang="en-US" altLang="ja-JP" dirty="0">
                <a:solidFill>
                  <a:schemeClr val="bg1"/>
                </a:solidFill>
              </a:rPr>
              <a:t>/</a:t>
            </a:r>
            <a:r>
              <a:rPr lang="ja-JP" altLang="en-US" dirty="0">
                <a:solidFill>
                  <a:schemeClr val="bg1"/>
                </a:solidFill>
              </a:rPr>
              <a:t>俯瞰図</a:t>
            </a:r>
            <a:endParaRPr lang="en-US" altLang="ja-JP" dirty="0">
              <a:solidFill>
                <a:schemeClr val="bg1"/>
              </a:solidFill>
            </a:endParaRPr>
          </a:p>
          <a:p>
            <a:r>
              <a:rPr lang="ja-JP" altLang="en-US" dirty="0">
                <a:solidFill>
                  <a:schemeClr val="bg1"/>
                </a:solidFill>
              </a:rPr>
              <a:t>６．役割定義</a:t>
            </a:r>
            <a:endParaRPr lang="en-US" dirty="0">
              <a:solidFill>
                <a:schemeClr val="bg1"/>
              </a:solidFill>
            </a:endParaRPr>
          </a:p>
        </p:txBody>
      </p:sp>
    </p:spTree>
    <p:extLst>
      <p:ext uri="{BB962C8B-B14F-4D97-AF65-F5344CB8AC3E}">
        <p14:creationId xmlns:p14="http://schemas.microsoft.com/office/powerpoint/2010/main" val="1282839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854B602-B067-4FAE-A00E-AC7D8B7E61BA}"/>
              </a:ext>
            </a:extLst>
          </p:cNvPr>
          <p:cNvSpPr>
            <a:spLocks noGrp="1"/>
          </p:cNvSpPr>
          <p:nvPr>
            <p:ph type="title"/>
          </p:nvPr>
        </p:nvSpPr>
        <p:spPr/>
        <p:txBody>
          <a:bodyPr>
            <a:normAutofit fontScale="90000"/>
          </a:bodyPr>
          <a:lstStyle/>
          <a:p>
            <a:r>
              <a:rPr lang="ja-JP" altLang="en-US" dirty="0"/>
              <a:t>５</a:t>
            </a:r>
            <a:r>
              <a:rPr lang="ja-JP" altLang="en-US" sz="2400" dirty="0"/>
              <a:t>．データマネジメントのフロー</a:t>
            </a:r>
            <a:r>
              <a:rPr lang="en-US" altLang="ja-JP" sz="2400" dirty="0"/>
              <a:t>/</a:t>
            </a:r>
            <a:r>
              <a:rPr lang="ja-JP" altLang="en-US" sz="2400" dirty="0"/>
              <a:t>俯瞰図</a:t>
            </a:r>
            <a:endParaRPr kumimoji="1" lang="ja-JP" altLang="en-US" dirty="0"/>
          </a:p>
        </p:txBody>
      </p:sp>
      <p:sp>
        <p:nvSpPr>
          <p:cNvPr id="146" name="テキスト プレースホルダー 3"/>
          <p:cNvSpPr>
            <a:spLocks noGrp="1"/>
          </p:cNvSpPr>
          <p:nvPr>
            <p:ph type="body" sz="quarter" idx="10"/>
          </p:nvPr>
        </p:nvSpPr>
        <p:spPr>
          <a:xfrm>
            <a:off x="271405" y="657645"/>
            <a:ext cx="9360000" cy="936000"/>
          </a:xfrm>
        </p:spPr>
        <p:txBody>
          <a:bodyPr anchor="ctr"/>
          <a:lstStyle/>
          <a:p>
            <a:pPr marL="285750" indent="-285750">
              <a:spcBef>
                <a:spcPts val="600"/>
              </a:spcBef>
              <a:buFont typeface="Wingdings" panose="05000000000000000000" pitchFamily="2" charset="2"/>
              <a:buChar char="l"/>
            </a:pPr>
            <a:r>
              <a:rPr kumimoji="1" lang="en-US" altLang="ja-JP" sz="1600" dirty="0"/>
              <a:t>MHI</a:t>
            </a:r>
            <a:r>
              <a:rPr kumimoji="1" lang="ja-JP" altLang="en-US" sz="1600" dirty="0"/>
              <a:t>グループでは他社と同様に、システムライフサイクルに従い、システムを構築し利用している</a:t>
            </a:r>
            <a:r>
              <a:rPr lang="ja-JP" altLang="en-US" sz="1600" dirty="0"/>
              <a:t>一方、データについてはデータライフサイクルに従った管理を回せていない状況ではないでしょうか（仮説）。</a:t>
            </a:r>
            <a:endParaRPr lang="en-US" altLang="ja-JP" sz="1600" dirty="0"/>
          </a:p>
          <a:p>
            <a:pPr marL="285750" indent="-285750">
              <a:spcBef>
                <a:spcPts val="600"/>
              </a:spcBef>
              <a:buFont typeface="Wingdings" panose="05000000000000000000" pitchFamily="2" charset="2"/>
              <a:buChar char="l"/>
            </a:pPr>
            <a:r>
              <a:rPr lang="ja-JP" altLang="en-US" sz="1600" dirty="0"/>
              <a:t>そこで手始めとして、データを一元管理するプロセス</a:t>
            </a:r>
            <a:r>
              <a:rPr lang="en-US" altLang="ja-JP" sz="1600" dirty="0"/>
              <a:t>(</a:t>
            </a:r>
            <a:r>
              <a:rPr lang="ja-JP" altLang="en-US" sz="1600" dirty="0"/>
              <a:t>点線枠内</a:t>
            </a:r>
            <a:r>
              <a:rPr lang="en-US" altLang="ja-JP" sz="1600" dirty="0"/>
              <a:t>)</a:t>
            </a:r>
            <a:r>
              <a:rPr lang="ja-JP" altLang="en-US" sz="1600" dirty="0"/>
              <a:t>を体験・検証し、有効性を評価します。</a:t>
            </a:r>
            <a:endParaRPr lang="en-US" altLang="ja-JP" sz="1600" dirty="0"/>
          </a:p>
        </p:txBody>
      </p:sp>
      <p:grpSp>
        <p:nvGrpSpPr>
          <p:cNvPr id="21" name="グループ化 20"/>
          <p:cNvGrpSpPr/>
          <p:nvPr/>
        </p:nvGrpSpPr>
        <p:grpSpPr>
          <a:xfrm>
            <a:off x="254825" y="1750925"/>
            <a:ext cx="9412482" cy="4420690"/>
            <a:chOff x="168565" y="1750925"/>
            <a:chExt cx="9412482" cy="4420690"/>
          </a:xfrm>
        </p:grpSpPr>
        <p:sp>
          <p:nvSpPr>
            <p:cNvPr id="26" name="正方形/長方形 7">
              <a:extLst>
                <a:ext uri="{FF2B5EF4-FFF2-40B4-BE49-F238E27FC236}">
                  <a16:creationId xmlns:a16="http://schemas.microsoft.com/office/drawing/2014/main" id="{271CD3D9-A9B2-5504-7BCE-DBDF0661A1E8}"/>
                </a:ext>
              </a:extLst>
            </p:cNvPr>
            <p:cNvSpPr/>
            <p:nvPr/>
          </p:nvSpPr>
          <p:spPr>
            <a:xfrm>
              <a:off x="508323" y="5971381"/>
              <a:ext cx="6426568" cy="19428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a:solidFill>
                    <a:schemeClr val="bg1">
                      <a:lumMod val="75000"/>
                    </a:schemeClr>
                  </a:solidFill>
                  <a:latin typeface="Meiryo UI" panose="020B0604030504040204" pitchFamily="50" charset="-128"/>
                  <a:ea typeface="Meiryo UI" panose="020B0604030504040204" pitchFamily="50" charset="-128"/>
                </a:rPr>
                <a:t>ビジネスメタデータ管理</a:t>
              </a:r>
              <a:endParaRPr lang="en-US" sz="1200" b="1" dirty="0">
                <a:solidFill>
                  <a:schemeClr val="bg1">
                    <a:lumMod val="75000"/>
                  </a:schemeClr>
                </a:solidFill>
                <a:latin typeface="Meiryo UI" panose="020B0604030504040204" pitchFamily="50" charset="-128"/>
                <a:ea typeface="Meiryo UI" panose="020B0604030504040204" pitchFamily="50" charset="-128"/>
              </a:endParaRPr>
            </a:p>
          </p:txBody>
        </p:sp>
        <p:sp>
          <p:nvSpPr>
            <p:cNvPr id="27" name="正方形/長方形 8">
              <a:extLst>
                <a:ext uri="{FF2B5EF4-FFF2-40B4-BE49-F238E27FC236}">
                  <a16:creationId xmlns:a16="http://schemas.microsoft.com/office/drawing/2014/main" id="{2435FC5A-D52D-0FF1-7676-15C719AB17DE}"/>
                </a:ext>
              </a:extLst>
            </p:cNvPr>
            <p:cNvSpPr/>
            <p:nvPr/>
          </p:nvSpPr>
          <p:spPr>
            <a:xfrm>
              <a:off x="5800638" y="3615615"/>
              <a:ext cx="3780408" cy="19428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Meiryo UI" panose="020B0604030504040204" pitchFamily="50" charset="-128"/>
                  <a:ea typeface="Meiryo UI" panose="020B0604030504040204" pitchFamily="50" charset="-128"/>
                </a:rPr>
                <a:t>データ</a:t>
              </a:r>
              <a:r>
                <a:rPr lang="ja-JP" altLang="en-US" sz="1200" b="1">
                  <a:latin typeface="Meiryo UI" panose="020B0604030504040204" pitchFamily="50" charset="-128"/>
                  <a:ea typeface="Meiryo UI" panose="020B0604030504040204" pitchFamily="50" charset="-128"/>
                </a:rPr>
                <a:t>品質管理</a:t>
              </a:r>
              <a:endParaRPr lang="en-US" sz="1200" b="1" dirty="0">
                <a:latin typeface="Meiryo UI" panose="020B0604030504040204" pitchFamily="50" charset="-128"/>
                <a:ea typeface="Meiryo UI" panose="020B0604030504040204" pitchFamily="50" charset="-128"/>
              </a:endParaRPr>
            </a:p>
          </p:txBody>
        </p:sp>
        <p:sp>
          <p:nvSpPr>
            <p:cNvPr id="28" name="正方形/長方形 9">
              <a:extLst>
                <a:ext uri="{FF2B5EF4-FFF2-40B4-BE49-F238E27FC236}">
                  <a16:creationId xmlns:a16="http://schemas.microsoft.com/office/drawing/2014/main" id="{9662E565-9DE5-8505-F306-9688C437045D}"/>
                </a:ext>
              </a:extLst>
            </p:cNvPr>
            <p:cNvSpPr/>
            <p:nvPr/>
          </p:nvSpPr>
          <p:spPr>
            <a:xfrm>
              <a:off x="3154480" y="1750925"/>
              <a:ext cx="6426567" cy="194289"/>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Meiryo UI" panose="020B0604030504040204" pitchFamily="50" charset="-128"/>
                  <a:ea typeface="Meiryo UI" panose="020B0604030504040204" pitchFamily="50" charset="-128"/>
                </a:rPr>
                <a:t>IT</a:t>
              </a:r>
              <a:r>
                <a:rPr lang="ja-JP" altLang="en-US" sz="1200" b="1">
                  <a:latin typeface="Meiryo UI" panose="020B0604030504040204" pitchFamily="50" charset="-128"/>
                  <a:ea typeface="Meiryo UI" panose="020B0604030504040204" pitchFamily="50" charset="-128"/>
                </a:rPr>
                <a:t>ガバナンス</a:t>
              </a:r>
              <a:endParaRPr lang="en-US" sz="1200" b="1" dirty="0">
                <a:latin typeface="Meiryo UI" panose="020B0604030504040204" pitchFamily="50" charset="-128"/>
                <a:ea typeface="Meiryo UI" panose="020B0604030504040204" pitchFamily="50" charset="-128"/>
              </a:endParaRPr>
            </a:p>
          </p:txBody>
        </p:sp>
        <p:sp>
          <p:nvSpPr>
            <p:cNvPr id="29" name="正方形/長方形 10">
              <a:extLst>
                <a:ext uri="{FF2B5EF4-FFF2-40B4-BE49-F238E27FC236}">
                  <a16:creationId xmlns:a16="http://schemas.microsoft.com/office/drawing/2014/main" id="{D869FA21-F933-88E5-5784-A36AADDCCACE}"/>
                </a:ext>
              </a:extLst>
            </p:cNvPr>
            <p:cNvSpPr/>
            <p:nvPr/>
          </p:nvSpPr>
          <p:spPr>
            <a:xfrm>
              <a:off x="5800639" y="1997401"/>
              <a:ext cx="3780408" cy="194289"/>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Meiryo UI" panose="020B0604030504040204" pitchFamily="50" charset="-128"/>
                  <a:ea typeface="Meiryo UI" panose="020B0604030504040204" pitchFamily="50" charset="-128"/>
                </a:rPr>
                <a:t>システム</a:t>
              </a:r>
              <a:r>
                <a:rPr lang="ja-JP" altLang="en-US" sz="1200" b="1">
                  <a:latin typeface="Meiryo UI" panose="020B0604030504040204" pitchFamily="50" charset="-128"/>
                  <a:ea typeface="Meiryo UI" panose="020B0604030504040204" pitchFamily="50" charset="-128"/>
                </a:rPr>
                <a:t>品質管理</a:t>
              </a:r>
              <a:endParaRPr lang="en-US" sz="1200" b="1" dirty="0">
                <a:latin typeface="Meiryo UI" panose="020B0604030504040204" pitchFamily="50" charset="-128"/>
                <a:ea typeface="Meiryo UI" panose="020B0604030504040204" pitchFamily="50" charset="-128"/>
              </a:endParaRPr>
            </a:p>
          </p:txBody>
        </p:sp>
        <p:sp>
          <p:nvSpPr>
            <p:cNvPr id="30" name="正方形/長方形 11">
              <a:extLst>
                <a:ext uri="{FF2B5EF4-FFF2-40B4-BE49-F238E27FC236}">
                  <a16:creationId xmlns:a16="http://schemas.microsoft.com/office/drawing/2014/main" id="{4E6351A7-F0A2-0B43-BA7B-4639900C3FB9}"/>
                </a:ext>
              </a:extLst>
            </p:cNvPr>
            <p:cNvSpPr/>
            <p:nvPr/>
          </p:nvSpPr>
          <p:spPr>
            <a:xfrm>
              <a:off x="508323" y="2592416"/>
              <a:ext cx="1134252" cy="388577"/>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Meiryo UI" panose="020B0604030504040204" pitchFamily="50" charset="-128"/>
                  <a:ea typeface="Meiryo UI" panose="020B0604030504040204" pitchFamily="50" charset="-128"/>
                </a:rPr>
                <a:t>IT</a:t>
              </a:r>
              <a:r>
                <a:rPr kumimoji="1" lang="ja-JP" altLang="en-US" sz="1200" b="1" dirty="0">
                  <a:latin typeface="Meiryo UI" panose="020B0604030504040204" pitchFamily="50" charset="-128"/>
                  <a:ea typeface="Meiryo UI" panose="020B0604030504040204" pitchFamily="50" charset="-128"/>
                </a:rPr>
                <a:t>全体方針</a:t>
              </a:r>
              <a:endParaRPr kumimoji="1" lang="en-US" altLang="ja-JP" sz="1200" b="1" dirty="0">
                <a:latin typeface="Meiryo UI" panose="020B0604030504040204" pitchFamily="50" charset="-128"/>
                <a:ea typeface="Meiryo UI" panose="020B0604030504040204" pitchFamily="50" charset="-128"/>
              </a:endParaRPr>
            </a:p>
            <a:p>
              <a:pPr algn="ctr"/>
              <a:r>
                <a:rPr lang="ja-JP" altLang="en-US" sz="1200" b="1" dirty="0">
                  <a:latin typeface="Meiryo UI" panose="020B0604030504040204" pitchFamily="50" charset="-128"/>
                  <a:ea typeface="Meiryo UI" panose="020B0604030504040204" pitchFamily="50" charset="-128"/>
                </a:rPr>
                <a:t>および</a:t>
              </a:r>
              <a:r>
                <a:rPr kumimoji="1" lang="ja-JP" altLang="en-US" sz="1200" b="1" dirty="0">
                  <a:latin typeface="Meiryo UI" panose="020B0604030504040204" pitchFamily="50" charset="-128"/>
                  <a:ea typeface="Meiryo UI" panose="020B0604030504040204" pitchFamily="50" charset="-128"/>
                </a:rPr>
                <a:t>戦略</a:t>
              </a:r>
              <a:endParaRPr kumimoji="1" lang="en-US" sz="1200" b="1" dirty="0">
                <a:latin typeface="Meiryo UI" panose="020B0604030504040204" pitchFamily="50" charset="-128"/>
                <a:ea typeface="Meiryo UI" panose="020B0604030504040204" pitchFamily="50" charset="-128"/>
              </a:endParaRPr>
            </a:p>
          </p:txBody>
        </p:sp>
        <p:sp>
          <p:nvSpPr>
            <p:cNvPr id="31" name="正方形/長方形 12">
              <a:extLst>
                <a:ext uri="{FF2B5EF4-FFF2-40B4-BE49-F238E27FC236}">
                  <a16:creationId xmlns:a16="http://schemas.microsoft.com/office/drawing/2014/main" id="{78C67E0A-0065-1592-2998-49B41AA697BB}"/>
                </a:ext>
              </a:extLst>
            </p:cNvPr>
            <p:cNvSpPr/>
            <p:nvPr/>
          </p:nvSpPr>
          <p:spPr>
            <a:xfrm>
              <a:off x="1831402" y="2592416"/>
              <a:ext cx="1134252" cy="388577"/>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latin typeface="Meiryo UI" panose="020B0604030504040204" pitchFamily="50" charset="-128"/>
                  <a:ea typeface="Meiryo UI" panose="020B0604030504040204" pitchFamily="50" charset="-128"/>
                </a:rPr>
                <a:t>IT</a:t>
              </a:r>
              <a:r>
                <a:rPr kumimoji="1" lang="ja-JP" altLang="en-US" sz="1200" b="1" dirty="0">
                  <a:latin typeface="Meiryo UI" panose="020B0604030504040204" pitchFamily="50" charset="-128"/>
                  <a:ea typeface="Meiryo UI" panose="020B0604030504040204" pitchFamily="50" charset="-128"/>
                </a:rPr>
                <a:t>中期計画</a:t>
              </a:r>
              <a:endParaRPr kumimoji="1" lang="en-US" sz="1200" b="1" dirty="0">
                <a:latin typeface="Meiryo UI" panose="020B0604030504040204" pitchFamily="50" charset="-128"/>
                <a:ea typeface="Meiryo UI" panose="020B0604030504040204" pitchFamily="50" charset="-128"/>
              </a:endParaRPr>
            </a:p>
          </p:txBody>
        </p:sp>
        <p:cxnSp>
          <p:nvCxnSpPr>
            <p:cNvPr id="32" name="直線矢印コネクタ 13">
              <a:extLst>
                <a:ext uri="{FF2B5EF4-FFF2-40B4-BE49-F238E27FC236}">
                  <a16:creationId xmlns:a16="http://schemas.microsoft.com/office/drawing/2014/main" id="{583D3551-8139-F110-2ACF-F2BA1386D4E4}"/>
                </a:ext>
              </a:extLst>
            </p:cNvPr>
            <p:cNvCxnSpPr>
              <a:cxnSpLocks/>
              <a:stCxn id="30" idx="3"/>
              <a:endCxn id="31" idx="1"/>
            </p:cNvCxnSpPr>
            <p:nvPr/>
          </p:nvCxnSpPr>
          <p:spPr>
            <a:xfrm>
              <a:off x="1642575" y="2786704"/>
              <a:ext cx="188827" cy="0"/>
            </a:xfrm>
            <a:prstGeom prst="straightConnector1">
              <a:avLst/>
            </a:prstGeom>
            <a:noFill/>
            <a:ln w="9525" cap="flat" cmpd="sng" algn="ctr">
              <a:solidFill>
                <a:srgbClr val="0076A8"/>
              </a:solidFill>
              <a:prstDash val="solid"/>
              <a:tailEnd type="triangle"/>
            </a:ln>
            <a:effectLst/>
          </p:spPr>
        </p:cxnSp>
        <p:sp>
          <p:nvSpPr>
            <p:cNvPr id="33" name="正方形/長方形 14">
              <a:extLst>
                <a:ext uri="{FF2B5EF4-FFF2-40B4-BE49-F238E27FC236}">
                  <a16:creationId xmlns:a16="http://schemas.microsoft.com/office/drawing/2014/main" id="{336B1822-487B-5AAA-8B46-D601B6126254}"/>
                </a:ext>
              </a:extLst>
            </p:cNvPr>
            <p:cNvSpPr/>
            <p:nvPr/>
          </p:nvSpPr>
          <p:spPr>
            <a:xfrm>
              <a:off x="3154481" y="2592416"/>
              <a:ext cx="1134252" cy="388577"/>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algn="ctr"/>
              <a:r>
                <a:rPr kumimoji="1" lang="ja-JP" altLang="en-US" sz="1200" b="1" dirty="0">
                  <a:latin typeface="Meiryo UI" panose="020B0604030504040204" pitchFamily="50" charset="-128"/>
                  <a:ea typeface="Meiryo UI" panose="020B0604030504040204" pitchFamily="50" charset="-128"/>
                </a:rPr>
                <a:t>エンタープライズ</a:t>
              </a:r>
              <a:endParaRPr kumimoji="1" lang="en-US" altLang="ja-JP" sz="1200" b="1" dirty="0">
                <a:latin typeface="Meiryo UI" panose="020B0604030504040204" pitchFamily="50" charset="-128"/>
                <a:ea typeface="Meiryo UI" panose="020B0604030504040204" pitchFamily="50" charset="-128"/>
              </a:endParaRPr>
            </a:p>
            <a:p>
              <a:pPr algn="ctr"/>
              <a:r>
                <a:rPr kumimoji="1" lang="ja-JP" altLang="en-US" sz="1200" b="1" dirty="0">
                  <a:latin typeface="Meiryo UI" panose="020B0604030504040204" pitchFamily="50" charset="-128"/>
                  <a:ea typeface="Meiryo UI" panose="020B0604030504040204" pitchFamily="50" charset="-128"/>
                </a:rPr>
                <a:t>アーキテクチャー</a:t>
              </a:r>
              <a:endParaRPr kumimoji="1" lang="en-US" sz="1200" b="1" dirty="0">
                <a:latin typeface="Meiryo UI" panose="020B0604030504040204" pitchFamily="50" charset="-128"/>
                <a:ea typeface="Meiryo UI" panose="020B0604030504040204" pitchFamily="50" charset="-128"/>
              </a:endParaRPr>
            </a:p>
          </p:txBody>
        </p:sp>
        <p:cxnSp>
          <p:nvCxnSpPr>
            <p:cNvPr id="34" name="直線矢印コネクタ 15">
              <a:extLst>
                <a:ext uri="{FF2B5EF4-FFF2-40B4-BE49-F238E27FC236}">
                  <a16:creationId xmlns:a16="http://schemas.microsoft.com/office/drawing/2014/main" id="{A434FD27-22C0-CC82-EAB5-DD70B372F62F}"/>
                </a:ext>
              </a:extLst>
            </p:cNvPr>
            <p:cNvCxnSpPr>
              <a:cxnSpLocks/>
              <a:stCxn id="31" idx="3"/>
              <a:endCxn id="33" idx="1"/>
            </p:cNvCxnSpPr>
            <p:nvPr/>
          </p:nvCxnSpPr>
          <p:spPr>
            <a:xfrm>
              <a:off x="2965654" y="2786704"/>
              <a:ext cx="188827" cy="0"/>
            </a:xfrm>
            <a:prstGeom prst="straightConnector1">
              <a:avLst/>
            </a:prstGeom>
            <a:noFill/>
            <a:ln w="9525" cap="flat" cmpd="sng" algn="ctr">
              <a:solidFill>
                <a:srgbClr val="0076A8"/>
              </a:solidFill>
              <a:prstDash val="solid"/>
              <a:tailEnd type="triangle"/>
            </a:ln>
            <a:effectLst/>
          </p:spPr>
        </p:cxnSp>
        <p:sp>
          <p:nvSpPr>
            <p:cNvPr id="35" name="正方形/長方形 16">
              <a:extLst>
                <a:ext uri="{FF2B5EF4-FFF2-40B4-BE49-F238E27FC236}">
                  <a16:creationId xmlns:a16="http://schemas.microsoft.com/office/drawing/2014/main" id="{E83FCB89-314A-6A86-F9E6-3ED203F931BF}"/>
                </a:ext>
              </a:extLst>
            </p:cNvPr>
            <p:cNvSpPr/>
            <p:nvPr/>
          </p:nvSpPr>
          <p:spPr>
            <a:xfrm>
              <a:off x="4477560" y="2592416"/>
              <a:ext cx="1134252" cy="388577"/>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Meiryo UI" panose="020B0604030504040204" pitchFamily="50" charset="-128"/>
                  <a:ea typeface="Meiryo UI" panose="020B0604030504040204" pitchFamily="50" charset="-128"/>
                </a:rPr>
                <a:t>全体計画管理</a:t>
              </a:r>
              <a:endParaRPr kumimoji="1" lang="en-US" sz="1200" b="1" dirty="0">
                <a:latin typeface="Meiryo UI" panose="020B0604030504040204" pitchFamily="50" charset="-128"/>
                <a:ea typeface="Meiryo UI" panose="020B0604030504040204" pitchFamily="50" charset="-128"/>
              </a:endParaRPr>
            </a:p>
          </p:txBody>
        </p:sp>
        <p:sp>
          <p:nvSpPr>
            <p:cNvPr id="36" name="正方形/長方形 17">
              <a:extLst>
                <a:ext uri="{FF2B5EF4-FFF2-40B4-BE49-F238E27FC236}">
                  <a16:creationId xmlns:a16="http://schemas.microsoft.com/office/drawing/2014/main" id="{4DD97681-C4C9-2C36-98E5-21EAD274717C}"/>
                </a:ext>
              </a:extLst>
            </p:cNvPr>
            <p:cNvSpPr/>
            <p:nvPr/>
          </p:nvSpPr>
          <p:spPr>
            <a:xfrm>
              <a:off x="5800639" y="2592416"/>
              <a:ext cx="1134252" cy="388577"/>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Meiryo UI" panose="020B0604030504040204" pitchFamily="50" charset="-128"/>
                  <a:ea typeface="Meiryo UI" panose="020B0604030504040204" pitchFamily="50" charset="-128"/>
                </a:rPr>
                <a:t>個別開発</a:t>
              </a:r>
              <a:r>
                <a:rPr kumimoji="1" lang="en-US" altLang="ja-JP" sz="1200" b="1" dirty="0">
                  <a:latin typeface="Meiryo UI" panose="020B0604030504040204" pitchFamily="50" charset="-128"/>
                  <a:ea typeface="Meiryo UI" panose="020B0604030504040204" pitchFamily="50" charset="-128"/>
                </a:rPr>
                <a:t>PJ</a:t>
              </a:r>
              <a:endParaRPr kumimoji="1" lang="en-US" sz="1200" b="1" dirty="0">
                <a:latin typeface="Meiryo UI" panose="020B0604030504040204" pitchFamily="50" charset="-128"/>
                <a:ea typeface="Meiryo UI" panose="020B0604030504040204" pitchFamily="50" charset="-128"/>
              </a:endParaRPr>
            </a:p>
          </p:txBody>
        </p:sp>
        <p:sp>
          <p:nvSpPr>
            <p:cNvPr id="37" name="正方形/長方形 18">
              <a:extLst>
                <a:ext uri="{FF2B5EF4-FFF2-40B4-BE49-F238E27FC236}">
                  <a16:creationId xmlns:a16="http://schemas.microsoft.com/office/drawing/2014/main" id="{80BE1237-3140-055D-57B8-0B1D0867A835}"/>
                </a:ext>
              </a:extLst>
            </p:cNvPr>
            <p:cNvSpPr/>
            <p:nvPr/>
          </p:nvSpPr>
          <p:spPr>
            <a:xfrm>
              <a:off x="7123718" y="2592416"/>
              <a:ext cx="1134252" cy="388577"/>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Meiryo UI" panose="020B0604030504040204" pitchFamily="50" charset="-128"/>
                  <a:ea typeface="Meiryo UI" panose="020B0604030504040204" pitchFamily="50" charset="-128"/>
                </a:rPr>
                <a:t>運用・保守</a:t>
              </a:r>
              <a:endParaRPr kumimoji="1" lang="en-US" sz="1200" b="1" dirty="0">
                <a:latin typeface="Meiryo UI" panose="020B0604030504040204" pitchFamily="50" charset="-128"/>
                <a:ea typeface="Meiryo UI" panose="020B0604030504040204" pitchFamily="50" charset="-128"/>
              </a:endParaRPr>
            </a:p>
          </p:txBody>
        </p:sp>
        <p:sp>
          <p:nvSpPr>
            <p:cNvPr id="38" name="正方形/長方形 19">
              <a:extLst>
                <a:ext uri="{FF2B5EF4-FFF2-40B4-BE49-F238E27FC236}">
                  <a16:creationId xmlns:a16="http://schemas.microsoft.com/office/drawing/2014/main" id="{FFD70F84-275A-9437-CD95-3922D019D335}"/>
                </a:ext>
              </a:extLst>
            </p:cNvPr>
            <p:cNvSpPr/>
            <p:nvPr/>
          </p:nvSpPr>
          <p:spPr>
            <a:xfrm>
              <a:off x="8446795" y="2592416"/>
              <a:ext cx="1134252" cy="388577"/>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Meiryo UI" panose="020B0604030504040204" pitchFamily="50" charset="-128"/>
                  <a:ea typeface="Meiryo UI" panose="020B0604030504040204" pitchFamily="50" charset="-128"/>
                </a:rPr>
                <a:t>廃止</a:t>
              </a:r>
              <a:endParaRPr kumimoji="1" lang="en-US" sz="1200" b="1" dirty="0">
                <a:latin typeface="Meiryo UI" panose="020B0604030504040204" pitchFamily="50" charset="-128"/>
                <a:ea typeface="Meiryo UI" panose="020B0604030504040204" pitchFamily="50" charset="-128"/>
              </a:endParaRPr>
            </a:p>
          </p:txBody>
        </p:sp>
        <p:cxnSp>
          <p:nvCxnSpPr>
            <p:cNvPr id="39" name="直線矢印コネクタ 20">
              <a:extLst>
                <a:ext uri="{FF2B5EF4-FFF2-40B4-BE49-F238E27FC236}">
                  <a16:creationId xmlns:a16="http://schemas.microsoft.com/office/drawing/2014/main" id="{785D9FF9-8779-E48A-C5E1-EA89A9B47A4E}"/>
                </a:ext>
              </a:extLst>
            </p:cNvPr>
            <p:cNvCxnSpPr>
              <a:cxnSpLocks/>
              <a:stCxn id="33" idx="3"/>
              <a:endCxn id="35" idx="1"/>
            </p:cNvCxnSpPr>
            <p:nvPr/>
          </p:nvCxnSpPr>
          <p:spPr>
            <a:xfrm>
              <a:off x="4288733" y="2786704"/>
              <a:ext cx="188827" cy="0"/>
            </a:xfrm>
            <a:prstGeom prst="straightConnector1">
              <a:avLst/>
            </a:prstGeom>
            <a:noFill/>
            <a:ln w="9525" cap="flat" cmpd="sng" algn="ctr">
              <a:solidFill>
                <a:srgbClr val="0076A8"/>
              </a:solidFill>
              <a:prstDash val="solid"/>
              <a:tailEnd type="triangle"/>
            </a:ln>
            <a:effectLst/>
          </p:spPr>
        </p:cxnSp>
        <p:cxnSp>
          <p:nvCxnSpPr>
            <p:cNvPr id="40" name="直線矢印コネクタ 21">
              <a:extLst>
                <a:ext uri="{FF2B5EF4-FFF2-40B4-BE49-F238E27FC236}">
                  <a16:creationId xmlns:a16="http://schemas.microsoft.com/office/drawing/2014/main" id="{66741C2C-A21D-9DCF-226C-A748F0980830}"/>
                </a:ext>
              </a:extLst>
            </p:cNvPr>
            <p:cNvCxnSpPr>
              <a:cxnSpLocks/>
              <a:stCxn id="35" idx="3"/>
              <a:endCxn id="36" idx="1"/>
            </p:cNvCxnSpPr>
            <p:nvPr/>
          </p:nvCxnSpPr>
          <p:spPr>
            <a:xfrm>
              <a:off x="5611812" y="2786704"/>
              <a:ext cx="188827" cy="0"/>
            </a:xfrm>
            <a:prstGeom prst="straightConnector1">
              <a:avLst/>
            </a:prstGeom>
            <a:noFill/>
            <a:ln w="9525" cap="flat" cmpd="sng" algn="ctr">
              <a:solidFill>
                <a:srgbClr val="0076A8"/>
              </a:solidFill>
              <a:prstDash val="solid"/>
              <a:tailEnd type="triangle"/>
            </a:ln>
            <a:effectLst/>
          </p:spPr>
        </p:cxnSp>
        <p:cxnSp>
          <p:nvCxnSpPr>
            <p:cNvPr id="41" name="直線矢印コネクタ 22">
              <a:extLst>
                <a:ext uri="{FF2B5EF4-FFF2-40B4-BE49-F238E27FC236}">
                  <a16:creationId xmlns:a16="http://schemas.microsoft.com/office/drawing/2014/main" id="{89D47164-6C77-D511-1148-F05B7A7CA532}"/>
                </a:ext>
              </a:extLst>
            </p:cNvPr>
            <p:cNvCxnSpPr>
              <a:cxnSpLocks/>
              <a:stCxn id="36" idx="3"/>
              <a:endCxn id="37" idx="1"/>
            </p:cNvCxnSpPr>
            <p:nvPr/>
          </p:nvCxnSpPr>
          <p:spPr>
            <a:xfrm>
              <a:off x="6934891" y="2786704"/>
              <a:ext cx="188827" cy="0"/>
            </a:xfrm>
            <a:prstGeom prst="straightConnector1">
              <a:avLst/>
            </a:prstGeom>
            <a:noFill/>
            <a:ln w="9525" cap="flat" cmpd="sng" algn="ctr">
              <a:solidFill>
                <a:srgbClr val="0076A8"/>
              </a:solidFill>
              <a:prstDash val="solid"/>
              <a:tailEnd type="triangle"/>
            </a:ln>
            <a:effectLst/>
          </p:spPr>
        </p:cxnSp>
        <p:cxnSp>
          <p:nvCxnSpPr>
            <p:cNvPr id="42" name="直線矢印コネクタ 23">
              <a:extLst>
                <a:ext uri="{FF2B5EF4-FFF2-40B4-BE49-F238E27FC236}">
                  <a16:creationId xmlns:a16="http://schemas.microsoft.com/office/drawing/2014/main" id="{9EFD4778-5D2F-DA66-908E-3FBE4EEB0FCF}"/>
                </a:ext>
              </a:extLst>
            </p:cNvPr>
            <p:cNvCxnSpPr>
              <a:cxnSpLocks/>
              <a:stCxn id="37" idx="3"/>
              <a:endCxn id="38" idx="1"/>
            </p:cNvCxnSpPr>
            <p:nvPr/>
          </p:nvCxnSpPr>
          <p:spPr>
            <a:xfrm>
              <a:off x="8257970" y="2786704"/>
              <a:ext cx="188825" cy="0"/>
            </a:xfrm>
            <a:prstGeom prst="straightConnector1">
              <a:avLst/>
            </a:prstGeom>
            <a:noFill/>
            <a:ln w="9525" cap="flat" cmpd="sng" algn="ctr">
              <a:solidFill>
                <a:srgbClr val="0076A8"/>
              </a:solidFill>
              <a:prstDash val="solid"/>
              <a:tailEnd type="triangle"/>
            </a:ln>
            <a:effectLst/>
          </p:spPr>
        </p:cxnSp>
        <p:sp>
          <p:nvSpPr>
            <p:cNvPr id="43" name="正方形/長方形 24">
              <a:extLst>
                <a:ext uri="{FF2B5EF4-FFF2-40B4-BE49-F238E27FC236}">
                  <a16:creationId xmlns:a16="http://schemas.microsoft.com/office/drawing/2014/main" id="{8296EE71-0748-7970-6A3A-128394D36AD2}"/>
                </a:ext>
              </a:extLst>
            </p:cNvPr>
            <p:cNvSpPr/>
            <p:nvPr/>
          </p:nvSpPr>
          <p:spPr>
            <a:xfrm>
              <a:off x="7123718" y="3091964"/>
              <a:ext cx="1134252" cy="388577"/>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Meiryo UI" panose="020B0604030504040204" pitchFamily="50" charset="-128"/>
                  <a:ea typeface="Meiryo UI" panose="020B0604030504040204" pitchFamily="50" charset="-128"/>
                </a:rPr>
                <a:t>改善・改修</a:t>
              </a:r>
              <a:endParaRPr lang="en-US" altLang="ja-JP" sz="1200" b="1" dirty="0">
                <a:latin typeface="Meiryo UI" panose="020B0604030504040204" pitchFamily="50" charset="-128"/>
                <a:ea typeface="Meiryo UI" panose="020B0604030504040204" pitchFamily="50" charset="-128"/>
              </a:endParaRPr>
            </a:p>
            <a:p>
              <a:pPr algn="ctr"/>
              <a:r>
                <a:rPr lang="ja-JP" altLang="en-US" sz="1200" b="1" dirty="0">
                  <a:latin typeface="Meiryo UI" panose="020B0604030504040204" pitchFamily="50" charset="-128"/>
                  <a:ea typeface="Meiryo UI" panose="020B0604030504040204" pitchFamily="50" charset="-128"/>
                </a:rPr>
                <a:t>要件</a:t>
              </a:r>
              <a:endParaRPr lang="en-US" sz="1200" b="1" dirty="0">
                <a:latin typeface="Meiryo UI" panose="020B0604030504040204" pitchFamily="50" charset="-128"/>
                <a:ea typeface="Meiryo UI" panose="020B0604030504040204" pitchFamily="50" charset="-128"/>
              </a:endParaRPr>
            </a:p>
          </p:txBody>
        </p:sp>
        <p:sp>
          <p:nvSpPr>
            <p:cNvPr id="44" name="正方形/長方形 25">
              <a:extLst>
                <a:ext uri="{FF2B5EF4-FFF2-40B4-BE49-F238E27FC236}">
                  <a16:creationId xmlns:a16="http://schemas.microsoft.com/office/drawing/2014/main" id="{65C38C60-BB14-3249-5F7F-40DA35FD2E60}"/>
                </a:ext>
              </a:extLst>
            </p:cNvPr>
            <p:cNvSpPr/>
            <p:nvPr/>
          </p:nvSpPr>
          <p:spPr>
            <a:xfrm>
              <a:off x="5800639" y="3091964"/>
              <a:ext cx="1134252" cy="388577"/>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Meiryo UI" panose="020B0604030504040204" pitchFamily="50" charset="-128"/>
                  <a:ea typeface="Meiryo UI" panose="020B0604030504040204" pitchFamily="50" charset="-128"/>
                </a:rPr>
                <a:t>改修計画</a:t>
              </a:r>
              <a:endParaRPr kumimoji="1" lang="en-US" sz="1200" b="1" dirty="0">
                <a:latin typeface="Meiryo UI" panose="020B0604030504040204" pitchFamily="50" charset="-128"/>
                <a:ea typeface="Meiryo UI" panose="020B0604030504040204" pitchFamily="50" charset="-128"/>
              </a:endParaRPr>
            </a:p>
          </p:txBody>
        </p:sp>
        <p:cxnSp>
          <p:nvCxnSpPr>
            <p:cNvPr id="45" name="直線矢印コネクタ 26">
              <a:extLst>
                <a:ext uri="{FF2B5EF4-FFF2-40B4-BE49-F238E27FC236}">
                  <a16:creationId xmlns:a16="http://schemas.microsoft.com/office/drawing/2014/main" id="{D24146FA-549C-6684-1153-2580081B2C2E}"/>
                </a:ext>
              </a:extLst>
            </p:cNvPr>
            <p:cNvCxnSpPr>
              <a:cxnSpLocks/>
              <a:stCxn id="37" idx="2"/>
              <a:endCxn id="43" idx="0"/>
            </p:cNvCxnSpPr>
            <p:nvPr/>
          </p:nvCxnSpPr>
          <p:spPr>
            <a:xfrm>
              <a:off x="7690844" y="2980993"/>
              <a:ext cx="0" cy="110971"/>
            </a:xfrm>
            <a:prstGeom prst="straightConnector1">
              <a:avLst/>
            </a:prstGeom>
            <a:noFill/>
            <a:ln w="9525" cap="flat" cmpd="sng" algn="ctr">
              <a:solidFill>
                <a:srgbClr val="0076A8"/>
              </a:solidFill>
              <a:prstDash val="solid"/>
              <a:tailEnd type="triangle"/>
            </a:ln>
            <a:effectLst/>
          </p:spPr>
        </p:cxnSp>
        <p:cxnSp>
          <p:nvCxnSpPr>
            <p:cNvPr id="46" name="直線矢印コネクタ 27">
              <a:extLst>
                <a:ext uri="{FF2B5EF4-FFF2-40B4-BE49-F238E27FC236}">
                  <a16:creationId xmlns:a16="http://schemas.microsoft.com/office/drawing/2014/main" id="{FDCB8836-B0D2-4CC1-E771-21C79F779A47}"/>
                </a:ext>
              </a:extLst>
            </p:cNvPr>
            <p:cNvCxnSpPr>
              <a:cxnSpLocks/>
              <a:stCxn id="43" idx="1"/>
              <a:endCxn id="44" idx="3"/>
            </p:cNvCxnSpPr>
            <p:nvPr/>
          </p:nvCxnSpPr>
          <p:spPr>
            <a:xfrm flipH="1">
              <a:off x="6934891" y="3286252"/>
              <a:ext cx="188827" cy="0"/>
            </a:xfrm>
            <a:prstGeom prst="straightConnector1">
              <a:avLst/>
            </a:prstGeom>
            <a:noFill/>
            <a:ln w="9525" cap="flat" cmpd="sng" algn="ctr">
              <a:solidFill>
                <a:srgbClr val="0076A8"/>
              </a:solidFill>
              <a:prstDash val="solid"/>
              <a:tailEnd type="triangle"/>
            </a:ln>
            <a:effectLst/>
          </p:spPr>
        </p:cxnSp>
        <p:cxnSp>
          <p:nvCxnSpPr>
            <p:cNvPr id="47" name="直線矢印コネクタ 28">
              <a:extLst>
                <a:ext uri="{FF2B5EF4-FFF2-40B4-BE49-F238E27FC236}">
                  <a16:creationId xmlns:a16="http://schemas.microsoft.com/office/drawing/2014/main" id="{D69D31B0-2CD7-C7E7-FF65-62E6DCD6D9CF}"/>
                </a:ext>
              </a:extLst>
            </p:cNvPr>
            <p:cNvCxnSpPr>
              <a:cxnSpLocks/>
              <a:stCxn id="44" idx="0"/>
              <a:endCxn id="36" idx="2"/>
            </p:cNvCxnSpPr>
            <p:nvPr/>
          </p:nvCxnSpPr>
          <p:spPr>
            <a:xfrm flipV="1">
              <a:off x="6367765" y="2980993"/>
              <a:ext cx="0" cy="110971"/>
            </a:xfrm>
            <a:prstGeom prst="straightConnector1">
              <a:avLst/>
            </a:prstGeom>
            <a:noFill/>
            <a:ln w="9525" cap="flat" cmpd="sng" algn="ctr">
              <a:solidFill>
                <a:srgbClr val="0076A8"/>
              </a:solidFill>
              <a:prstDash val="solid"/>
              <a:tailEnd type="triangle"/>
            </a:ln>
            <a:effectLst/>
          </p:spPr>
        </p:cxnSp>
        <p:sp>
          <p:nvSpPr>
            <p:cNvPr id="48" name="正方形/長方形 29">
              <a:extLst>
                <a:ext uri="{FF2B5EF4-FFF2-40B4-BE49-F238E27FC236}">
                  <a16:creationId xmlns:a16="http://schemas.microsoft.com/office/drawing/2014/main" id="{C1A9C391-413C-F554-C6F7-E26F727C9A5F}"/>
                </a:ext>
              </a:extLst>
            </p:cNvPr>
            <p:cNvSpPr/>
            <p:nvPr/>
          </p:nvSpPr>
          <p:spPr>
            <a:xfrm>
              <a:off x="3154481" y="3950296"/>
              <a:ext cx="1134252" cy="3885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latin typeface="Meiryo UI" panose="020B0604030504040204" pitchFamily="50" charset="-128"/>
                  <a:ea typeface="Meiryo UI" panose="020B0604030504040204" pitchFamily="50" charset="-128"/>
                </a:rPr>
                <a:t>データ</a:t>
              </a:r>
              <a:br>
                <a:rPr kumimoji="1" lang="en-US" altLang="ja-JP" sz="1100" b="1" dirty="0">
                  <a:latin typeface="Meiryo UI" panose="020B0604030504040204" pitchFamily="50" charset="-128"/>
                  <a:ea typeface="Meiryo UI" panose="020B0604030504040204" pitchFamily="50" charset="-128"/>
                </a:rPr>
              </a:br>
              <a:r>
                <a:rPr kumimoji="1" lang="ja-JP" altLang="en-US" sz="1100" b="1" dirty="0">
                  <a:latin typeface="Meiryo UI" panose="020B0604030504040204" pitchFamily="50" charset="-128"/>
                  <a:ea typeface="Meiryo UI" panose="020B0604030504040204" pitchFamily="50" charset="-128"/>
                </a:rPr>
                <a:t>アーキテクチャー</a:t>
              </a:r>
              <a:endParaRPr kumimoji="1" lang="en-US" sz="1100" b="1" dirty="0">
                <a:latin typeface="Meiryo UI" panose="020B0604030504040204" pitchFamily="50" charset="-128"/>
                <a:ea typeface="Meiryo UI" panose="020B0604030504040204" pitchFamily="50" charset="-128"/>
              </a:endParaRPr>
            </a:p>
          </p:txBody>
        </p:sp>
        <p:cxnSp>
          <p:nvCxnSpPr>
            <p:cNvPr id="49" name="直線矢印コネクタ 30">
              <a:extLst>
                <a:ext uri="{FF2B5EF4-FFF2-40B4-BE49-F238E27FC236}">
                  <a16:creationId xmlns:a16="http://schemas.microsoft.com/office/drawing/2014/main" id="{11766860-F727-FE0B-36EF-C568F37C6B4C}"/>
                </a:ext>
              </a:extLst>
            </p:cNvPr>
            <p:cNvCxnSpPr>
              <a:cxnSpLocks/>
              <a:stCxn id="33" idx="2"/>
              <a:endCxn id="48" idx="0"/>
            </p:cNvCxnSpPr>
            <p:nvPr/>
          </p:nvCxnSpPr>
          <p:spPr>
            <a:xfrm>
              <a:off x="3721607" y="2980993"/>
              <a:ext cx="0" cy="969303"/>
            </a:xfrm>
            <a:prstGeom prst="straightConnector1">
              <a:avLst/>
            </a:prstGeom>
            <a:noFill/>
            <a:ln w="9525" cap="flat" cmpd="sng" algn="ctr">
              <a:solidFill>
                <a:srgbClr val="0076A8"/>
              </a:solidFill>
              <a:prstDash val="solid"/>
              <a:headEnd type="triangle" w="med" len="med"/>
              <a:tailEnd type="triangle" w="med" len="med"/>
            </a:ln>
            <a:effectLst/>
          </p:spPr>
        </p:cxnSp>
        <p:sp>
          <p:nvSpPr>
            <p:cNvPr id="50" name="正方形/長方形 31">
              <a:extLst>
                <a:ext uri="{FF2B5EF4-FFF2-40B4-BE49-F238E27FC236}">
                  <a16:creationId xmlns:a16="http://schemas.microsoft.com/office/drawing/2014/main" id="{CEDE224D-D440-33CE-F52A-5753E485B7A0}"/>
                </a:ext>
              </a:extLst>
            </p:cNvPr>
            <p:cNvSpPr/>
            <p:nvPr/>
          </p:nvSpPr>
          <p:spPr>
            <a:xfrm>
              <a:off x="4477560" y="3950296"/>
              <a:ext cx="1134252" cy="3885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Meiryo UI" panose="020B0604030504040204" pitchFamily="50" charset="-128"/>
                  <a:ea typeface="Meiryo UI" panose="020B0604030504040204" pitchFamily="50" charset="-128"/>
                </a:rPr>
                <a:t>データモデル</a:t>
              </a:r>
              <a:endParaRPr kumimoji="1" lang="en-US" sz="1200" b="1" dirty="0">
                <a:latin typeface="Meiryo UI" panose="020B0604030504040204" pitchFamily="50" charset="-128"/>
                <a:ea typeface="Meiryo UI" panose="020B0604030504040204" pitchFamily="50" charset="-128"/>
              </a:endParaRPr>
            </a:p>
          </p:txBody>
        </p:sp>
        <p:cxnSp>
          <p:nvCxnSpPr>
            <p:cNvPr id="51" name="直線矢印コネクタ 32">
              <a:extLst>
                <a:ext uri="{FF2B5EF4-FFF2-40B4-BE49-F238E27FC236}">
                  <a16:creationId xmlns:a16="http://schemas.microsoft.com/office/drawing/2014/main" id="{39BCE721-208C-9CC5-FBA7-F6F7CD038727}"/>
                </a:ext>
              </a:extLst>
            </p:cNvPr>
            <p:cNvCxnSpPr>
              <a:cxnSpLocks/>
              <a:stCxn id="48" idx="3"/>
              <a:endCxn id="50" idx="1"/>
            </p:cNvCxnSpPr>
            <p:nvPr/>
          </p:nvCxnSpPr>
          <p:spPr>
            <a:xfrm>
              <a:off x="4288733" y="4144584"/>
              <a:ext cx="188827" cy="0"/>
            </a:xfrm>
            <a:prstGeom prst="straightConnector1">
              <a:avLst/>
            </a:prstGeom>
            <a:noFill/>
            <a:ln w="9525" cap="flat" cmpd="sng" algn="ctr">
              <a:solidFill>
                <a:srgbClr val="0076A8"/>
              </a:solidFill>
              <a:prstDash val="solid"/>
              <a:tailEnd type="triangle"/>
            </a:ln>
            <a:effectLst/>
          </p:spPr>
        </p:cxnSp>
        <p:sp>
          <p:nvSpPr>
            <p:cNvPr id="52" name="正方形/長方形 33">
              <a:extLst>
                <a:ext uri="{FF2B5EF4-FFF2-40B4-BE49-F238E27FC236}">
                  <a16:creationId xmlns:a16="http://schemas.microsoft.com/office/drawing/2014/main" id="{6A7AAA94-CC24-078D-769B-129363216059}"/>
                </a:ext>
              </a:extLst>
            </p:cNvPr>
            <p:cNvSpPr/>
            <p:nvPr/>
          </p:nvSpPr>
          <p:spPr>
            <a:xfrm>
              <a:off x="5800639" y="3950296"/>
              <a:ext cx="1134252" cy="3885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Meiryo UI" panose="020B0604030504040204" pitchFamily="50" charset="-128"/>
                  <a:ea typeface="Meiryo UI" panose="020B0604030504040204" pitchFamily="50" charset="-128"/>
                </a:rPr>
                <a:t>ソースデータの生成</a:t>
              </a:r>
              <a:endParaRPr kumimoji="1" lang="en-US" sz="1200" b="1" dirty="0">
                <a:latin typeface="Meiryo UI" panose="020B0604030504040204" pitchFamily="50" charset="-128"/>
                <a:ea typeface="Meiryo UI" panose="020B0604030504040204" pitchFamily="50" charset="-128"/>
              </a:endParaRPr>
            </a:p>
          </p:txBody>
        </p:sp>
        <p:cxnSp>
          <p:nvCxnSpPr>
            <p:cNvPr id="53" name="直線矢印コネクタ 34">
              <a:extLst>
                <a:ext uri="{FF2B5EF4-FFF2-40B4-BE49-F238E27FC236}">
                  <a16:creationId xmlns:a16="http://schemas.microsoft.com/office/drawing/2014/main" id="{F42BCAAA-F2F1-172D-2B26-1764BF82EFC8}"/>
                </a:ext>
              </a:extLst>
            </p:cNvPr>
            <p:cNvCxnSpPr>
              <a:cxnSpLocks/>
              <a:stCxn id="50" idx="3"/>
              <a:endCxn id="52" idx="1"/>
            </p:cNvCxnSpPr>
            <p:nvPr/>
          </p:nvCxnSpPr>
          <p:spPr>
            <a:xfrm>
              <a:off x="5611812" y="4144584"/>
              <a:ext cx="188827" cy="0"/>
            </a:xfrm>
            <a:prstGeom prst="straightConnector1">
              <a:avLst/>
            </a:prstGeom>
            <a:noFill/>
            <a:ln w="9525" cap="flat" cmpd="sng" algn="ctr">
              <a:solidFill>
                <a:srgbClr val="0076A8"/>
              </a:solidFill>
              <a:prstDash val="solid"/>
              <a:tailEnd type="triangle"/>
            </a:ln>
            <a:effectLst/>
          </p:spPr>
        </p:cxnSp>
        <p:sp>
          <p:nvSpPr>
            <p:cNvPr id="54" name="正方形/長方形 35">
              <a:extLst>
                <a:ext uri="{FF2B5EF4-FFF2-40B4-BE49-F238E27FC236}">
                  <a16:creationId xmlns:a16="http://schemas.microsoft.com/office/drawing/2014/main" id="{EC860152-4315-487C-A656-79141BF06192}"/>
                </a:ext>
              </a:extLst>
            </p:cNvPr>
            <p:cNvSpPr/>
            <p:nvPr/>
          </p:nvSpPr>
          <p:spPr>
            <a:xfrm>
              <a:off x="7123718" y="3950296"/>
              <a:ext cx="1134252" cy="3885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ja-JP" altLang="en-US" sz="1100" b="1" dirty="0">
                  <a:latin typeface="Meiryo UI" panose="020B0604030504040204" pitchFamily="50" charset="-128"/>
                  <a:ea typeface="Meiryo UI" panose="020B0604030504040204" pitchFamily="50" charset="-128"/>
                </a:rPr>
                <a:t>データ</a:t>
              </a:r>
              <a:endParaRPr lang="en-US" altLang="ja-JP" sz="1100" b="1" dirty="0">
                <a:latin typeface="Meiryo UI" panose="020B0604030504040204" pitchFamily="50" charset="-128"/>
                <a:ea typeface="Meiryo UI" panose="020B0604030504040204" pitchFamily="50" charset="-128"/>
              </a:endParaRPr>
            </a:p>
            <a:p>
              <a:pPr algn="ctr"/>
              <a:r>
                <a:rPr kumimoji="1" lang="ja-JP" altLang="en-US" sz="1100" b="1" dirty="0">
                  <a:latin typeface="Meiryo UI" panose="020B0604030504040204" pitchFamily="50" charset="-128"/>
                  <a:ea typeface="Meiryo UI" panose="020B0604030504040204" pitchFamily="50" charset="-128"/>
                </a:rPr>
                <a:t>エンジニアリング</a:t>
              </a:r>
              <a:endParaRPr kumimoji="1" lang="en-US" sz="1100" b="1" dirty="0">
                <a:latin typeface="Meiryo UI" panose="020B0604030504040204" pitchFamily="50" charset="-128"/>
                <a:ea typeface="Meiryo UI" panose="020B0604030504040204" pitchFamily="50" charset="-128"/>
              </a:endParaRPr>
            </a:p>
          </p:txBody>
        </p:sp>
        <p:cxnSp>
          <p:nvCxnSpPr>
            <p:cNvPr id="55" name="直線矢印コネクタ 36">
              <a:extLst>
                <a:ext uri="{FF2B5EF4-FFF2-40B4-BE49-F238E27FC236}">
                  <a16:creationId xmlns:a16="http://schemas.microsoft.com/office/drawing/2014/main" id="{D7FD8AD5-0C7E-040A-83A8-13A710B21F26}"/>
                </a:ext>
              </a:extLst>
            </p:cNvPr>
            <p:cNvCxnSpPr>
              <a:cxnSpLocks/>
              <a:stCxn id="50" idx="0"/>
              <a:endCxn id="35" idx="2"/>
            </p:cNvCxnSpPr>
            <p:nvPr/>
          </p:nvCxnSpPr>
          <p:spPr>
            <a:xfrm flipV="1">
              <a:off x="5044686" y="2980993"/>
              <a:ext cx="0" cy="969303"/>
            </a:xfrm>
            <a:prstGeom prst="straightConnector1">
              <a:avLst/>
            </a:prstGeom>
            <a:noFill/>
            <a:ln w="9525" cap="flat" cmpd="sng" algn="ctr">
              <a:solidFill>
                <a:srgbClr val="0076A8"/>
              </a:solidFill>
              <a:prstDash val="solid"/>
              <a:tailEnd type="triangle"/>
            </a:ln>
            <a:effectLst/>
          </p:spPr>
        </p:cxnSp>
        <p:cxnSp>
          <p:nvCxnSpPr>
            <p:cNvPr id="56" name="コネクタ: カギ線 37">
              <a:extLst>
                <a:ext uri="{FF2B5EF4-FFF2-40B4-BE49-F238E27FC236}">
                  <a16:creationId xmlns:a16="http://schemas.microsoft.com/office/drawing/2014/main" id="{6DE09C1E-9B10-FD26-6B7A-EB495E31F38B}"/>
                </a:ext>
              </a:extLst>
            </p:cNvPr>
            <p:cNvCxnSpPr>
              <a:cxnSpLocks/>
              <a:stCxn id="30" idx="3"/>
              <a:endCxn id="67" idx="1"/>
            </p:cNvCxnSpPr>
            <p:nvPr/>
          </p:nvCxnSpPr>
          <p:spPr>
            <a:xfrm>
              <a:off x="1642575" y="2786704"/>
              <a:ext cx="188827" cy="1279517"/>
            </a:xfrm>
            <a:prstGeom prst="bentConnector3">
              <a:avLst>
                <a:gd name="adj1" fmla="val 50000"/>
              </a:avLst>
            </a:prstGeom>
            <a:noFill/>
            <a:ln w="9525" cap="flat" cmpd="sng" algn="ctr">
              <a:solidFill>
                <a:srgbClr val="0076A8"/>
              </a:solidFill>
              <a:prstDash val="solid"/>
              <a:tailEnd type="triangle"/>
            </a:ln>
            <a:effectLst/>
          </p:spPr>
        </p:cxnSp>
        <p:sp>
          <p:nvSpPr>
            <p:cNvPr id="57" name="正方形/長方形 38">
              <a:extLst>
                <a:ext uri="{FF2B5EF4-FFF2-40B4-BE49-F238E27FC236}">
                  <a16:creationId xmlns:a16="http://schemas.microsoft.com/office/drawing/2014/main" id="{3D80260E-5C08-0180-422B-3B4113B089B7}"/>
                </a:ext>
              </a:extLst>
            </p:cNvPr>
            <p:cNvSpPr/>
            <p:nvPr/>
          </p:nvSpPr>
          <p:spPr>
            <a:xfrm>
              <a:off x="508323" y="5028670"/>
              <a:ext cx="1134252" cy="38857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bg1">
                      <a:lumMod val="75000"/>
                    </a:schemeClr>
                  </a:solidFill>
                  <a:latin typeface="Meiryo UI" panose="020B0604030504040204" pitchFamily="50" charset="-128"/>
                  <a:ea typeface="Meiryo UI" panose="020B0604030504040204" pitchFamily="50" charset="-128"/>
                </a:rPr>
                <a:t>事業戦略・</a:t>
              </a:r>
              <a:endParaRPr lang="en-US" altLang="ja-JP" sz="1200" b="1" dirty="0">
                <a:solidFill>
                  <a:schemeClr val="bg1">
                    <a:lumMod val="75000"/>
                  </a:schemeClr>
                </a:solidFill>
                <a:latin typeface="Meiryo UI" panose="020B0604030504040204" pitchFamily="50" charset="-128"/>
                <a:ea typeface="Meiryo UI" panose="020B0604030504040204" pitchFamily="50" charset="-128"/>
              </a:endParaRPr>
            </a:p>
            <a:p>
              <a:pPr algn="ctr"/>
              <a:r>
                <a:rPr lang="ja-JP" altLang="en-US" sz="1200" b="1" dirty="0">
                  <a:solidFill>
                    <a:schemeClr val="bg1">
                      <a:lumMod val="75000"/>
                    </a:schemeClr>
                  </a:solidFill>
                  <a:latin typeface="Meiryo UI" panose="020B0604030504040204" pitchFamily="50" charset="-128"/>
                  <a:ea typeface="Meiryo UI" panose="020B0604030504040204" pitchFamily="50" charset="-128"/>
                </a:rPr>
                <a:t>事業目標</a:t>
              </a:r>
              <a:endParaRPr lang="en-US" sz="1200" b="1" dirty="0">
                <a:solidFill>
                  <a:schemeClr val="bg1">
                    <a:lumMod val="75000"/>
                  </a:schemeClr>
                </a:solidFill>
                <a:latin typeface="Meiryo UI" panose="020B0604030504040204" pitchFamily="50" charset="-128"/>
                <a:ea typeface="Meiryo UI" panose="020B0604030504040204" pitchFamily="50" charset="-128"/>
              </a:endParaRPr>
            </a:p>
          </p:txBody>
        </p:sp>
        <p:cxnSp>
          <p:nvCxnSpPr>
            <p:cNvPr id="58" name="直線矢印コネクタ 39">
              <a:extLst>
                <a:ext uri="{FF2B5EF4-FFF2-40B4-BE49-F238E27FC236}">
                  <a16:creationId xmlns:a16="http://schemas.microsoft.com/office/drawing/2014/main" id="{4E406438-E853-77DF-C4C5-6C9A032FE9F6}"/>
                </a:ext>
              </a:extLst>
            </p:cNvPr>
            <p:cNvCxnSpPr>
              <a:cxnSpLocks/>
              <a:stCxn id="31" idx="2"/>
              <a:endCxn id="68" idx="0"/>
            </p:cNvCxnSpPr>
            <p:nvPr/>
          </p:nvCxnSpPr>
          <p:spPr>
            <a:xfrm>
              <a:off x="2398528" y="2980993"/>
              <a:ext cx="0" cy="969303"/>
            </a:xfrm>
            <a:prstGeom prst="straightConnector1">
              <a:avLst/>
            </a:prstGeom>
            <a:noFill/>
            <a:ln w="9525" cap="flat" cmpd="sng" algn="ctr">
              <a:solidFill>
                <a:srgbClr val="0076A8"/>
              </a:solidFill>
              <a:prstDash val="solid"/>
              <a:tailEnd type="triangle"/>
            </a:ln>
            <a:effectLst/>
          </p:spPr>
        </p:cxnSp>
        <p:cxnSp>
          <p:nvCxnSpPr>
            <p:cNvPr id="59" name="直線矢印コネクタ 40">
              <a:extLst>
                <a:ext uri="{FF2B5EF4-FFF2-40B4-BE49-F238E27FC236}">
                  <a16:creationId xmlns:a16="http://schemas.microsoft.com/office/drawing/2014/main" id="{656F5635-A123-9908-0130-B8F834C8EB8E}"/>
                </a:ext>
              </a:extLst>
            </p:cNvPr>
            <p:cNvCxnSpPr>
              <a:cxnSpLocks/>
              <a:stCxn id="52" idx="3"/>
              <a:endCxn id="54" idx="1"/>
            </p:cNvCxnSpPr>
            <p:nvPr/>
          </p:nvCxnSpPr>
          <p:spPr>
            <a:xfrm>
              <a:off x="6934891" y="4144584"/>
              <a:ext cx="188827" cy="0"/>
            </a:xfrm>
            <a:prstGeom prst="straightConnector1">
              <a:avLst/>
            </a:prstGeom>
            <a:noFill/>
            <a:ln w="9525" cap="flat" cmpd="sng" algn="ctr">
              <a:solidFill>
                <a:srgbClr val="0076A8"/>
              </a:solidFill>
              <a:prstDash val="solid"/>
              <a:tailEnd type="triangle"/>
            </a:ln>
            <a:effectLst/>
          </p:spPr>
        </p:cxnSp>
        <p:sp>
          <p:nvSpPr>
            <p:cNvPr id="60" name="正方形/長方形 41">
              <a:extLst>
                <a:ext uri="{FF2B5EF4-FFF2-40B4-BE49-F238E27FC236}">
                  <a16:creationId xmlns:a16="http://schemas.microsoft.com/office/drawing/2014/main" id="{40C4C045-2802-9D05-29B4-507F29577085}"/>
                </a:ext>
              </a:extLst>
            </p:cNvPr>
            <p:cNvSpPr/>
            <p:nvPr/>
          </p:nvSpPr>
          <p:spPr>
            <a:xfrm>
              <a:off x="5800639" y="4483324"/>
              <a:ext cx="1134252" cy="93392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latin typeface="Meiryo UI" panose="020B0604030504040204" pitchFamily="50" charset="-128"/>
                  <a:ea typeface="Meiryo UI" panose="020B0604030504040204" pitchFamily="50" charset="-128"/>
                </a:rPr>
                <a:t>改善活動</a:t>
              </a:r>
              <a:endParaRPr kumimoji="1" lang="en-US" sz="1200" b="1" dirty="0">
                <a:latin typeface="Meiryo UI" panose="020B0604030504040204" pitchFamily="50" charset="-128"/>
                <a:ea typeface="Meiryo UI" panose="020B0604030504040204" pitchFamily="50" charset="-128"/>
              </a:endParaRPr>
            </a:p>
          </p:txBody>
        </p:sp>
        <p:sp>
          <p:nvSpPr>
            <p:cNvPr id="61" name="正方形/長方形 42">
              <a:extLst>
                <a:ext uri="{FF2B5EF4-FFF2-40B4-BE49-F238E27FC236}">
                  <a16:creationId xmlns:a16="http://schemas.microsoft.com/office/drawing/2014/main" id="{FF5557A9-C86E-BBCA-1746-495ED3E7D323}"/>
                </a:ext>
              </a:extLst>
            </p:cNvPr>
            <p:cNvSpPr/>
            <p:nvPr/>
          </p:nvSpPr>
          <p:spPr>
            <a:xfrm>
              <a:off x="7123718" y="5028670"/>
              <a:ext cx="1134252" cy="38857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Meiryo UI" panose="020B0604030504040204" pitchFamily="50" charset="-128"/>
                  <a:ea typeface="Meiryo UI" panose="020B0604030504040204" pitchFamily="50" charset="-128"/>
                </a:rPr>
                <a:t>データ分析</a:t>
              </a:r>
              <a:endParaRPr lang="en-US" sz="1200" b="1" dirty="0">
                <a:latin typeface="Meiryo UI" panose="020B0604030504040204" pitchFamily="50" charset="-128"/>
                <a:ea typeface="Meiryo UI" panose="020B0604030504040204" pitchFamily="50" charset="-128"/>
              </a:endParaRPr>
            </a:p>
          </p:txBody>
        </p:sp>
        <p:cxnSp>
          <p:nvCxnSpPr>
            <p:cNvPr id="62" name="直線矢印コネクタ 43">
              <a:extLst>
                <a:ext uri="{FF2B5EF4-FFF2-40B4-BE49-F238E27FC236}">
                  <a16:creationId xmlns:a16="http://schemas.microsoft.com/office/drawing/2014/main" id="{E6B19F27-FA9F-9456-C5F6-23592BE0EC38}"/>
                </a:ext>
              </a:extLst>
            </p:cNvPr>
            <p:cNvCxnSpPr>
              <a:cxnSpLocks/>
              <a:stCxn id="54" idx="2"/>
              <a:endCxn id="90" idx="0"/>
            </p:cNvCxnSpPr>
            <p:nvPr/>
          </p:nvCxnSpPr>
          <p:spPr>
            <a:xfrm>
              <a:off x="7690844" y="4338873"/>
              <a:ext cx="0" cy="144451"/>
            </a:xfrm>
            <a:prstGeom prst="straightConnector1">
              <a:avLst/>
            </a:prstGeom>
            <a:noFill/>
            <a:ln w="9525" cap="flat" cmpd="sng" algn="ctr">
              <a:solidFill>
                <a:srgbClr val="0076A8"/>
              </a:solidFill>
              <a:prstDash val="solid"/>
              <a:tailEnd type="triangle"/>
            </a:ln>
            <a:effectLst/>
          </p:spPr>
        </p:cxnSp>
        <p:cxnSp>
          <p:nvCxnSpPr>
            <p:cNvPr id="63" name="直線矢印コネクタ 44">
              <a:extLst>
                <a:ext uri="{FF2B5EF4-FFF2-40B4-BE49-F238E27FC236}">
                  <a16:creationId xmlns:a16="http://schemas.microsoft.com/office/drawing/2014/main" id="{BA1E7263-81A0-87A0-41E9-7AC6734C35CB}"/>
                </a:ext>
              </a:extLst>
            </p:cNvPr>
            <p:cNvCxnSpPr>
              <a:cxnSpLocks/>
              <a:stCxn id="60" idx="0"/>
              <a:endCxn id="52" idx="2"/>
            </p:cNvCxnSpPr>
            <p:nvPr/>
          </p:nvCxnSpPr>
          <p:spPr>
            <a:xfrm flipV="1">
              <a:off x="6367765" y="4338873"/>
              <a:ext cx="0" cy="144451"/>
            </a:xfrm>
            <a:prstGeom prst="straightConnector1">
              <a:avLst/>
            </a:prstGeom>
            <a:noFill/>
            <a:ln w="9525" cap="flat" cmpd="sng" algn="ctr">
              <a:solidFill>
                <a:srgbClr val="0076A8"/>
              </a:solidFill>
              <a:prstDash val="solid"/>
              <a:tailEnd type="triangle"/>
            </a:ln>
            <a:effectLst/>
          </p:spPr>
        </p:cxnSp>
        <p:cxnSp>
          <p:nvCxnSpPr>
            <p:cNvPr id="64" name="コネクタ: カギ線 45">
              <a:extLst>
                <a:ext uri="{FF2B5EF4-FFF2-40B4-BE49-F238E27FC236}">
                  <a16:creationId xmlns:a16="http://schemas.microsoft.com/office/drawing/2014/main" id="{68FF0610-1298-A3EF-ECC7-A43D5383475C}"/>
                </a:ext>
              </a:extLst>
            </p:cNvPr>
            <p:cNvCxnSpPr>
              <a:cxnSpLocks/>
              <a:stCxn id="60" idx="2"/>
              <a:endCxn id="68" idx="2"/>
            </p:cNvCxnSpPr>
            <p:nvPr/>
          </p:nvCxnSpPr>
          <p:spPr>
            <a:xfrm rot="5400000">
              <a:off x="4383147" y="3432627"/>
              <a:ext cx="1" cy="3969237"/>
            </a:xfrm>
            <a:prstGeom prst="bentConnector3">
              <a:avLst>
                <a:gd name="adj1" fmla="val 22860100000"/>
              </a:avLst>
            </a:prstGeom>
            <a:noFill/>
            <a:ln w="9525" cap="flat" cmpd="sng" algn="ctr">
              <a:solidFill>
                <a:srgbClr val="0076A8"/>
              </a:solidFill>
              <a:prstDash val="solid"/>
              <a:tailEnd type="triangle"/>
            </a:ln>
            <a:effectLst/>
          </p:spPr>
        </p:cxnSp>
        <p:cxnSp>
          <p:nvCxnSpPr>
            <p:cNvPr id="65" name="コネクタ: カギ線 46">
              <a:extLst>
                <a:ext uri="{FF2B5EF4-FFF2-40B4-BE49-F238E27FC236}">
                  <a16:creationId xmlns:a16="http://schemas.microsoft.com/office/drawing/2014/main" id="{AA1414E2-8985-1233-213A-7ED4D877A88B}"/>
                </a:ext>
              </a:extLst>
            </p:cNvPr>
            <p:cNvCxnSpPr>
              <a:cxnSpLocks/>
              <a:stCxn id="60" idx="2"/>
              <a:endCxn id="48" idx="2"/>
            </p:cNvCxnSpPr>
            <p:nvPr/>
          </p:nvCxnSpPr>
          <p:spPr>
            <a:xfrm rot="5400000" flipH="1">
              <a:off x="4505500" y="3554980"/>
              <a:ext cx="1078371" cy="2646158"/>
            </a:xfrm>
            <a:prstGeom prst="bentConnector3">
              <a:avLst>
                <a:gd name="adj1" fmla="val -22881"/>
              </a:avLst>
            </a:prstGeom>
            <a:noFill/>
            <a:ln w="9525" cap="flat" cmpd="sng" algn="ctr">
              <a:solidFill>
                <a:srgbClr val="0076A8"/>
              </a:solidFill>
              <a:prstDash val="solid"/>
              <a:tailEnd type="triangle"/>
            </a:ln>
            <a:effectLst/>
          </p:spPr>
        </p:cxnSp>
        <p:cxnSp>
          <p:nvCxnSpPr>
            <p:cNvPr id="66" name="コネクタ: カギ線 47">
              <a:extLst>
                <a:ext uri="{FF2B5EF4-FFF2-40B4-BE49-F238E27FC236}">
                  <a16:creationId xmlns:a16="http://schemas.microsoft.com/office/drawing/2014/main" id="{9F250934-BE69-3439-BD12-F4D58A14D676}"/>
                </a:ext>
              </a:extLst>
            </p:cNvPr>
            <p:cNvCxnSpPr>
              <a:cxnSpLocks/>
              <a:stCxn id="60" idx="0"/>
              <a:endCxn id="50" idx="2"/>
            </p:cNvCxnSpPr>
            <p:nvPr/>
          </p:nvCxnSpPr>
          <p:spPr>
            <a:xfrm rot="16200000" flipV="1">
              <a:off x="5634000" y="3749559"/>
              <a:ext cx="144451" cy="1323079"/>
            </a:xfrm>
            <a:prstGeom prst="bentConnector3">
              <a:avLst>
                <a:gd name="adj1" fmla="val 27223"/>
              </a:avLst>
            </a:prstGeom>
            <a:noFill/>
            <a:ln w="9525" cap="flat" cmpd="sng" algn="ctr">
              <a:solidFill>
                <a:srgbClr val="0076A8"/>
              </a:solidFill>
              <a:prstDash val="solid"/>
              <a:tailEnd type="triangle"/>
            </a:ln>
            <a:effectLst/>
          </p:spPr>
        </p:cxnSp>
        <p:sp>
          <p:nvSpPr>
            <p:cNvPr id="67" name="正方形/長方形 48">
              <a:extLst>
                <a:ext uri="{FF2B5EF4-FFF2-40B4-BE49-F238E27FC236}">
                  <a16:creationId xmlns:a16="http://schemas.microsoft.com/office/drawing/2014/main" id="{6AB2D678-77A2-C662-183F-CA412BF1C781}"/>
                </a:ext>
              </a:extLst>
            </p:cNvPr>
            <p:cNvSpPr/>
            <p:nvPr/>
          </p:nvSpPr>
          <p:spPr>
            <a:xfrm>
              <a:off x="1831402" y="3950296"/>
              <a:ext cx="214799" cy="2318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sz="1200" b="1" dirty="0">
                <a:latin typeface="Meiryo UI" panose="020B0604030504040204" pitchFamily="50" charset="-128"/>
                <a:ea typeface="Meiryo UI" panose="020B0604030504040204" pitchFamily="50" charset="-128"/>
              </a:endParaRPr>
            </a:p>
          </p:txBody>
        </p:sp>
        <p:sp>
          <p:nvSpPr>
            <p:cNvPr id="68" name="正方形/長方形 49">
              <a:extLst>
                <a:ext uri="{FF2B5EF4-FFF2-40B4-BE49-F238E27FC236}">
                  <a16:creationId xmlns:a16="http://schemas.microsoft.com/office/drawing/2014/main" id="{913028CE-5F26-7063-AC10-FD9F8344B0C7}"/>
                </a:ext>
              </a:extLst>
            </p:cNvPr>
            <p:cNvSpPr/>
            <p:nvPr/>
          </p:nvSpPr>
          <p:spPr>
            <a:xfrm>
              <a:off x="1831402" y="3950296"/>
              <a:ext cx="1134252" cy="146695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lumMod val="75000"/>
                    </a:schemeClr>
                  </a:solidFill>
                  <a:latin typeface="Meiryo UI" panose="020B0604030504040204" pitchFamily="50" charset="-128"/>
                  <a:ea typeface="Meiryo UI" panose="020B0604030504040204" pitchFamily="50" charset="-128"/>
                </a:rPr>
                <a:t>データ</a:t>
              </a:r>
              <a:r>
                <a:rPr lang="ja-JP" altLang="en-US" sz="1200" b="1" dirty="0">
                  <a:solidFill>
                    <a:schemeClr val="bg1">
                      <a:lumMod val="75000"/>
                    </a:schemeClr>
                  </a:solidFill>
                  <a:latin typeface="Meiryo UI" panose="020B0604030504040204" pitchFamily="50" charset="-128"/>
                  <a:ea typeface="Meiryo UI" panose="020B0604030504040204" pitchFamily="50" charset="-128"/>
                </a:rPr>
                <a:t>戦略</a:t>
              </a:r>
              <a:endParaRPr kumimoji="1" lang="en-US" sz="1200" b="1" dirty="0">
                <a:solidFill>
                  <a:schemeClr val="bg1">
                    <a:lumMod val="75000"/>
                  </a:schemeClr>
                </a:solidFill>
                <a:latin typeface="Meiryo UI" panose="020B0604030504040204" pitchFamily="50" charset="-128"/>
                <a:ea typeface="Meiryo UI" panose="020B0604030504040204" pitchFamily="50" charset="-128"/>
              </a:endParaRPr>
            </a:p>
          </p:txBody>
        </p:sp>
        <p:cxnSp>
          <p:nvCxnSpPr>
            <p:cNvPr id="69" name="直線矢印コネクタ 50">
              <a:extLst>
                <a:ext uri="{FF2B5EF4-FFF2-40B4-BE49-F238E27FC236}">
                  <a16:creationId xmlns:a16="http://schemas.microsoft.com/office/drawing/2014/main" id="{4044D2A6-AB00-1E3C-65BC-7DA60992644C}"/>
                </a:ext>
              </a:extLst>
            </p:cNvPr>
            <p:cNvCxnSpPr>
              <a:cxnSpLocks/>
              <a:stCxn id="57" idx="0"/>
              <a:endCxn id="30" idx="2"/>
            </p:cNvCxnSpPr>
            <p:nvPr/>
          </p:nvCxnSpPr>
          <p:spPr>
            <a:xfrm flipV="1">
              <a:off x="1075449" y="2980993"/>
              <a:ext cx="0" cy="2047677"/>
            </a:xfrm>
            <a:prstGeom prst="straightConnector1">
              <a:avLst/>
            </a:prstGeom>
            <a:noFill/>
            <a:ln w="9525" cap="flat" cmpd="sng" algn="ctr">
              <a:solidFill>
                <a:srgbClr val="0076A8"/>
              </a:solidFill>
              <a:prstDash val="solid"/>
              <a:tailEnd type="triangle"/>
            </a:ln>
            <a:effectLst/>
          </p:spPr>
        </p:cxnSp>
        <p:cxnSp>
          <p:nvCxnSpPr>
            <p:cNvPr id="70" name="コネクタ: カギ線 51">
              <a:extLst>
                <a:ext uri="{FF2B5EF4-FFF2-40B4-BE49-F238E27FC236}">
                  <a16:creationId xmlns:a16="http://schemas.microsoft.com/office/drawing/2014/main" id="{E10942AE-67E6-25C3-91CE-69DD9FD838F5}"/>
                </a:ext>
              </a:extLst>
            </p:cNvPr>
            <p:cNvCxnSpPr>
              <a:cxnSpLocks/>
              <a:stCxn id="57" idx="3"/>
              <a:endCxn id="68" idx="1"/>
            </p:cNvCxnSpPr>
            <p:nvPr/>
          </p:nvCxnSpPr>
          <p:spPr>
            <a:xfrm flipV="1">
              <a:off x="1642575" y="4683771"/>
              <a:ext cx="188827" cy="539187"/>
            </a:xfrm>
            <a:prstGeom prst="bentConnector3">
              <a:avLst>
                <a:gd name="adj1" fmla="val 50000"/>
              </a:avLst>
            </a:prstGeom>
            <a:noFill/>
            <a:ln w="9525" cap="flat" cmpd="sng" algn="ctr">
              <a:solidFill>
                <a:srgbClr val="0076A8"/>
              </a:solidFill>
              <a:prstDash val="solid"/>
              <a:tailEnd type="triangle"/>
            </a:ln>
            <a:effectLst/>
          </p:spPr>
        </p:cxnSp>
        <p:cxnSp>
          <p:nvCxnSpPr>
            <p:cNvPr id="71" name="コネクタ: カギ線 52">
              <a:extLst>
                <a:ext uri="{FF2B5EF4-FFF2-40B4-BE49-F238E27FC236}">
                  <a16:creationId xmlns:a16="http://schemas.microsoft.com/office/drawing/2014/main" id="{B12873C5-4847-6645-E80E-31BF293383FC}"/>
                </a:ext>
              </a:extLst>
            </p:cNvPr>
            <p:cNvCxnSpPr>
              <a:cxnSpLocks/>
              <a:stCxn id="68" idx="3"/>
              <a:endCxn id="48" idx="1"/>
            </p:cNvCxnSpPr>
            <p:nvPr/>
          </p:nvCxnSpPr>
          <p:spPr>
            <a:xfrm flipV="1">
              <a:off x="2965654" y="4144584"/>
              <a:ext cx="188827" cy="539186"/>
            </a:xfrm>
            <a:prstGeom prst="bentConnector3">
              <a:avLst>
                <a:gd name="adj1" fmla="val 50000"/>
              </a:avLst>
            </a:prstGeom>
            <a:noFill/>
            <a:ln w="9525" cap="flat" cmpd="sng" algn="ctr">
              <a:solidFill>
                <a:srgbClr val="0076A8"/>
              </a:solidFill>
              <a:prstDash val="solid"/>
              <a:tailEnd type="triangle"/>
            </a:ln>
            <a:effectLst/>
          </p:spPr>
        </p:cxnSp>
        <p:sp>
          <p:nvSpPr>
            <p:cNvPr id="72" name="正方形/長方形 53">
              <a:extLst>
                <a:ext uri="{FF2B5EF4-FFF2-40B4-BE49-F238E27FC236}">
                  <a16:creationId xmlns:a16="http://schemas.microsoft.com/office/drawing/2014/main" id="{EB956C13-F33B-108E-40A2-F469ABC62D28}"/>
                </a:ext>
              </a:extLst>
            </p:cNvPr>
            <p:cNvSpPr/>
            <p:nvPr/>
          </p:nvSpPr>
          <p:spPr>
            <a:xfrm>
              <a:off x="4477560" y="5028670"/>
              <a:ext cx="1134252" cy="38857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Meiryo UI" panose="020B0604030504040204" pitchFamily="50" charset="-128"/>
                  <a:ea typeface="Meiryo UI" panose="020B0604030504040204" pitchFamily="50" charset="-128"/>
                </a:rPr>
                <a:t>データ</a:t>
              </a:r>
              <a:endParaRPr lang="en-US" altLang="ja-JP" sz="1200" b="1" dirty="0">
                <a:latin typeface="Meiryo UI" panose="020B0604030504040204" pitchFamily="50" charset="-128"/>
                <a:ea typeface="Meiryo UI" panose="020B0604030504040204" pitchFamily="50" charset="-128"/>
              </a:endParaRPr>
            </a:p>
            <a:p>
              <a:pPr algn="ctr"/>
              <a:r>
                <a:rPr lang="ja-JP" altLang="en-US" sz="1200" b="1" dirty="0">
                  <a:latin typeface="Meiryo UI" panose="020B0604030504040204" pitchFamily="50" charset="-128"/>
                  <a:ea typeface="Meiryo UI" panose="020B0604030504040204" pitchFamily="50" charset="-128"/>
                </a:rPr>
                <a:t>活用計画</a:t>
              </a:r>
              <a:endParaRPr lang="en-US" sz="1200" b="1" dirty="0">
                <a:latin typeface="Meiryo UI" panose="020B0604030504040204" pitchFamily="50" charset="-128"/>
                <a:ea typeface="Meiryo UI" panose="020B0604030504040204" pitchFamily="50" charset="-128"/>
              </a:endParaRPr>
            </a:p>
          </p:txBody>
        </p:sp>
        <p:cxnSp>
          <p:nvCxnSpPr>
            <p:cNvPr id="73" name="直線矢印コネクタ 54">
              <a:extLst>
                <a:ext uri="{FF2B5EF4-FFF2-40B4-BE49-F238E27FC236}">
                  <a16:creationId xmlns:a16="http://schemas.microsoft.com/office/drawing/2014/main" id="{6EA4F8D4-BEE1-E958-C448-3D099587B630}"/>
                </a:ext>
              </a:extLst>
            </p:cNvPr>
            <p:cNvCxnSpPr>
              <a:cxnSpLocks/>
              <a:stCxn id="72" idx="0"/>
              <a:endCxn id="50" idx="2"/>
            </p:cNvCxnSpPr>
            <p:nvPr/>
          </p:nvCxnSpPr>
          <p:spPr>
            <a:xfrm flipV="1">
              <a:off x="5044686" y="4338873"/>
              <a:ext cx="0" cy="689797"/>
            </a:xfrm>
            <a:prstGeom prst="straightConnector1">
              <a:avLst/>
            </a:prstGeom>
            <a:noFill/>
            <a:ln w="9525" cap="flat" cmpd="sng" algn="ctr">
              <a:solidFill>
                <a:srgbClr val="0076A8"/>
              </a:solidFill>
              <a:prstDash val="solid"/>
              <a:tailEnd type="triangle"/>
            </a:ln>
            <a:effectLst/>
          </p:spPr>
        </p:cxnSp>
        <p:cxnSp>
          <p:nvCxnSpPr>
            <p:cNvPr id="74" name="コネクタ: カギ線 55">
              <a:extLst>
                <a:ext uri="{FF2B5EF4-FFF2-40B4-BE49-F238E27FC236}">
                  <a16:creationId xmlns:a16="http://schemas.microsoft.com/office/drawing/2014/main" id="{BC07E833-115A-3A86-7903-5CE4747972D7}"/>
                </a:ext>
              </a:extLst>
            </p:cNvPr>
            <p:cNvCxnSpPr>
              <a:cxnSpLocks/>
              <a:stCxn id="48" idx="3"/>
              <a:endCxn id="72" idx="1"/>
            </p:cNvCxnSpPr>
            <p:nvPr/>
          </p:nvCxnSpPr>
          <p:spPr>
            <a:xfrm>
              <a:off x="4288733" y="4144584"/>
              <a:ext cx="188827" cy="1078374"/>
            </a:xfrm>
            <a:prstGeom prst="bentConnector3">
              <a:avLst/>
            </a:prstGeom>
            <a:noFill/>
            <a:ln w="9525" cap="flat" cmpd="sng" algn="ctr">
              <a:solidFill>
                <a:srgbClr val="0076A8"/>
              </a:solidFill>
              <a:prstDash val="solid"/>
              <a:tailEnd type="triangle"/>
            </a:ln>
            <a:effectLst/>
          </p:spPr>
        </p:cxnSp>
        <p:sp>
          <p:nvSpPr>
            <p:cNvPr id="75" name="正方形/長方形 56">
              <a:extLst>
                <a:ext uri="{FF2B5EF4-FFF2-40B4-BE49-F238E27FC236}">
                  <a16:creationId xmlns:a16="http://schemas.microsoft.com/office/drawing/2014/main" id="{DC9B990C-E236-6C2C-1B4F-57C98D88E786}"/>
                </a:ext>
              </a:extLst>
            </p:cNvPr>
            <p:cNvSpPr/>
            <p:nvPr/>
          </p:nvSpPr>
          <p:spPr>
            <a:xfrm>
              <a:off x="7123717" y="2237644"/>
              <a:ext cx="2457329" cy="194289"/>
            </a:xfrm>
            <a:prstGeom prst="rect">
              <a:avLst/>
            </a:prstGeom>
            <a:solidFill>
              <a:srgbClr val="ACD7D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dirty="0">
                  <a:latin typeface="Meiryo UI" panose="020B0604030504040204" pitchFamily="50" charset="-128"/>
                  <a:ea typeface="Meiryo UI" panose="020B0604030504040204" pitchFamily="50" charset="-128"/>
                </a:rPr>
                <a:t>老朽化対応計画</a:t>
              </a:r>
              <a:endParaRPr kumimoji="1" lang="en-US" sz="1200" b="1" dirty="0">
                <a:latin typeface="Meiryo UI" panose="020B0604030504040204" pitchFamily="50" charset="-128"/>
                <a:ea typeface="Meiryo UI" panose="020B0604030504040204" pitchFamily="50" charset="-128"/>
              </a:endParaRPr>
            </a:p>
          </p:txBody>
        </p:sp>
        <p:cxnSp>
          <p:nvCxnSpPr>
            <p:cNvPr id="76" name="コネクタ: カギ線 57">
              <a:extLst>
                <a:ext uri="{FF2B5EF4-FFF2-40B4-BE49-F238E27FC236}">
                  <a16:creationId xmlns:a16="http://schemas.microsoft.com/office/drawing/2014/main" id="{BA07C0DD-3415-AFDD-474C-4DA9C0088101}"/>
                </a:ext>
              </a:extLst>
            </p:cNvPr>
            <p:cNvCxnSpPr>
              <a:cxnSpLocks/>
              <a:stCxn id="75" idx="1"/>
              <a:endCxn id="31" idx="0"/>
            </p:cNvCxnSpPr>
            <p:nvPr/>
          </p:nvCxnSpPr>
          <p:spPr>
            <a:xfrm rot="10800000" flipV="1">
              <a:off x="2398529" y="2334787"/>
              <a:ext cx="4725189" cy="257628"/>
            </a:xfrm>
            <a:prstGeom prst="bentConnector2">
              <a:avLst/>
            </a:prstGeom>
            <a:noFill/>
            <a:ln w="9525" cap="flat" cmpd="sng" algn="ctr">
              <a:solidFill>
                <a:srgbClr val="0076A8"/>
              </a:solidFill>
              <a:prstDash val="solid"/>
              <a:tailEnd type="triangle"/>
            </a:ln>
            <a:effectLst/>
          </p:spPr>
        </p:cxnSp>
        <p:cxnSp>
          <p:nvCxnSpPr>
            <p:cNvPr id="77" name="コネクタ: カギ線 58">
              <a:extLst>
                <a:ext uri="{FF2B5EF4-FFF2-40B4-BE49-F238E27FC236}">
                  <a16:creationId xmlns:a16="http://schemas.microsoft.com/office/drawing/2014/main" id="{05D66CE9-E07B-CFE8-0724-BEAF67F6D1A4}"/>
                </a:ext>
              </a:extLst>
            </p:cNvPr>
            <p:cNvCxnSpPr>
              <a:cxnSpLocks/>
              <a:stCxn id="75" idx="1"/>
              <a:endCxn id="33" idx="0"/>
            </p:cNvCxnSpPr>
            <p:nvPr/>
          </p:nvCxnSpPr>
          <p:spPr>
            <a:xfrm rot="10800000" flipV="1">
              <a:off x="3721607" y="2334787"/>
              <a:ext cx="3402110" cy="257628"/>
            </a:xfrm>
            <a:prstGeom prst="bentConnector2">
              <a:avLst/>
            </a:prstGeom>
            <a:noFill/>
            <a:ln w="9525" cap="flat" cmpd="sng" algn="ctr">
              <a:solidFill>
                <a:srgbClr val="0076A8"/>
              </a:solidFill>
              <a:prstDash val="solid"/>
              <a:tailEnd type="triangle"/>
            </a:ln>
            <a:effectLst/>
          </p:spPr>
        </p:cxnSp>
        <p:cxnSp>
          <p:nvCxnSpPr>
            <p:cNvPr id="78" name="コネクタ: カギ線 59">
              <a:extLst>
                <a:ext uri="{FF2B5EF4-FFF2-40B4-BE49-F238E27FC236}">
                  <a16:creationId xmlns:a16="http://schemas.microsoft.com/office/drawing/2014/main" id="{E93D89E3-821C-2209-7950-4166A64B471D}"/>
                </a:ext>
              </a:extLst>
            </p:cNvPr>
            <p:cNvCxnSpPr>
              <a:cxnSpLocks/>
              <a:stCxn id="75" idx="1"/>
              <a:endCxn id="35" idx="0"/>
            </p:cNvCxnSpPr>
            <p:nvPr/>
          </p:nvCxnSpPr>
          <p:spPr>
            <a:xfrm rot="10800000" flipV="1">
              <a:off x="5044687" y="2334787"/>
              <a:ext cx="2079031" cy="257628"/>
            </a:xfrm>
            <a:prstGeom prst="bentConnector2">
              <a:avLst/>
            </a:prstGeom>
            <a:noFill/>
            <a:ln w="9525" cap="flat" cmpd="sng" algn="ctr">
              <a:solidFill>
                <a:srgbClr val="0076A8"/>
              </a:solidFill>
              <a:prstDash val="solid"/>
              <a:tailEnd type="triangle"/>
            </a:ln>
            <a:effectLst/>
          </p:spPr>
        </p:cxnSp>
        <p:cxnSp>
          <p:nvCxnSpPr>
            <p:cNvPr id="79" name="コネクタ: カギ線 60">
              <a:extLst>
                <a:ext uri="{FF2B5EF4-FFF2-40B4-BE49-F238E27FC236}">
                  <a16:creationId xmlns:a16="http://schemas.microsoft.com/office/drawing/2014/main" id="{2FA2AD2D-8EE0-CF6A-143A-57ACC6BEFA82}"/>
                </a:ext>
              </a:extLst>
            </p:cNvPr>
            <p:cNvCxnSpPr>
              <a:cxnSpLocks/>
              <a:stCxn id="75" idx="1"/>
              <a:endCxn id="36" idx="0"/>
            </p:cNvCxnSpPr>
            <p:nvPr/>
          </p:nvCxnSpPr>
          <p:spPr>
            <a:xfrm rot="10800000" flipV="1">
              <a:off x="6367765" y="2334787"/>
              <a:ext cx="755952" cy="257628"/>
            </a:xfrm>
            <a:prstGeom prst="bentConnector2">
              <a:avLst/>
            </a:prstGeom>
            <a:noFill/>
            <a:ln w="9525" cap="flat" cmpd="sng" algn="ctr">
              <a:solidFill>
                <a:srgbClr val="0076A8"/>
              </a:solidFill>
              <a:prstDash val="solid"/>
              <a:tailEnd type="triangle"/>
            </a:ln>
            <a:effectLst/>
          </p:spPr>
        </p:cxnSp>
        <p:sp>
          <p:nvSpPr>
            <p:cNvPr id="80" name="正方形/長方形 61">
              <a:extLst>
                <a:ext uri="{FF2B5EF4-FFF2-40B4-BE49-F238E27FC236}">
                  <a16:creationId xmlns:a16="http://schemas.microsoft.com/office/drawing/2014/main" id="{E055E29D-205F-0BE4-E3E5-413DB3A09012}"/>
                </a:ext>
              </a:extLst>
            </p:cNvPr>
            <p:cNvSpPr/>
            <p:nvPr/>
          </p:nvSpPr>
          <p:spPr>
            <a:xfrm>
              <a:off x="8446795" y="3950295"/>
              <a:ext cx="1134252" cy="38857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lumMod val="75000"/>
                    </a:schemeClr>
                  </a:solidFill>
                  <a:latin typeface="Meiryo UI" panose="020B0604030504040204" pitchFamily="50" charset="-128"/>
                  <a:ea typeface="Meiryo UI" panose="020B0604030504040204" pitchFamily="50" charset="-128"/>
                </a:rPr>
                <a:t>ソースデータの廃止</a:t>
              </a:r>
              <a:endParaRPr kumimoji="1" lang="en-US" sz="1200" b="1" dirty="0">
                <a:solidFill>
                  <a:schemeClr val="bg1">
                    <a:lumMod val="75000"/>
                  </a:schemeClr>
                </a:solidFill>
                <a:latin typeface="Meiryo UI" panose="020B0604030504040204" pitchFamily="50" charset="-128"/>
                <a:ea typeface="Meiryo UI" panose="020B0604030504040204" pitchFamily="50" charset="-128"/>
              </a:endParaRPr>
            </a:p>
          </p:txBody>
        </p:sp>
        <p:sp>
          <p:nvSpPr>
            <p:cNvPr id="81" name="正方形/長方形 62">
              <a:extLst>
                <a:ext uri="{FF2B5EF4-FFF2-40B4-BE49-F238E27FC236}">
                  <a16:creationId xmlns:a16="http://schemas.microsoft.com/office/drawing/2014/main" id="{37DFCA50-06D3-80D5-3B39-E58C5037CD4D}"/>
                </a:ext>
              </a:extLst>
            </p:cNvPr>
            <p:cNvSpPr/>
            <p:nvPr/>
          </p:nvSpPr>
          <p:spPr>
            <a:xfrm>
              <a:off x="168565" y="1750925"/>
              <a:ext cx="215216" cy="1722117"/>
            </a:xfrm>
            <a:prstGeom prst="rect">
              <a:avLst/>
            </a:prstGeom>
            <a:solidFill>
              <a:srgbClr val="94CBCC"/>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050" b="1" dirty="0">
                  <a:solidFill>
                    <a:schemeClr val="tx1"/>
                  </a:solidFill>
                  <a:latin typeface="Meiryo UI" panose="020B0604030504040204" pitchFamily="50" charset="-128"/>
                  <a:ea typeface="Meiryo UI" panose="020B0604030504040204" pitchFamily="50" charset="-128"/>
                </a:rPr>
                <a:t>システムライフサイクル</a:t>
              </a:r>
              <a:endParaRPr kumimoji="1" lang="en-US" sz="1050" b="1" dirty="0">
                <a:solidFill>
                  <a:schemeClr val="tx1"/>
                </a:solidFill>
                <a:latin typeface="Meiryo UI" panose="020B0604030504040204" pitchFamily="50" charset="-128"/>
                <a:ea typeface="Meiryo UI" panose="020B0604030504040204" pitchFamily="50" charset="-128"/>
              </a:endParaRPr>
            </a:p>
          </p:txBody>
        </p:sp>
        <p:cxnSp>
          <p:nvCxnSpPr>
            <p:cNvPr id="82" name="直線矢印コネクタ 63">
              <a:extLst>
                <a:ext uri="{FF2B5EF4-FFF2-40B4-BE49-F238E27FC236}">
                  <a16:creationId xmlns:a16="http://schemas.microsoft.com/office/drawing/2014/main" id="{4ADE03F5-8C66-C66E-5D0E-E66650376907}"/>
                </a:ext>
              </a:extLst>
            </p:cNvPr>
            <p:cNvCxnSpPr>
              <a:stCxn id="54" idx="3"/>
              <a:endCxn id="80" idx="1"/>
            </p:cNvCxnSpPr>
            <p:nvPr/>
          </p:nvCxnSpPr>
          <p:spPr>
            <a:xfrm flipV="1">
              <a:off x="8257970" y="4144583"/>
              <a:ext cx="188825" cy="1"/>
            </a:xfrm>
            <a:prstGeom prst="straightConnector1">
              <a:avLst/>
            </a:prstGeom>
            <a:noFill/>
            <a:ln w="9525" cap="flat" cmpd="sng" algn="ctr">
              <a:solidFill>
                <a:srgbClr val="0076A8"/>
              </a:solidFill>
              <a:prstDash val="solid"/>
              <a:tailEnd type="triangle"/>
            </a:ln>
            <a:effectLst/>
          </p:spPr>
        </p:cxnSp>
        <p:cxnSp>
          <p:nvCxnSpPr>
            <p:cNvPr id="83" name="コネクタ: カギ線 64">
              <a:extLst>
                <a:ext uri="{FF2B5EF4-FFF2-40B4-BE49-F238E27FC236}">
                  <a16:creationId xmlns:a16="http://schemas.microsoft.com/office/drawing/2014/main" id="{EF1CB14F-C4C6-37FE-4B91-3EC47D0511FB}"/>
                </a:ext>
              </a:extLst>
            </p:cNvPr>
            <p:cNvCxnSpPr>
              <a:stCxn id="61" idx="3"/>
              <a:endCxn id="80" idx="1"/>
            </p:cNvCxnSpPr>
            <p:nvPr/>
          </p:nvCxnSpPr>
          <p:spPr>
            <a:xfrm flipV="1">
              <a:off x="8257970" y="4144583"/>
              <a:ext cx="188825" cy="1078375"/>
            </a:xfrm>
            <a:prstGeom prst="bentConnector3">
              <a:avLst/>
            </a:prstGeom>
            <a:noFill/>
            <a:ln w="9525" cap="flat" cmpd="sng" algn="ctr">
              <a:solidFill>
                <a:srgbClr val="0076A8"/>
              </a:solidFill>
              <a:prstDash val="solid"/>
              <a:tailEnd type="triangle"/>
            </a:ln>
            <a:effectLst/>
          </p:spPr>
        </p:cxnSp>
        <p:cxnSp>
          <p:nvCxnSpPr>
            <p:cNvPr id="84" name="直線矢印コネクタ 65">
              <a:extLst>
                <a:ext uri="{FF2B5EF4-FFF2-40B4-BE49-F238E27FC236}">
                  <a16:creationId xmlns:a16="http://schemas.microsoft.com/office/drawing/2014/main" id="{9C6911A4-FED8-4DDD-9C1C-4ACCABAAC11D}"/>
                </a:ext>
              </a:extLst>
            </p:cNvPr>
            <p:cNvCxnSpPr>
              <a:endCxn id="37" idx="0"/>
            </p:cNvCxnSpPr>
            <p:nvPr/>
          </p:nvCxnSpPr>
          <p:spPr>
            <a:xfrm>
              <a:off x="7690843" y="2415235"/>
              <a:ext cx="1" cy="177180"/>
            </a:xfrm>
            <a:prstGeom prst="straightConnector1">
              <a:avLst/>
            </a:prstGeom>
            <a:noFill/>
            <a:ln w="9525" cap="flat" cmpd="sng" algn="ctr">
              <a:solidFill>
                <a:srgbClr val="0076A8"/>
              </a:solidFill>
              <a:prstDash val="solid"/>
              <a:headEnd type="triangle" w="med" len="med"/>
              <a:tailEnd type="none" w="med" len="med"/>
            </a:ln>
            <a:effectLst/>
          </p:spPr>
        </p:cxnSp>
        <p:cxnSp>
          <p:nvCxnSpPr>
            <p:cNvPr id="85" name="直線矢印コネクタ 66">
              <a:extLst>
                <a:ext uri="{FF2B5EF4-FFF2-40B4-BE49-F238E27FC236}">
                  <a16:creationId xmlns:a16="http://schemas.microsoft.com/office/drawing/2014/main" id="{D7617A79-FD01-5440-23B3-E17806BC4AB8}"/>
                </a:ext>
              </a:extLst>
            </p:cNvPr>
            <p:cNvCxnSpPr>
              <a:cxnSpLocks/>
              <a:endCxn id="38" idx="0"/>
            </p:cNvCxnSpPr>
            <p:nvPr/>
          </p:nvCxnSpPr>
          <p:spPr>
            <a:xfrm>
              <a:off x="9013921" y="2415235"/>
              <a:ext cx="0" cy="177180"/>
            </a:xfrm>
            <a:prstGeom prst="straightConnector1">
              <a:avLst/>
            </a:prstGeom>
            <a:noFill/>
            <a:ln w="9525" cap="flat" cmpd="sng" algn="ctr">
              <a:solidFill>
                <a:srgbClr val="0076A8"/>
              </a:solidFill>
              <a:prstDash val="solid"/>
              <a:tailEnd type="triangle"/>
            </a:ln>
            <a:effectLst/>
          </p:spPr>
        </p:cxnSp>
        <p:sp>
          <p:nvSpPr>
            <p:cNvPr id="86" name="正方形/長方形 67">
              <a:extLst>
                <a:ext uri="{FF2B5EF4-FFF2-40B4-BE49-F238E27FC236}">
                  <a16:creationId xmlns:a16="http://schemas.microsoft.com/office/drawing/2014/main" id="{A2611375-B2E3-4D22-9C22-AE66606FABF4}"/>
                </a:ext>
              </a:extLst>
            </p:cNvPr>
            <p:cNvSpPr/>
            <p:nvPr/>
          </p:nvSpPr>
          <p:spPr>
            <a:xfrm>
              <a:off x="168565" y="3615615"/>
              <a:ext cx="215216" cy="255600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kumimoji="1" lang="ja-JP" altLang="en-US" sz="1050" b="1" dirty="0">
                  <a:solidFill>
                    <a:schemeClr val="bg1"/>
                  </a:solidFill>
                  <a:latin typeface="Meiryo UI" panose="020B0604030504040204" pitchFamily="50" charset="-128"/>
                  <a:ea typeface="Meiryo UI" panose="020B0604030504040204" pitchFamily="50" charset="-128"/>
                </a:rPr>
                <a:t>データライフサイクル</a:t>
              </a:r>
              <a:endParaRPr kumimoji="1" lang="en-US" sz="1050" b="1" dirty="0">
                <a:solidFill>
                  <a:schemeClr val="bg1"/>
                </a:solidFill>
                <a:latin typeface="Meiryo UI" panose="020B0604030504040204" pitchFamily="50" charset="-128"/>
                <a:ea typeface="Meiryo UI" panose="020B0604030504040204" pitchFamily="50" charset="-128"/>
              </a:endParaRPr>
            </a:p>
          </p:txBody>
        </p:sp>
        <p:cxnSp>
          <p:nvCxnSpPr>
            <p:cNvPr id="88" name="コネクタ: カギ線 69">
              <a:extLst>
                <a:ext uri="{FF2B5EF4-FFF2-40B4-BE49-F238E27FC236}">
                  <a16:creationId xmlns:a16="http://schemas.microsoft.com/office/drawing/2014/main" id="{D1EDB7FB-DB72-312F-04AA-E6AE7DD6F993}"/>
                </a:ext>
              </a:extLst>
            </p:cNvPr>
            <p:cNvCxnSpPr>
              <a:cxnSpLocks/>
              <a:stCxn id="60" idx="1"/>
              <a:endCxn id="72" idx="3"/>
            </p:cNvCxnSpPr>
            <p:nvPr/>
          </p:nvCxnSpPr>
          <p:spPr>
            <a:xfrm rot="10800000" flipV="1">
              <a:off x="5611813" y="4950285"/>
              <a:ext cx="188827" cy="272673"/>
            </a:xfrm>
            <a:prstGeom prst="bentConnector3">
              <a:avLst>
                <a:gd name="adj1" fmla="val 50000"/>
              </a:avLst>
            </a:prstGeom>
            <a:noFill/>
            <a:ln w="9525" cap="flat" cmpd="sng" algn="ctr">
              <a:solidFill>
                <a:srgbClr val="0076A8"/>
              </a:solidFill>
              <a:prstDash val="solid"/>
              <a:tailEnd type="triangle"/>
            </a:ln>
            <a:effectLst/>
          </p:spPr>
        </p:cxnSp>
        <p:cxnSp>
          <p:nvCxnSpPr>
            <p:cNvPr id="89" name="コネクタ: カギ線 70">
              <a:extLst>
                <a:ext uri="{FF2B5EF4-FFF2-40B4-BE49-F238E27FC236}">
                  <a16:creationId xmlns:a16="http://schemas.microsoft.com/office/drawing/2014/main" id="{234B97E9-D3B4-0E19-FDE3-CB635CDAF318}"/>
                </a:ext>
              </a:extLst>
            </p:cNvPr>
            <p:cNvCxnSpPr>
              <a:cxnSpLocks/>
              <a:stCxn id="61" idx="1"/>
              <a:endCxn id="60" idx="3"/>
            </p:cNvCxnSpPr>
            <p:nvPr/>
          </p:nvCxnSpPr>
          <p:spPr>
            <a:xfrm rot="10800000">
              <a:off x="6934892" y="4950285"/>
              <a:ext cx="188827" cy="272673"/>
            </a:xfrm>
            <a:prstGeom prst="bentConnector3">
              <a:avLst/>
            </a:prstGeom>
            <a:noFill/>
            <a:ln w="9525" cap="flat" cmpd="sng" algn="ctr">
              <a:solidFill>
                <a:srgbClr val="0076A8"/>
              </a:solidFill>
              <a:prstDash val="solid"/>
              <a:tailEnd type="triangle"/>
            </a:ln>
            <a:effectLst/>
          </p:spPr>
        </p:cxnSp>
        <p:sp>
          <p:nvSpPr>
            <p:cNvPr id="90" name="正方形/長方形 71">
              <a:extLst>
                <a:ext uri="{FF2B5EF4-FFF2-40B4-BE49-F238E27FC236}">
                  <a16:creationId xmlns:a16="http://schemas.microsoft.com/office/drawing/2014/main" id="{5E196685-084A-A634-78A4-54398643E146}"/>
                </a:ext>
              </a:extLst>
            </p:cNvPr>
            <p:cNvSpPr/>
            <p:nvPr/>
          </p:nvSpPr>
          <p:spPr>
            <a:xfrm>
              <a:off x="7123718" y="4483324"/>
              <a:ext cx="1134252" cy="388577"/>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1200" b="1" dirty="0">
                  <a:latin typeface="Meiryo UI" panose="020B0604030504040204" pitchFamily="50" charset="-128"/>
                  <a:ea typeface="Meiryo UI" panose="020B0604030504040204" pitchFamily="50" charset="-128"/>
                </a:rPr>
                <a:t>DevOps</a:t>
              </a:r>
              <a:endParaRPr lang="en-US" sz="1200" b="1" dirty="0">
                <a:latin typeface="Meiryo UI" panose="020B0604030504040204" pitchFamily="50" charset="-128"/>
                <a:ea typeface="Meiryo UI" panose="020B0604030504040204" pitchFamily="50" charset="-128"/>
              </a:endParaRPr>
            </a:p>
          </p:txBody>
        </p:sp>
        <p:cxnSp>
          <p:nvCxnSpPr>
            <p:cNvPr id="91" name="直線矢印コネクタ 72">
              <a:extLst>
                <a:ext uri="{FF2B5EF4-FFF2-40B4-BE49-F238E27FC236}">
                  <a16:creationId xmlns:a16="http://schemas.microsoft.com/office/drawing/2014/main" id="{318AE894-99D8-C6DB-5BA6-BACD4DE444AF}"/>
                </a:ext>
              </a:extLst>
            </p:cNvPr>
            <p:cNvCxnSpPr>
              <a:cxnSpLocks/>
              <a:stCxn id="90" idx="2"/>
              <a:endCxn id="61" idx="0"/>
            </p:cNvCxnSpPr>
            <p:nvPr/>
          </p:nvCxnSpPr>
          <p:spPr>
            <a:xfrm>
              <a:off x="7690844" y="4871901"/>
              <a:ext cx="0" cy="156768"/>
            </a:xfrm>
            <a:prstGeom prst="straightConnector1">
              <a:avLst/>
            </a:prstGeom>
            <a:noFill/>
            <a:ln w="9525" cap="flat" cmpd="sng" algn="ctr">
              <a:solidFill>
                <a:srgbClr val="0076A8"/>
              </a:solidFill>
              <a:prstDash val="solid"/>
              <a:tailEnd type="triangle"/>
            </a:ln>
            <a:effectLst/>
          </p:spPr>
        </p:cxnSp>
        <p:cxnSp>
          <p:nvCxnSpPr>
            <p:cNvPr id="92" name="コネクタ: カギ線 73">
              <a:extLst>
                <a:ext uri="{FF2B5EF4-FFF2-40B4-BE49-F238E27FC236}">
                  <a16:creationId xmlns:a16="http://schemas.microsoft.com/office/drawing/2014/main" id="{39635ACF-7CDA-2318-AA0E-DBAF2F5A91CC}"/>
                </a:ext>
              </a:extLst>
            </p:cNvPr>
            <p:cNvCxnSpPr>
              <a:cxnSpLocks/>
              <a:stCxn id="90" idx="1"/>
              <a:endCxn id="60" idx="3"/>
            </p:cNvCxnSpPr>
            <p:nvPr/>
          </p:nvCxnSpPr>
          <p:spPr>
            <a:xfrm rot="10800000" flipV="1">
              <a:off x="6934892" y="4677612"/>
              <a:ext cx="188827" cy="272672"/>
            </a:xfrm>
            <a:prstGeom prst="bentConnector3">
              <a:avLst>
                <a:gd name="adj1" fmla="val 50000"/>
              </a:avLst>
            </a:prstGeom>
            <a:noFill/>
            <a:ln w="9525" cap="flat" cmpd="sng" algn="ctr">
              <a:solidFill>
                <a:srgbClr val="0076A8"/>
              </a:solidFill>
              <a:prstDash val="solid"/>
              <a:tailEnd type="triangle"/>
            </a:ln>
            <a:effectLst/>
          </p:spPr>
        </p:cxnSp>
        <p:sp>
          <p:nvSpPr>
            <p:cNvPr id="93" name="正方形/長方形 74">
              <a:extLst>
                <a:ext uri="{FF2B5EF4-FFF2-40B4-BE49-F238E27FC236}">
                  <a16:creationId xmlns:a16="http://schemas.microsoft.com/office/drawing/2014/main" id="{41FE9A6F-4284-7C29-6FCC-C26DDAAB22DA}"/>
                </a:ext>
              </a:extLst>
            </p:cNvPr>
            <p:cNvSpPr/>
            <p:nvPr/>
          </p:nvSpPr>
          <p:spPr>
            <a:xfrm>
              <a:off x="3154480" y="5718466"/>
              <a:ext cx="5103489" cy="194289"/>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1200" b="1">
                  <a:solidFill>
                    <a:schemeClr val="bg1">
                      <a:lumMod val="75000"/>
                    </a:schemeClr>
                  </a:solidFill>
                  <a:latin typeface="Meiryo UI" panose="020B0604030504040204" pitchFamily="50" charset="-128"/>
                  <a:ea typeface="Meiryo UI" panose="020B0604030504040204" pitchFamily="50" charset="-128"/>
                </a:rPr>
                <a:t>データガバナンス</a:t>
              </a:r>
              <a:endParaRPr lang="en-US" sz="1200" b="1" dirty="0">
                <a:solidFill>
                  <a:schemeClr val="bg1">
                    <a:lumMod val="75000"/>
                  </a:schemeClr>
                </a:solidFill>
                <a:latin typeface="Meiryo UI" panose="020B0604030504040204" pitchFamily="50" charset="-128"/>
                <a:ea typeface="Meiryo UI" panose="020B0604030504040204" pitchFamily="50" charset="-128"/>
              </a:endParaRPr>
            </a:p>
          </p:txBody>
        </p:sp>
        <p:pic>
          <p:nvPicPr>
            <p:cNvPr id="94" name="図 75">
              <a:extLst>
                <a:ext uri="{FF2B5EF4-FFF2-40B4-BE49-F238E27FC236}">
                  <a16:creationId xmlns:a16="http://schemas.microsoft.com/office/drawing/2014/main" id="{0C23528E-9F50-DAC1-EE4F-7A440185C11A}"/>
                </a:ext>
              </a:extLst>
            </p:cNvPr>
            <p:cNvPicPr>
              <a:picLocks/>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1917964" y="5188905"/>
              <a:ext cx="180000" cy="194289"/>
            </a:xfrm>
            <a:prstGeom prst="rect">
              <a:avLst/>
            </a:prstGeom>
          </p:spPr>
        </p:pic>
        <p:sp>
          <p:nvSpPr>
            <p:cNvPr id="95" name="正方形/長方形 76">
              <a:extLst>
                <a:ext uri="{FF2B5EF4-FFF2-40B4-BE49-F238E27FC236}">
                  <a16:creationId xmlns:a16="http://schemas.microsoft.com/office/drawing/2014/main" id="{67E661AC-7B0E-7741-C63E-C6B986F00F19}"/>
                </a:ext>
              </a:extLst>
            </p:cNvPr>
            <p:cNvSpPr/>
            <p:nvPr/>
          </p:nvSpPr>
          <p:spPr>
            <a:xfrm>
              <a:off x="2217216" y="5209105"/>
              <a:ext cx="601127" cy="153888"/>
            </a:xfrm>
            <a:prstGeom prst="rect">
              <a:avLst/>
            </a:prstGeom>
            <a:noFill/>
          </p:spPr>
          <p:txBody>
            <a:bodyPr wrap="squar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データオーナ</a:t>
              </a:r>
              <a:endParaRPr kumimoji="0" lang="en-US" altLang="ja-JP" sz="1000" kern="0" dirty="0">
                <a:solidFill>
                  <a:schemeClr val="bg2"/>
                </a:solidFill>
                <a:latin typeface="Meiryo UI" panose="020B0604030504040204" pitchFamily="50" charset="-128"/>
                <a:ea typeface="Meiryo UI" panose="020B0604030504040204" pitchFamily="50" charset="-128"/>
              </a:endParaRPr>
            </a:p>
          </p:txBody>
        </p:sp>
        <p:pic>
          <p:nvPicPr>
            <p:cNvPr id="96" name="図 77">
              <a:extLst>
                <a:ext uri="{FF2B5EF4-FFF2-40B4-BE49-F238E27FC236}">
                  <a16:creationId xmlns:a16="http://schemas.microsoft.com/office/drawing/2014/main" id="{5AF82704-0CD5-1231-4F81-D61680E7FF81}"/>
                </a:ext>
              </a:extLst>
            </p:cNvPr>
            <p:cNvPicPr>
              <a:picLocks/>
            </p:cNvPicPr>
            <p:nvPr/>
          </p:nvPicPr>
          <p:blipFill rotWithShape="1">
            <a:blip r:embed="rId3" cstate="print">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7111826" y="5343722"/>
              <a:ext cx="180000" cy="194289"/>
            </a:xfrm>
            <a:prstGeom prst="rect">
              <a:avLst/>
            </a:prstGeom>
          </p:spPr>
        </p:pic>
        <p:sp>
          <p:nvSpPr>
            <p:cNvPr id="98" name="正方形/長方形 79">
              <a:extLst>
                <a:ext uri="{FF2B5EF4-FFF2-40B4-BE49-F238E27FC236}">
                  <a16:creationId xmlns:a16="http://schemas.microsoft.com/office/drawing/2014/main" id="{0BB2B459-4586-9BCC-2DBC-1D4C8E9DC44D}"/>
                </a:ext>
              </a:extLst>
            </p:cNvPr>
            <p:cNvSpPr/>
            <p:nvPr/>
          </p:nvSpPr>
          <p:spPr>
            <a:xfrm>
              <a:off x="3766849" y="4513743"/>
              <a:ext cx="581891" cy="332209"/>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a:t>
              </a:r>
              <a:endParaRPr kumimoji="0" lang="en-US" altLang="ja-JP" sz="1000" kern="0" dirty="0">
                <a:solidFill>
                  <a:schemeClr val="bg2"/>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アーキテクト</a:t>
              </a:r>
              <a:endParaRPr kumimoji="0" lang="en-US" altLang="ja-JP" sz="1000" kern="0" dirty="0">
                <a:solidFill>
                  <a:schemeClr val="bg2"/>
                </a:solidFill>
                <a:latin typeface="Meiryo UI" panose="020B0604030504040204" pitchFamily="50" charset="-128"/>
                <a:ea typeface="Meiryo UI" panose="020B0604030504040204" pitchFamily="50" charset="-128"/>
              </a:endParaRPr>
            </a:p>
          </p:txBody>
        </p:sp>
        <p:pic>
          <p:nvPicPr>
            <p:cNvPr id="99" name="図 80">
              <a:extLst>
                <a:ext uri="{FF2B5EF4-FFF2-40B4-BE49-F238E27FC236}">
                  <a16:creationId xmlns:a16="http://schemas.microsoft.com/office/drawing/2014/main" id="{9A8D284C-C297-46F1-8A13-E9E327CA8166}"/>
                </a:ext>
              </a:extLst>
            </p:cNvPr>
            <p:cNvPicPr>
              <a:picLocks noChangeAspect="1"/>
            </p:cNvPicPr>
            <p:nvPr/>
          </p:nvPicPr>
          <p:blipFill>
            <a:blip r:embed="rId4"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3886484" y="4310196"/>
              <a:ext cx="342620" cy="194289"/>
            </a:xfrm>
            <a:prstGeom prst="rect">
              <a:avLst/>
            </a:prstGeom>
          </p:spPr>
        </p:pic>
        <p:sp>
          <p:nvSpPr>
            <p:cNvPr id="100" name="正方形/長方形 81">
              <a:extLst>
                <a:ext uri="{FF2B5EF4-FFF2-40B4-BE49-F238E27FC236}">
                  <a16:creationId xmlns:a16="http://schemas.microsoft.com/office/drawing/2014/main" id="{F59991E0-D042-1CCD-9A6B-AE4820E34BC8}"/>
                </a:ext>
              </a:extLst>
            </p:cNvPr>
            <p:cNvSpPr/>
            <p:nvPr/>
          </p:nvSpPr>
          <p:spPr>
            <a:xfrm>
              <a:off x="4538776" y="4513743"/>
              <a:ext cx="416781" cy="332209"/>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a:t>
              </a:r>
              <a:endParaRPr kumimoji="0" lang="en-US" altLang="ja-JP" sz="1000" kern="0" dirty="0">
                <a:solidFill>
                  <a:schemeClr val="bg2"/>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モデラ</a:t>
              </a:r>
              <a:r>
                <a:rPr kumimoji="0" lang="en-US" altLang="ja-JP" sz="1000" kern="0" dirty="0">
                  <a:solidFill>
                    <a:schemeClr val="bg2"/>
                  </a:solidFill>
                  <a:latin typeface="Meiryo UI" panose="020B0604030504040204" pitchFamily="50" charset="-128"/>
                  <a:ea typeface="Meiryo UI" panose="020B0604030504040204" pitchFamily="50" charset="-128"/>
                </a:rPr>
                <a:t>―</a:t>
              </a:r>
            </a:p>
          </p:txBody>
        </p:sp>
        <p:pic>
          <p:nvPicPr>
            <p:cNvPr id="101" name="図 82">
              <a:extLst>
                <a:ext uri="{FF2B5EF4-FFF2-40B4-BE49-F238E27FC236}">
                  <a16:creationId xmlns:a16="http://schemas.microsoft.com/office/drawing/2014/main" id="{F56DAD80-FD50-25C9-DF67-8CB2448C4C78}"/>
                </a:ext>
              </a:extLst>
            </p:cNvPr>
            <p:cNvPicPr>
              <a:picLocks noChangeAspect="1"/>
            </p:cNvPicPr>
            <p:nvPr/>
          </p:nvPicPr>
          <p:blipFill>
            <a:blip r:embed="rId4"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4575856" y="4306303"/>
              <a:ext cx="342620" cy="194289"/>
            </a:xfrm>
            <a:prstGeom prst="rect">
              <a:avLst/>
            </a:prstGeom>
          </p:spPr>
        </p:pic>
        <p:pic>
          <p:nvPicPr>
            <p:cNvPr id="102" name="図 83">
              <a:extLst>
                <a:ext uri="{FF2B5EF4-FFF2-40B4-BE49-F238E27FC236}">
                  <a16:creationId xmlns:a16="http://schemas.microsoft.com/office/drawing/2014/main" id="{97BBD514-1D6C-E7FD-DA19-9420E0BECCD7}"/>
                </a:ext>
              </a:extLst>
            </p:cNvPr>
            <p:cNvPicPr>
              <a:picLocks noChangeAspect="1"/>
            </p:cNvPicPr>
            <p:nvPr/>
          </p:nvPicPr>
          <p:blipFill rotWithShape="1">
            <a:blip r:embed="rId5" cstate="print">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7171507" y="4262659"/>
              <a:ext cx="232454" cy="194289"/>
            </a:xfrm>
            <a:prstGeom prst="rect">
              <a:avLst/>
            </a:prstGeom>
          </p:spPr>
        </p:pic>
        <p:sp>
          <p:nvSpPr>
            <p:cNvPr id="103" name="正方形/長方形 84">
              <a:extLst>
                <a:ext uri="{FF2B5EF4-FFF2-40B4-BE49-F238E27FC236}">
                  <a16:creationId xmlns:a16="http://schemas.microsoft.com/office/drawing/2014/main" id="{6D3DC641-5BE5-73F6-68BE-027AC7407CEA}"/>
                </a:ext>
              </a:extLst>
            </p:cNvPr>
            <p:cNvSpPr/>
            <p:nvPr/>
          </p:nvSpPr>
          <p:spPr>
            <a:xfrm>
              <a:off x="7400711" y="4283506"/>
              <a:ext cx="799899" cy="166104"/>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データエンジニア</a:t>
              </a:r>
              <a:endParaRPr kumimoji="0" lang="en-US" altLang="ja-JP" sz="1000" kern="0" dirty="0">
                <a:solidFill>
                  <a:schemeClr val="bg2"/>
                </a:solidFill>
                <a:latin typeface="Meiryo UI" panose="020B0604030504040204" pitchFamily="50" charset="-128"/>
                <a:ea typeface="Meiryo UI" panose="020B0604030504040204" pitchFamily="50" charset="-128"/>
              </a:endParaRPr>
            </a:p>
          </p:txBody>
        </p:sp>
        <p:pic>
          <p:nvPicPr>
            <p:cNvPr id="104" name="図 85">
              <a:extLst>
                <a:ext uri="{FF2B5EF4-FFF2-40B4-BE49-F238E27FC236}">
                  <a16:creationId xmlns:a16="http://schemas.microsoft.com/office/drawing/2014/main" id="{109BA378-87E6-3911-F9A9-8DDE8ED6DF8A}"/>
                </a:ext>
              </a:extLst>
            </p:cNvPr>
            <p:cNvPicPr>
              <a:picLocks noChangeAspect="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5743329" y="5210180"/>
              <a:ext cx="230955" cy="194289"/>
            </a:xfrm>
            <a:prstGeom prst="rect">
              <a:avLst/>
            </a:prstGeom>
          </p:spPr>
        </p:pic>
        <p:sp>
          <p:nvSpPr>
            <p:cNvPr id="105" name="正方形/長方形 86">
              <a:extLst>
                <a:ext uri="{FF2B5EF4-FFF2-40B4-BE49-F238E27FC236}">
                  <a16:creationId xmlns:a16="http://schemas.microsoft.com/office/drawing/2014/main" id="{89787B65-365F-1C0F-64F2-6F0608424524}"/>
                </a:ext>
              </a:extLst>
            </p:cNvPr>
            <p:cNvSpPr/>
            <p:nvPr/>
          </p:nvSpPr>
          <p:spPr>
            <a:xfrm>
              <a:off x="5989466" y="5230380"/>
              <a:ext cx="937757" cy="153888"/>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データ活用推進者</a:t>
              </a:r>
            </a:p>
          </p:txBody>
        </p:sp>
        <p:pic>
          <p:nvPicPr>
            <p:cNvPr id="106" name="図 87">
              <a:extLst>
                <a:ext uri="{FF2B5EF4-FFF2-40B4-BE49-F238E27FC236}">
                  <a16:creationId xmlns:a16="http://schemas.microsoft.com/office/drawing/2014/main" id="{74ABF371-42DC-0ED9-A0F2-4615D239E6F7}"/>
                </a:ext>
              </a:extLst>
            </p:cNvPr>
            <p:cNvPicPr>
              <a:picLocks/>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4783477" y="5976465"/>
              <a:ext cx="180000" cy="194289"/>
            </a:xfrm>
            <a:prstGeom prst="rect">
              <a:avLst/>
            </a:prstGeom>
          </p:spPr>
        </p:pic>
        <p:sp>
          <p:nvSpPr>
            <p:cNvPr id="107" name="正方形/長方形 88">
              <a:extLst>
                <a:ext uri="{FF2B5EF4-FFF2-40B4-BE49-F238E27FC236}">
                  <a16:creationId xmlns:a16="http://schemas.microsoft.com/office/drawing/2014/main" id="{BB493382-7E90-F479-501D-E24BECCDA24D}"/>
                </a:ext>
              </a:extLst>
            </p:cNvPr>
            <p:cNvSpPr/>
            <p:nvPr/>
          </p:nvSpPr>
          <p:spPr>
            <a:xfrm>
              <a:off x="4983820" y="5990558"/>
              <a:ext cx="601127" cy="166104"/>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データオーナ</a:t>
              </a:r>
              <a:endParaRPr kumimoji="0" lang="en-US" altLang="ja-JP" sz="1000" kern="0" dirty="0">
                <a:solidFill>
                  <a:schemeClr val="bg2"/>
                </a:solidFill>
                <a:latin typeface="Meiryo UI" panose="020B0604030504040204" pitchFamily="50" charset="-128"/>
                <a:ea typeface="Meiryo UI" panose="020B0604030504040204" pitchFamily="50" charset="-128"/>
              </a:endParaRPr>
            </a:p>
          </p:txBody>
        </p:sp>
        <p:sp>
          <p:nvSpPr>
            <p:cNvPr id="108" name="正方形/長方形 89">
              <a:extLst>
                <a:ext uri="{FF2B5EF4-FFF2-40B4-BE49-F238E27FC236}">
                  <a16:creationId xmlns:a16="http://schemas.microsoft.com/office/drawing/2014/main" id="{0E519200-D77D-BA51-FDA4-98022E0DA59A}"/>
                </a:ext>
              </a:extLst>
            </p:cNvPr>
            <p:cNvSpPr/>
            <p:nvPr/>
          </p:nvSpPr>
          <p:spPr>
            <a:xfrm>
              <a:off x="8383465" y="5736447"/>
              <a:ext cx="878447" cy="166104"/>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データアーキテクト</a:t>
              </a:r>
              <a:endParaRPr kumimoji="0" lang="en-US" altLang="ja-JP" sz="1000" kern="0" dirty="0">
                <a:solidFill>
                  <a:schemeClr val="bg2"/>
                </a:solidFill>
                <a:latin typeface="Meiryo UI" panose="020B0604030504040204" pitchFamily="50" charset="-128"/>
                <a:ea typeface="Meiryo UI" panose="020B0604030504040204" pitchFamily="50" charset="-128"/>
              </a:endParaRPr>
            </a:p>
          </p:txBody>
        </p:sp>
        <p:pic>
          <p:nvPicPr>
            <p:cNvPr id="109" name="図 90">
              <a:extLst>
                <a:ext uri="{FF2B5EF4-FFF2-40B4-BE49-F238E27FC236}">
                  <a16:creationId xmlns:a16="http://schemas.microsoft.com/office/drawing/2014/main" id="{01BAF2ED-6DE1-B9A5-841A-E58E73826D7A}"/>
                </a:ext>
              </a:extLst>
            </p:cNvPr>
            <p:cNvPicPr>
              <a:picLocks noChangeAspect="1"/>
            </p:cNvPicPr>
            <p:nvPr/>
          </p:nvPicPr>
          <p:blipFill>
            <a:blip r:embed="rId4"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8181071" y="5719632"/>
              <a:ext cx="342620" cy="194289"/>
            </a:xfrm>
            <a:prstGeom prst="rect">
              <a:avLst/>
            </a:prstGeom>
          </p:spPr>
        </p:pic>
        <p:sp>
          <p:nvSpPr>
            <p:cNvPr id="114" name="正方形/長方形 95">
              <a:extLst>
                <a:ext uri="{FF2B5EF4-FFF2-40B4-BE49-F238E27FC236}">
                  <a16:creationId xmlns:a16="http://schemas.microsoft.com/office/drawing/2014/main" id="{7CCD7257-EE45-0BA9-A42C-D1FECE9BAD67}"/>
                </a:ext>
              </a:extLst>
            </p:cNvPr>
            <p:cNvSpPr/>
            <p:nvPr/>
          </p:nvSpPr>
          <p:spPr>
            <a:xfrm>
              <a:off x="2224416" y="4885345"/>
              <a:ext cx="761427" cy="307777"/>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データオフィサー</a:t>
              </a:r>
              <a:endParaRPr kumimoji="0" lang="en-US" altLang="ja-JP" sz="1000" kern="0" dirty="0">
                <a:solidFill>
                  <a:schemeClr val="bg2"/>
                </a:solidFill>
                <a:latin typeface="Meiryo UI" panose="020B0604030504040204" pitchFamily="50" charset="-128"/>
                <a:ea typeface="Meiryo UI" panose="020B0604030504040204" pitchFamily="50" charset="-128"/>
              </a:endParaRPr>
            </a:p>
            <a:p>
              <a:pPr marL="0" marR="0" lvl="0" indent="0" algn="ctr" defTabSz="914400" eaLnBrk="1" fontAlgn="auto" latinLnBrk="0" hangingPunct="1">
                <a:spcBef>
                  <a:spcPts val="0"/>
                </a:spcBef>
                <a:spcAft>
                  <a:spcPts val="0"/>
                </a:spcAft>
                <a:buClrTx/>
                <a:buSzTx/>
                <a:buFontTx/>
                <a:buNone/>
                <a:tabLst/>
                <a:defRPr/>
              </a:pPr>
              <a:r>
                <a:rPr kumimoji="0" lang="en-US" altLang="ja-JP" sz="1000" kern="0" dirty="0">
                  <a:solidFill>
                    <a:schemeClr val="bg2"/>
                  </a:solidFill>
                  <a:latin typeface="Meiryo UI" panose="020B0604030504040204" pitchFamily="50" charset="-128"/>
                  <a:ea typeface="Meiryo UI" panose="020B0604030504040204" pitchFamily="50" charset="-128"/>
                </a:rPr>
                <a:t>/DMO</a:t>
              </a:r>
            </a:p>
          </p:txBody>
        </p:sp>
        <p:pic>
          <p:nvPicPr>
            <p:cNvPr id="115" name="図 42">
              <a:extLst>
                <a:ext uri="{FF2B5EF4-FFF2-40B4-BE49-F238E27FC236}">
                  <a16:creationId xmlns:a16="http://schemas.microsoft.com/office/drawing/2014/main" id="{0A5BBB73-429C-DB7D-FCF6-553F831FAC64}"/>
                </a:ext>
              </a:extLst>
            </p:cNvPr>
            <p:cNvPicPr>
              <a:picLocks noChangeAspect="1" noChangeArrowheads="1"/>
            </p:cNvPicPr>
            <p:nvPr/>
          </p:nvPicPr>
          <p:blipFill>
            <a:blip r:embed="rId7"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1779625" y="4931524"/>
              <a:ext cx="432480" cy="194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6" name="図 97">
              <a:extLst>
                <a:ext uri="{FF2B5EF4-FFF2-40B4-BE49-F238E27FC236}">
                  <a16:creationId xmlns:a16="http://schemas.microsoft.com/office/drawing/2014/main" id="{F1457495-81D1-9252-9632-8699E590E436}"/>
                </a:ext>
              </a:extLst>
            </p:cNvPr>
            <p:cNvPicPr>
              <a:picLocks/>
            </p:cNvPicPr>
            <p:nvPr/>
          </p:nvPicPr>
          <p:blipFill rotWithShape="1">
            <a:blip r:embed="rId3" cstate="print">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4434323" y="5352050"/>
              <a:ext cx="180000" cy="194289"/>
            </a:xfrm>
            <a:prstGeom prst="rect">
              <a:avLst/>
            </a:prstGeom>
          </p:spPr>
        </p:pic>
        <p:sp>
          <p:nvSpPr>
            <p:cNvPr id="117" name="正方形/長方形 98">
              <a:extLst>
                <a:ext uri="{FF2B5EF4-FFF2-40B4-BE49-F238E27FC236}">
                  <a16:creationId xmlns:a16="http://schemas.microsoft.com/office/drawing/2014/main" id="{4EEA173C-3036-E508-9BF3-1F7F9D064B19}"/>
                </a:ext>
              </a:extLst>
            </p:cNvPr>
            <p:cNvSpPr/>
            <p:nvPr/>
          </p:nvSpPr>
          <p:spPr>
            <a:xfrm>
              <a:off x="4603252" y="5366142"/>
              <a:ext cx="1069203" cy="166104"/>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データサイエンティスト</a:t>
              </a:r>
              <a:endParaRPr kumimoji="0" lang="en-US" altLang="ja-JP" sz="1000" kern="0" dirty="0">
                <a:solidFill>
                  <a:schemeClr val="bg2"/>
                </a:solidFill>
                <a:latin typeface="Meiryo UI" panose="020B0604030504040204" pitchFamily="50" charset="-128"/>
                <a:ea typeface="Meiryo UI" panose="020B0604030504040204" pitchFamily="50" charset="-128"/>
              </a:endParaRPr>
            </a:p>
          </p:txBody>
        </p:sp>
        <p:pic>
          <p:nvPicPr>
            <p:cNvPr id="118" name="図 99">
              <a:extLst>
                <a:ext uri="{FF2B5EF4-FFF2-40B4-BE49-F238E27FC236}">
                  <a16:creationId xmlns:a16="http://schemas.microsoft.com/office/drawing/2014/main" id="{BFFA2E8A-AB73-68BC-3E3F-E5DB231A5EE4}"/>
                </a:ext>
              </a:extLst>
            </p:cNvPr>
            <p:cNvPicPr>
              <a:picLocks/>
            </p:cNvPicPr>
            <p:nvPr/>
          </p:nvPicPr>
          <p:blipFill rotWithShape="1">
            <a:blip r:embed="rId2" cstate="print">
              <a:duotone>
                <a:schemeClr val="bg2">
                  <a:shade val="45000"/>
                  <a:satMod val="135000"/>
                </a:schemeClr>
                <a:prstClr val="white"/>
              </a:duotone>
              <a:extLst>
                <a:ext uri="{28A0092B-C50C-407E-A947-70E740481C1C}">
                  <a14:useLocalDpi xmlns:a14="http://schemas.microsoft.com/office/drawing/2010/main"/>
                </a:ext>
              </a:extLst>
            </a:blip>
            <a:srcRect/>
            <a:stretch/>
          </p:blipFill>
          <p:spPr>
            <a:xfrm>
              <a:off x="7309865" y="5706194"/>
              <a:ext cx="180000" cy="194289"/>
            </a:xfrm>
            <a:prstGeom prst="rect">
              <a:avLst/>
            </a:prstGeom>
          </p:spPr>
        </p:pic>
        <p:sp>
          <p:nvSpPr>
            <p:cNvPr id="119" name="正方形/長方形 100">
              <a:extLst>
                <a:ext uri="{FF2B5EF4-FFF2-40B4-BE49-F238E27FC236}">
                  <a16:creationId xmlns:a16="http://schemas.microsoft.com/office/drawing/2014/main" id="{FD11CE59-1BB7-31F6-2685-23CBB4E85E76}"/>
                </a:ext>
              </a:extLst>
            </p:cNvPr>
            <p:cNvSpPr/>
            <p:nvPr/>
          </p:nvSpPr>
          <p:spPr>
            <a:xfrm>
              <a:off x="7476153" y="5733096"/>
              <a:ext cx="601126" cy="153888"/>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データオーナ</a:t>
              </a:r>
              <a:endParaRPr kumimoji="0" lang="en-US" altLang="ja-JP" sz="1000" kern="0" dirty="0">
                <a:solidFill>
                  <a:schemeClr val="bg2"/>
                </a:solidFill>
                <a:latin typeface="Meiryo UI" panose="020B0604030504040204" pitchFamily="50" charset="-128"/>
                <a:ea typeface="Meiryo UI" panose="020B0604030504040204" pitchFamily="50" charset="-128"/>
              </a:endParaRPr>
            </a:p>
          </p:txBody>
        </p:sp>
        <p:sp>
          <p:nvSpPr>
            <p:cNvPr id="121" name="正方形/長方形 103">
              <a:extLst>
                <a:ext uri="{FF2B5EF4-FFF2-40B4-BE49-F238E27FC236}">
                  <a16:creationId xmlns:a16="http://schemas.microsoft.com/office/drawing/2014/main" id="{9335B41A-3981-1B41-9157-8D01D7E60CC6}"/>
                </a:ext>
              </a:extLst>
            </p:cNvPr>
            <p:cNvSpPr/>
            <p:nvPr/>
          </p:nvSpPr>
          <p:spPr>
            <a:xfrm>
              <a:off x="5721922" y="3629099"/>
              <a:ext cx="1166364" cy="166104"/>
            </a:xfrm>
            <a:prstGeom prst="rect">
              <a:avLst/>
            </a:prstGeom>
            <a:noFill/>
          </p:spPr>
          <p:txBody>
            <a:bodyPr wrap="squar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データ品質管理者</a:t>
              </a:r>
              <a:endParaRPr kumimoji="0" lang="en-US" altLang="ja-JP" sz="1000" kern="0" dirty="0">
                <a:solidFill>
                  <a:schemeClr val="bg2"/>
                </a:solidFill>
                <a:latin typeface="Meiryo UI" panose="020B0604030504040204" pitchFamily="50" charset="-128"/>
                <a:ea typeface="Meiryo UI" panose="020B0604030504040204" pitchFamily="50" charset="-128"/>
              </a:endParaRPr>
            </a:p>
          </p:txBody>
        </p:sp>
        <p:pic>
          <p:nvPicPr>
            <p:cNvPr id="122" name="図 42">
              <a:extLst>
                <a:ext uri="{FF2B5EF4-FFF2-40B4-BE49-F238E27FC236}">
                  <a16:creationId xmlns:a16="http://schemas.microsoft.com/office/drawing/2014/main" id="{88A8CE27-5F2D-5D0D-1A55-119B4C39BEDB}"/>
                </a:ext>
              </a:extLst>
            </p:cNvPr>
            <p:cNvPicPr>
              <a:picLocks noChangeAspect="1" noChangeArrowheads="1"/>
            </p:cNvPicPr>
            <p:nvPr/>
          </p:nvPicPr>
          <p:blipFill>
            <a:blip r:embed="rId7"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a:ext>
              </a:extLst>
            </a:blip>
            <a:srcRect/>
            <a:stretch>
              <a:fillRect/>
            </a:stretch>
          </p:blipFill>
          <p:spPr bwMode="auto">
            <a:xfrm>
              <a:off x="6367765" y="5706194"/>
              <a:ext cx="432480" cy="194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 name="正方形/長方形 105">
              <a:extLst>
                <a:ext uri="{FF2B5EF4-FFF2-40B4-BE49-F238E27FC236}">
                  <a16:creationId xmlns:a16="http://schemas.microsoft.com/office/drawing/2014/main" id="{C7DDD7F2-B97F-3B79-3E41-7B156DD359ED}"/>
                </a:ext>
              </a:extLst>
            </p:cNvPr>
            <p:cNvSpPr/>
            <p:nvPr/>
          </p:nvSpPr>
          <p:spPr>
            <a:xfrm>
              <a:off x="6838916" y="5732058"/>
              <a:ext cx="299762" cy="153888"/>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en-US" altLang="ja-JP" sz="1000" kern="0" dirty="0">
                  <a:solidFill>
                    <a:schemeClr val="bg2"/>
                  </a:solidFill>
                  <a:latin typeface="Meiryo UI" panose="020B0604030504040204" pitchFamily="50" charset="-128"/>
                  <a:ea typeface="Meiryo UI" panose="020B0604030504040204" pitchFamily="50" charset="-128"/>
                </a:rPr>
                <a:t>DMO</a:t>
              </a:r>
            </a:p>
          </p:txBody>
        </p:sp>
        <p:pic>
          <p:nvPicPr>
            <p:cNvPr id="124" name="図 106">
              <a:extLst>
                <a:ext uri="{FF2B5EF4-FFF2-40B4-BE49-F238E27FC236}">
                  <a16:creationId xmlns:a16="http://schemas.microsoft.com/office/drawing/2014/main" id="{F33618CB-5143-F853-D4B5-D867707A4BAF}"/>
                </a:ext>
              </a:extLst>
            </p:cNvPr>
            <p:cNvPicPr>
              <a:picLocks noChangeAspect="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5676166" y="5976465"/>
              <a:ext cx="230955" cy="194289"/>
            </a:xfrm>
            <a:prstGeom prst="rect">
              <a:avLst/>
            </a:prstGeom>
          </p:spPr>
        </p:pic>
        <p:sp>
          <p:nvSpPr>
            <p:cNvPr id="125" name="正方形/長方形 107">
              <a:extLst>
                <a:ext uri="{FF2B5EF4-FFF2-40B4-BE49-F238E27FC236}">
                  <a16:creationId xmlns:a16="http://schemas.microsoft.com/office/drawing/2014/main" id="{2DE50F0E-6681-8BF7-43EC-3EAD3B4C77B7}"/>
                </a:ext>
              </a:extLst>
            </p:cNvPr>
            <p:cNvSpPr/>
            <p:nvPr/>
          </p:nvSpPr>
          <p:spPr>
            <a:xfrm>
              <a:off x="5963783" y="5990558"/>
              <a:ext cx="937757" cy="166104"/>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データ活用推進者</a:t>
              </a:r>
            </a:p>
          </p:txBody>
        </p:sp>
        <p:pic>
          <p:nvPicPr>
            <p:cNvPr id="126" name="図 108">
              <a:extLst>
                <a:ext uri="{FF2B5EF4-FFF2-40B4-BE49-F238E27FC236}">
                  <a16:creationId xmlns:a16="http://schemas.microsoft.com/office/drawing/2014/main" id="{69FC2A0E-316D-4D98-2C8B-8969EC1E1C24}"/>
                </a:ext>
              </a:extLst>
            </p:cNvPr>
            <p:cNvPicPr>
              <a:picLocks noChangeAspect="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1833455" y="5455682"/>
              <a:ext cx="230955" cy="194289"/>
            </a:xfrm>
            <a:prstGeom prst="rect">
              <a:avLst/>
            </a:prstGeom>
          </p:spPr>
        </p:pic>
        <p:sp>
          <p:nvSpPr>
            <p:cNvPr id="127" name="正方形/長方形 109">
              <a:extLst>
                <a:ext uri="{FF2B5EF4-FFF2-40B4-BE49-F238E27FC236}">
                  <a16:creationId xmlns:a16="http://schemas.microsoft.com/office/drawing/2014/main" id="{1EDD7D66-C446-0AE6-0346-3115E1746A33}"/>
                </a:ext>
              </a:extLst>
            </p:cNvPr>
            <p:cNvSpPr/>
            <p:nvPr/>
          </p:nvSpPr>
          <p:spPr>
            <a:xfrm>
              <a:off x="1856097" y="5664062"/>
              <a:ext cx="937757" cy="166104"/>
            </a:xfrm>
            <a:prstGeom prst="rect">
              <a:avLst/>
            </a:prstGeom>
            <a:noFill/>
          </p:spPr>
          <p:txBody>
            <a:bodyPr wrap="none" lIns="0" tIns="0" rIns="0" bIns="0" anchor="ctr">
              <a:spAutoFit/>
            </a:bodyPr>
            <a:lstStyle/>
            <a:p>
              <a:pPr algn="ctr" eaLnBrk="1" fontAlgn="auto" hangingPunct="1">
                <a:spcBef>
                  <a:spcPts val="0"/>
                </a:spcBef>
                <a:spcAft>
                  <a:spcPts val="0"/>
                </a:spcAft>
              </a:pPr>
              <a:r>
                <a:rPr kumimoji="0" lang="ja-JP" altLang="en-US" sz="1000" kern="0" dirty="0">
                  <a:solidFill>
                    <a:schemeClr val="bg2"/>
                  </a:solidFill>
                  <a:latin typeface="Meiryo UI" panose="020B0604030504040204" pitchFamily="50" charset="-128"/>
                  <a:ea typeface="Meiryo UI" panose="020B0604030504040204" pitchFamily="50" charset="-128"/>
                </a:rPr>
                <a:t>データ活用推進者</a:t>
              </a:r>
            </a:p>
          </p:txBody>
        </p:sp>
        <p:sp>
          <p:nvSpPr>
            <p:cNvPr id="4" name="星 5 3"/>
            <p:cNvSpPr/>
            <p:nvPr/>
          </p:nvSpPr>
          <p:spPr>
            <a:xfrm>
              <a:off x="6861421" y="5980254"/>
              <a:ext cx="172528" cy="163901"/>
            </a:xfrm>
            <a:prstGeom prst="star5">
              <a:avLst/>
            </a:prstGeom>
            <a:noFill/>
            <a:ln w="31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28" name="星 5 127"/>
            <p:cNvSpPr/>
            <p:nvPr/>
          </p:nvSpPr>
          <p:spPr>
            <a:xfrm>
              <a:off x="2919336" y="4864769"/>
              <a:ext cx="172528" cy="163901"/>
            </a:xfrm>
            <a:prstGeom prst="star5">
              <a:avLst/>
            </a:prstGeom>
            <a:noFill/>
            <a:ln w="31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29" name="星 5 128"/>
            <p:cNvSpPr/>
            <p:nvPr/>
          </p:nvSpPr>
          <p:spPr>
            <a:xfrm>
              <a:off x="2810679" y="5206739"/>
              <a:ext cx="172528" cy="163901"/>
            </a:xfrm>
            <a:prstGeom prst="star5">
              <a:avLst/>
            </a:prstGeom>
            <a:noFill/>
            <a:ln w="31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30" name="星 5 129"/>
            <p:cNvSpPr/>
            <p:nvPr/>
          </p:nvSpPr>
          <p:spPr>
            <a:xfrm>
              <a:off x="6931806" y="5225374"/>
              <a:ext cx="172528" cy="163901"/>
            </a:xfrm>
            <a:prstGeom prst="star5">
              <a:avLst/>
            </a:prstGeom>
            <a:solidFill>
              <a:schemeClr val="bg1">
                <a:lumMod val="6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31" name="星 5 130"/>
            <p:cNvSpPr/>
            <p:nvPr/>
          </p:nvSpPr>
          <p:spPr>
            <a:xfrm>
              <a:off x="5614640" y="5367244"/>
              <a:ext cx="172528" cy="163901"/>
            </a:xfrm>
            <a:prstGeom prst="star5">
              <a:avLst/>
            </a:prstGeom>
            <a:solidFill>
              <a:schemeClr val="bg1">
                <a:lumMod val="6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32" name="星 5 131"/>
            <p:cNvSpPr/>
            <p:nvPr/>
          </p:nvSpPr>
          <p:spPr>
            <a:xfrm>
              <a:off x="2761507" y="5658544"/>
              <a:ext cx="172528" cy="163901"/>
            </a:xfrm>
            <a:prstGeom prst="star5">
              <a:avLst/>
            </a:prstGeom>
            <a:noFill/>
            <a:ln w="31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33" name="星 5 132"/>
            <p:cNvSpPr/>
            <p:nvPr/>
          </p:nvSpPr>
          <p:spPr>
            <a:xfrm>
              <a:off x="8305267" y="5358916"/>
              <a:ext cx="172528" cy="163901"/>
            </a:xfrm>
            <a:prstGeom prst="star5">
              <a:avLst/>
            </a:prstGeom>
            <a:solidFill>
              <a:schemeClr val="bg1">
                <a:lumMod val="6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35" name="星 5 134"/>
            <p:cNvSpPr/>
            <p:nvPr/>
          </p:nvSpPr>
          <p:spPr>
            <a:xfrm>
              <a:off x="3962524" y="4796108"/>
              <a:ext cx="172528" cy="163901"/>
            </a:xfrm>
            <a:prstGeom prst="star5">
              <a:avLst/>
            </a:prstGeom>
            <a:solidFill>
              <a:schemeClr val="bg1">
                <a:lumMod val="65000"/>
              </a:schemeClr>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36" name="星 5 135"/>
            <p:cNvSpPr/>
            <p:nvPr/>
          </p:nvSpPr>
          <p:spPr>
            <a:xfrm>
              <a:off x="4739601" y="4796108"/>
              <a:ext cx="172528" cy="163901"/>
            </a:xfrm>
            <a:prstGeom prst="star5">
              <a:avLst/>
            </a:prstGeom>
            <a:solidFill>
              <a:schemeClr val="accent2"/>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37" name="星 5 136"/>
            <p:cNvSpPr/>
            <p:nvPr/>
          </p:nvSpPr>
          <p:spPr>
            <a:xfrm>
              <a:off x="8202243" y="4283506"/>
              <a:ext cx="172528" cy="163901"/>
            </a:xfrm>
            <a:prstGeom prst="star5">
              <a:avLst/>
            </a:prstGeom>
            <a:solidFill>
              <a:schemeClr val="accent2"/>
            </a:solidFill>
            <a:ln w="3175">
              <a:solidFill>
                <a:schemeClr val="tx1"/>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39" name="星 5 138"/>
            <p:cNvSpPr/>
            <p:nvPr/>
          </p:nvSpPr>
          <p:spPr>
            <a:xfrm>
              <a:off x="8071522" y="5731771"/>
              <a:ext cx="172528" cy="163901"/>
            </a:xfrm>
            <a:prstGeom prst="star5">
              <a:avLst/>
            </a:prstGeom>
            <a:noFill/>
            <a:ln w="31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40" name="星 5 139"/>
            <p:cNvSpPr/>
            <p:nvPr/>
          </p:nvSpPr>
          <p:spPr>
            <a:xfrm>
              <a:off x="9229997" y="5725714"/>
              <a:ext cx="172528" cy="163901"/>
            </a:xfrm>
            <a:prstGeom prst="star5">
              <a:avLst/>
            </a:prstGeom>
            <a:noFill/>
            <a:ln w="31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41" name="星 5 140"/>
            <p:cNvSpPr/>
            <p:nvPr/>
          </p:nvSpPr>
          <p:spPr>
            <a:xfrm>
              <a:off x="7116752" y="5716418"/>
              <a:ext cx="172528" cy="163901"/>
            </a:xfrm>
            <a:prstGeom prst="star5">
              <a:avLst/>
            </a:prstGeom>
            <a:noFill/>
            <a:ln w="31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42" name="星 5 141"/>
            <p:cNvSpPr/>
            <p:nvPr/>
          </p:nvSpPr>
          <p:spPr>
            <a:xfrm>
              <a:off x="5533240" y="5985457"/>
              <a:ext cx="172528" cy="163901"/>
            </a:xfrm>
            <a:prstGeom prst="star5">
              <a:avLst/>
            </a:prstGeom>
            <a:noFill/>
            <a:ln w="31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45" name="星 5 144"/>
            <p:cNvSpPr/>
            <p:nvPr/>
          </p:nvSpPr>
          <p:spPr>
            <a:xfrm>
              <a:off x="6745475" y="3608031"/>
              <a:ext cx="172528" cy="163901"/>
            </a:xfrm>
            <a:prstGeom prst="star5">
              <a:avLst/>
            </a:prstGeom>
            <a:noFill/>
            <a:ln w="31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3" name="正方形/長方形 2"/>
            <p:cNvSpPr/>
            <p:nvPr/>
          </p:nvSpPr>
          <p:spPr>
            <a:xfrm>
              <a:off x="3510951" y="3909958"/>
              <a:ext cx="4806418" cy="1676212"/>
            </a:xfrm>
            <a:prstGeom prst="rect">
              <a:avLst/>
            </a:prstGeom>
            <a:noFill/>
            <a:ln w="38100">
              <a:solidFill>
                <a:srgbClr val="C0000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pic>
          <p:nvPicPr>
            <p:cNvPr id="120" name="図 102">
              <a:extLst>
                <a:ext uri="{FF2B5EF4-FFF2-40B4-BE49-F238E27FC236}">
                  <a16:creationId xmlns:a16="http://schemas.microsoft.com/office/drawing/2014/main" id="{B9AD8AFD-B724-5EC3-0FD7-3A6B564D4FDC}"/>
                </a:ext>
              </a:extLst>
            </p:cNvPr>
            <p:cNvPicPr>
              <a:picLocks noChangeAspect="1"/>
            </p:cNvPicPr>
            <p:nvPr/>
          </p:nvPicPr>
          <p:blipFill>
            <a:blip r:embed="rId6" cstate="print">
              <a:duotone>
                <a:schemeClr val="bg2">
                  <a:shade val="45000"/>
                  <a:satMod val="135000"/>
                </a:schemeClr>
                <a:prstClr val="white"/>
              </a:duotone>
              <a:extLst>
                <a:ext uri="{28A0092B-C50C-407E-A947-70E740481C1C}">
                  <a14:useLocalDpi xmlns:a14="http://schemas.microsoft.com/office/drawing/2010/main"/>
                </a:ext>
              </a:extLst>
            </a:blip>
            <a:stretch>
              <a:fillRect/>
            </a:stretch>
          </p:blipFill>
          <p:spPr>
            <a:xfrm>
              <a:off x="5610825" y="3614616"/>
              <a:ext cx="230955" cy="194289"/>
            </a:xfrm>
            <a:prstGeom prst="rect">
              <a:avLst/>
            </a:prstGeom>
          </p:spPr>
        </p:pic>
        <p:sp>
          <p:nvSpPr>
            <p:cNvPr id="97" name="正方形/長方形 78">
              <a:extLst>
                <a:ext uri="{FF2B5EF4-FFF2-40B4-BE49-F238E27FC236}">
                  <a16:creationId xmlns:a16="http://schemas.microsoft.com/office/drawing/2014/main" id="{FB9F98FF-A381-556D-37CB-8E53F9E0B44D}"/>
                </a:ext>
              </a:extLst>
            </p:cNvPr>
            <p:cNvSpPr/>
            <p:nvPr/>
          </p:nvSpPr>
          <p:spPr>
            <a:xfrm>
              <a:off x="7292078" y="5357814"/>
              <a:ext cx="1069203" cy="166104"/>
            </a:xfrm>
            <a:prstGeom prst="rect">
              <a:avLst/>
            </a:prstGeom>
            <a:noFill/>
          </p:spPr>
          <p:txBody>
            <a:bodyPr wrap="none" lIns="0" tIns="0" rIns="0" bIns="0" anchor="ctr">
              <a:spAutoFit/>
            </a:bodyPr>
            <a:lstStyle/>
            <a:p>
              <a:pPr marL="0" marR="0" lvl="0" indent="0" algn="ctr" defTabSz="914400" eaLnBrk="1" fontAlgn="auto" latinLnBrk="0" hangingPunct="1">
                <a:spcBef>
                  <a:spcPts val="0"/>
                </a:spcBef>
                <a:spcAft>
                  <a:spcPts val="0"/>
                </a:spcAft>
                <a:buClrTx/>
                <a:buSzTx/>
                <a:buFontTx/>
                <a:buNone/>
                <a:tabLst/>
                <a:defRPr/>
              </a:pPr>
              <a:r>
                <a:rPr kumimoji="0" lang="ja-JP" altLang="en-US" sz="1000" kern="0" dirty="0">
                  <a:solidFill>
                    <a:schemeClr val="bg2"/>
                  </a:solidFill>
                  <a:latin typeface="Meiryo UI" panose="020B0604030504040204" pitchFamily="50" charset="-128"/>
                  <a:ea typeface="Meiryo UI" panose="020B0604030504040204" pitchFamily="50" charset="-128"/>
                </a:rPr>
                <a:t>データサイエンティスト</a:t>
              </a:r>
              <a:endParaRPr kumimoji="0" lang="en-US" altLang="ja-JP" sz="1000" kern="0" dirty="0">
                <a:solidFill>
                  <a:schemeClr val="bg2"/>
                </a:solidFill>
                <a:latin typeface="Meiryo UI" panose="020B0604030504040204" pitchFamily="50" charset="-128"/>
                <a:ea typeface="Meiryo UI" panose="020B0604030504040204" pitchFamily="50" charset="-128"/>
              </a:endParaRPr>
            </a:p>
          </p:txBody>
        </p:sp>
      </p:grpSp>
      <p:grpSp>
        <p:nvGrpSpPr>
          <p:cNvPr id="20" name="グループ化 19"/>
          <p:cNvGrpSpPr/>
          <p:nvPr/>
        </p:nvGrpSpPr>
        <p:grpSpPr>
          <a:xfrm>
            <a:off x="651121" y="6300537"/>
            <a:ext cx="5256000" cy="467105"/>
            <a:chOff x="651121" y="6300537"/>
            <a:chExt cx="5256000" cy="467105"/>
          </a:xfrm>
        </p:grpSpPr>
        <p:sp>
          <p:nvSpPr>
            <p:cNvPr id="5" name="テキスト ボックス 4"/>
            <p:cNvSpPr txBox="1"/>
            <p:nvPr/>
          </p:nvSpPr>
          <p:spPr>
            <a:xfrm>
              <a:off x="651121" y="6300537"/>
              <a:ext cx="5256000" cy="467105"/>
            </a:xfrm>
            <a:prstGeom prst="rect">
              <a:avLst/>
            </a:prstGeom>
            <a:noFill/>
            <a:ln>
              <a:noFill/>
            </a:ln>
          </p:spPr>
          <p:txBody>
            <a:bodyPr wrap="square" lIns="0" rIns="0" rtlCol="0" anchor="ctr">
              <a:noAutofit/>
            </a:bodyPr>
            <a:lstStyle/>
            <a:p>
              <a:pPr defTabSz="288000">
                <a:spcBef>
                  <a:spcPts val="300"/>
                </a:spcBef>
              </a:pPr>
              <a:r>
                <a:rPr lang="ja-JP" altLang="en-US" sz="1000" dirty="0">
                  <a:latin typeface="+mn-ea"/>
                </a:rPr>
                <a:t>　凡例：</a:t>
              </a:r>
              <a:r>
                <a:rPr lang="en-US" altLang="ja-JP" sz="1000" dirty="0">
                  <a:latin typeface="+mn-ea"/>
                </a:rPr>
                <a:t>		</a:t>
              </a:r>
              <a:r>
                <a:rPr lang="ja-JP" altLang="en-US" sz="1000" dirty="0">
                  <a:latin typeface="+mn-ea"/>
                </a:rPr>
                <a:t>必須プロセス</a:t>
              </a:r>
              <a:r>
                <a:rPr lang="en-US" altLang="ja-JP" sz="1000" dirty="0">
                  <a:latin typeface="+mn-ea"/>
                </a:rPr>
                <a:t>			</a:t>
              </a:r>
              <a:r>
                <a:rPr lang="ja-JP" altLang="en-US" sz="1000" dirty="0">
                  <a:latin typeface="+mn-ea"/>
                </a:rPr>
                <a:t>任意プロセス</a:t>
              </a:r>
              <a:r>
                <a:rPr lang="en-US" altLang="ja-JP" sz="1000" dirty="0">
                  <a:latin typeface="+mn-ea"/>
                </a:rPr>
                <a:t>			</a:t>
              </a:r>
              <a:r>
                <a:rPr lang="ja-JP" altLang="en-US" sz="1000" dirty="0">
                  <a:latin typeface="+mn-ea"/>
                </a:rPr>
                <a:t>検証時点では検証不要</a:t>
              </a:r>
              <a:endParaRPr lang="en-US" altLang="ja-JP" sz="1000" dirty="0">
                <a:latin typeface="+mn-ea"/>
              </a:endParaRPr>
            </a:p>
            <a:p>
              <a:pPr defTabSz="288000">
                <a:spcBef>
                  <a:spcPts val="300"/>
                </a:spcBef>
              </a:pPr>
              <a:r>
                <a:rPr lang="en-US" altLang="ja-JP" sz="1000" dirty="0">
                  <a:latin typeface="+mn-ea"/>
                </a:rPr>
                <a:t>			</a:t>
              </a:r>
              <a:r>
                <a:rPr lang="ja-JP" altLang="en-US" sz="1000" dirty="0">
                  <a:latin typeface="+mn-ea"/>
                </a:rPr>
                <a:t>要員アサイン必須</a:t>
              </a:r>
              <a:r>
                <a:rPr lang="en-US" altLang="ja-JP" sz="1000" dirty="0">
                  <a:latin typeface="+mn-ea"/>
                </a:rPr>
                <a:t>		</a:t>
              </a:r>
              <a:r>
                <a:rPr lang="ja-JP" altLang="en-US" sz="1000" dirty="0">
                  <a:latin typeface="+mn-ea"/>
                </a:rPr>
                <a:t>要員アサイン任意</a:t>
              </a:r>
              <a:r>
                <a:rPr lang="en-US" altLang="ja-JP" sz="1000" dirty="0">
                  <a:latin typeface="+mn-ea"/>
                </a:rPr>
                <a:t>		</a:t>
              </a:r>
              <a:r>
                <a:rPr lang="ja-JP" altLang="en-US" sz="1000" dirty="0">
                  <a:latin typeface="+mn-ea"/>
                </a:rPr>
                <a:t>検証時点ではアサイン不要</a:t>
              </a:r>
              <a:endParaRPr kumimoji="1" lang="ja-JP" altLang="en-US" sz="1000" dirty="0">
                <a:latin typeface="+mn-ea"/>
              </a:endParaRPr>
            </a:p>
          </p:txBody>
        </p:sp>
        <p:sp>
          <p:nvSpPr>
            <p:cNvPr id="134" name="星 5 133"/>
            <p:cNvSpPr/>
            <p:nvPr/>
          </p:nvSpPr>
          <p:spPr>
            <a:xfrm>
              <a:off x="4182035" y="6540315"/>
              <a:ext cx="172528" cy="163901"/>
            </a:xfrm>
            <a:prstGeom prst="star5">
              <a:avLst/>
            </a:prstGeom>
            <a:noFill/>
            <a:ln w="31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38" name="星 5 137"/>
            <p:cNvSpPr/>
            <p:nvPr/>
          </p:nvSpPr>
          <p:spPr>
            <a:xfrm>
              <a:off x="2718840" y="6540315"/>
              <a:ext cx="172528" cy="163901"/>
            </a:xfrm>
            <a:prstGeom prst="star5">
              <a:avLst/>
            </a:prstGeom>
            <a:solidFill>
              <a:srgbClr val="B2B2B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43" name="星 5 142"/>
            <p:cNvSpPr/>
            <p:nvPr/>
          </p:nvSpPr>
          <p:spPr>
            <a:xfrm>
              <a:off x="1280202" y="6540315"/>
              <a:ext cx="172528" cy="163901"/>
            </a:xfrm>
            <a:prstGeom prst="star5">
              <a:avLst/>
            </a:prstGeom>
            <a:solidFill>
              <a:schemeClr val="accent2"/>
            </a:solidFill>
            <a:ln w="3175">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algn="ctr"/>
              <a:endParaRPr kumimoji="1" lang="ja-JP" altLang="en-US" sz="1400" dirty="0">
                <a:solidFill>
                  <a:schemeClr val="tx1"/>
                </a:solidFill>
              </a:endParaRPr>
            </a:p>
          </p:txBody>
        </p:sp>
        <p:sp>
          <p:nvSpPr>
            <p:cNvPr id="144" name="正方形/長方形 31">
              <a:extLst>
                <a:ext uri="{FF2B5EF4-FFF2-40B4-BE49-F238E27FC236}">
                  <a16:creationId xmlns:a16="http://schemas.microsoft.com/office/drawing/2014/main" id="{CEDE224D-D440-33CE-F52A-5753E485B7A0}"/>
                </a:ext>
              </a:extLst>
            </p:cNvPr>
            <p:cNvSpPr/>
            <p:nvPr/>
          </p:nvSpPr>
          <p:spPr>
            <a:xfrm>
              <a:off x="1240466" y="6379676"/>
              <a:ext cx="252000" cy="1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en-US" sz="800" b="1" dirty="0">
                <a:latin typeface="Meiryo UI" panose="020B0604030504040204" pitchFamily="50" charset="-128"/>
                <a:ea typeface="Meiryo UI" panose="020B0604030504040204" pitchFamily="50" charset="-128"/>
              </a:endParaRPr>
            </a:p>
          </p:txBody>
        </p:sp>
        <p:sp>
          <p:nvSpPr>
            <p:cNvPr id="147" name="正方形/長方形 71">
              <a:extLst>
                <a:ext uri="{FF2B5EF4-FFF2-40B4-BE49-F238E27FC236}">
                  <a16:creationId xmlns:a16="http://schemas.microsoft.com/office/drawing/2014/main" id="{5E196685-084A-A634-78A4-54398643E146}"/>
                </a:ext>
              </a:extLst>
            </p:cNvPr>
            <p:cNvSpPr/>
            <p:nvPr/>
          </p:nvSpPr>
          <p:spPr>
            <a:xfrm>
              <a:off x="2679104" y="6379676"/>
              <a:ext cx="252000" cy="144000"/>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latin typeface="Meiryo UI" panose="020B0604030504040204" pitchFamily="50" charset="-128"/>
                <a:ea typeface="Meiryo UI" panose="020B0604030504040204" pitchFamily="50" charset="-128"/>
              </a:endParaRPr>
            </a:p>
          </p:txBody>
        </p:sp>
        <p:sp>
          <p:nvSpPr>
            <p:cNvPr id="148" name="正方形/長方形 38">
              <a:extLst>
                <a:ext uri="{FF2B5EF4-FFF2-40B4-BE49-F238E27FC236}">
                  <a16:creationId xmlns:a16="http://schemas.microsoft.com/office/drawing/2014/main" id="{3D80260E-5C08-0180-422B-3B4113B089B7}"/>
                </a:ext>
              </a:extLst>
            </p:cNvPr>
            <p:cNvSpPr/>
            <p:nvPr/>
          </p:nvSpPr>
          <p:spPr>
            <a:xfrm>
              <a:off x="4142299" y="6379676"/>
              <a:ext cx="252000" cy="144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dirty="0">
                <a:solidFill>
                  <a:schemeClr val="bg1">
                    <a:lumMod val="75000"/>
                  </a:schemeClr>
                </a:solidFill>
                <a:latin typeface="Meiryo UI" panose="020B0604030504040204" pitchFamily="50" charset="-128"/>
                <a:ea typeface="Meiryo UI" panose="020B0604030504040204" pitchFamily="50" charset="-128"/>
              </a:endParaRPr>
            </a:p>
          </p:txBody>
        </p:sp>
      </p:grpSp>
    </p:spTree>
    <p:extLst>
      <p:ext uri="{BB962C8B-B14F-4D97-AF65-F5344CB8AC3E}">
        <p14:creationId xmlns:p14="http://schemas.microsoft.com/office/powerpoint/2010/main" val="279702469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77BD25-ECD1-4884-A837-9D7FA46F5ADD}"/>
              </a:ext>
            </a:extLst>
          </p:cNvPr>
          <p:cNvSpPr>
            <a:spLocks noGrp="1"/>
          </p:cNvSpPr>
          <p:nvPr>
            <p:ph type="title"/>
          </p:nvPr>
        </p:nvSpPr>
        <p:spPr/>
        <p:txBody>
          <a:bodyPr>
            <a:normAutofit fontScale="90000"/>
          </a:bodyPr>
          <a:lstStyle/>
          <a:p>
            <a:r>
              <a:rPr lang="ja-JP" altLang="en-US" dirty="0"/>
              <a:t>６．役割定義（</a:t>
            </a:r>
            <a:r>
              <a:rPr lang="en-US" altLang="ja-JP" dirty="0"/>
              <a:t>1/2</a:t>
            </a:r>
            <a:r>
              <a:rPr lang="ja-JP" altLang="en-US" dirty="0"/>
              <a:t>）</a:t>
            </a:r>
            <a:endParaRPr kumimoji="1" lang="en-US" dirty="0"/>
          </a:p>
        </p:txBody>
      </p:sp>
      <p:graphicFrame>
        <p:nvGraphicFramePr>
          <p:cNvPr id="5" name="表 5">
            <a:extLst>
              <a:ext uri="{FF2B5EF4-FFF2-40B4-BE49-F238E27FC236}">
                <a16:creationId xmlns:a16="http://schemas.microsoft.com/office/drawing/2014/main" id="{77EFE025-8F8A-4FC6-9D42-899FD51B79E1}"/>
              </a:ext>
            </a:extLst>
          </p:cNvPr>
          <p:cNvGraphicFramePr>
            <a:graphicFrameLocks noGrp="1"/>
          </p:cNvGraphicFramePr>
          <p:nvPr>
            <p:extLst>
              <p:ext uri="{D42A27DB-BD31-4B8C-83A1-F6EECF244321}">
                <p14:modId xmlns:p14="http://schemas.microsoft.com/office/powerpoint/2010/main" val="621878977"/>
              </p:ext>
            </p:extLst>
          </p:nvPr>
        </p:nvGraphicFramePr>
        <p:xfrm>
          <a:off x="277660" y="609221"/>
          <a:ext cx="9360000" cy="5084198"/>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720023728"/>
                    </a:ext>
                  </a:extLst>
                </a:gridCol>
                <a:gridCol w="7560000">
                  <a:extLst>
                    <a:ext uri="{9D8B030D-6E8A-4147-A177-3AD203B41FA5}">
                      <a16:colId xmlns:a16="http://schemas.microsoft.com/office/drawing/2014/main" val="1114120014"/>
                    </a:ext>
                  </a:extLst>
                </a:gridCol>
              </a:tblGrid>
              <a:tr h="231293">
                <a:tc>
                  <a:txBody>
                    <a:bodyPr/>
                    <a:lstStyle/>
                    <a:p>
                      <a:r>
                        <a:rPr lang="ja-JP" altLang="en-US" sz="1200" dirty="0">
                          <a:solidFill>
                            <a:schemeClr val="bg1"/>
                          </a:solidFill>
                          <a:latin typeface="Meiryo UI" panose="020B0604030504040204" pitchFamily="50" charset="-128"/>
                          <a:ea typeface="Meiryo UI" panose="020B0604030504040204" pitchFamily="50" charset="-128"/>
                        </a:rPr>
                        <a:t>役割</a:t>
                      </a:r>
                      <a:endParaRPr lang="en-US" sz="1200" dirty="0">
                        <a:solidFill>
                          <a:schemeClr val="bg1"/>
                        </a:solidFill>
                        <a:latin typeface="Meiryo UI" panose="020B0604030504040204" pitchFamily="50" charset="-128"/>
                        <a:ea typeface="Meiryo UI" panose="020B0604030504040204" pitchFamily="50" charset="-128"/>
                      </a:endParaRPr>
                    </a:p>
                  </a:txBody>
                  <a:tcPr anchor="ctr">
                    <a:lnB w="38100" cmpd="sng">
                      <a:noFill/>
                    </a:lnB>
                    <a:solidFill>
                      <a:schemeClr val="accent1"/>
                    </a:solidFill>
                  </a:tcPr>
                </a:tc>
                <a:tc>
                  <a:txBody>
                    <a:bodyPr/>
                    <a:lstStyle/>
                    <a:p>
                      <a:r>
                        <a:rPr lang="ja-JP" altLang="en-US" sz="1200" dirty="0">
                          <a:solidFill>
                            <a:schemeClr val="bg1"/>
                          </a:solidFill>
                          <a:latin typeface="Meiryo UI" panose="020B0604030504040204" pitchFamily="50" charset="-128"/>
                          <a:ea typeface="Meiryo UI" panose="020B0604030504040204" pitchFamily="50" charset="-128"/>
                        </a:rPr>
                        <a:t>想定タスク</a:t>
                      </a:r>
                      <a:endParaRPr lang="en-US" sz="1200" dirty="0">
                        <a:solidFill>
                          <a:schemeClr val="bg1"/>
                        </a:solidFill>
                        <a:latin typeface="Meiryo UI" panose="020B0604030504040204" pitchFamily="50" charset="-128"/>
                        <a:ea typeface="Meiryo UI" panose="020B0604030504040204" pitchFamily="50" charset="-128"/>
                      </a:endParaRPr>
                    </a:p>
                  </a:txBody>
                  <a:tcPr anchor="ctr">
                    <a:lnB w="38100" cmpd="sng">
                      <a:noFill/>
                    </a:lnB>
                    <a:solidFill>
                      <a:schemeClr val="accent1"/>
                    </a:solidFill>
                  </a:tcPr>
                </a:tc>
                <a:extLst>
                  <a:ext uri="{0D108BD9-81ED-4DB2-BD59-A6C34878D82A}">
                    <a16:rowId xmlns:a16="http://schemas.microsoft.com/office/drawing/2014/main" val="3832876932"/>
                  </a:ext>
                </a:extLst>
              </a:tr>
              <a:tr h="538448">
                <a:tc>
                  <a:txBody>
                    <a:bodyPr/>
                    <a:lstStyle/>
                    <a:p>
                      <a:r>
                        <a:rPr lang="ja-JP" altLang="en-US" sz="1200" b="1" dirty="0">
                          <a:latin typeface="Meiryo UI" panose="020B0604030504040204" pitchFamily="50" charset="-128"/>
                          <a:ea typeface="Meiryo UI" panose="020B0604030504040204" pitchFamily="50" charset="-128"/>
                        </a:rPr>
                        <a:t>データオフィサー</a:t>
                      </a:r>
                      <a:endParaRPr lang="en-US" sz="1200" b="1" dirty="0">
                        <a:latin typeface="Meiryo UI" panose="020B0604030504040204" pitchFamily="50" charset="-128"/>
                        <a:ea typeface="Meiryo UI" panose="020B0604030504040204" pitchFamily="50" charset="-128"/>
                      </a:endParaRPr>
                    </a:p>
                  </a:txBody>
                  <a:tcPr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ガバナンスやデータ管理について最終的な責任を持ち、データ活用全体方針（≒データ戦略）、データ生成～廃止までの一連の処理プロセス定義、データ品質に関する各種方針・ガイドラインの最終決定権を持つ</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12700" cmpd="sng">
                      <a:noFill/>
                    </a:lnL>
                    <a:lnR w="12700" cmpd="sng">
                      <a:noFill/>
                    </a:lnR>
                    <a:lnT w="381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26151732"/>
                  </a:ext>
                </a:extLst>
              </a:tr>
              <a:tr h="999975">
                <a:tc>
                  <a:txBody>
                    <a:bodyPr/>
                    <a:lstStyle/>
                    <a:p>
                      <a:r>
                        <a:rPr lang="ja-JP" altLang="en-US" sz="1200" b="1" dirty="0">
                          <a:solidFill>
                            <a:schemeClr val="tx1"/>
                          </a:solidFill>
                          <a:latin typeface="Meiryo UI" panose="020B0604030504040204" pitchFamily="50" charset="-128"/>
                          <a:ea typeface="Meiryo UI" panose="020B0604030504040204" pitchFamily="50" charset="-128"/>
                        </a:rPr>
                        <a:t>データマネジメントオフィス（</a:t>
                      </a:r>
                      <a:r>
                        <a:rPr lang="en-US" altLang="ja-JP" sz="1200" b="1" dirty="0">
                          <a:solidFill>
                            <a:schemeClr val="tx1"/>
                          </a:solidFill>
                          <a:latin typeface="Meiryo UI" panose="020B0604030504040204" pitchFamily="50" charset="-128"/>
                          <a:ea typeface="Meiryo UI" panose="020B0604030504040204" pitchFamily="50" charset="-128"/>
                        </a:rPr>
                        <a:t>DMO</a:t>
                      </a:r>
                      <a:r>
                        <a:rPr lang="ja-JP" altLang="en-US" sz="1200" b="1" dirty="0">
                          <a:solidFill>
                            <a:schemeClr val="tx1"/>
                          </a:solidFill>
                          <a:latin typeface="Meiryo UI" panose="020B0604030504040204" pitchFamily="50" charset="-128"/>
                          <a:ea typeface="Meiryo UI" panose="020B0604030504040204" pitchFamily="50" charset="-128"/>
                        </a:rPr>
                        <a:t>）</a:t>
                      </a:r>
                      <a:endParaRPr lang="en-US" sz="1200" b="1" dirty="0">
                        <a:solidFill>
                          <a:schemeClr val="tx1"/>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データオフィサーの業務を補佐する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具体的には、</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354013" marR="0" lvl="0" indent="-177800" algn="l" defTabSz="685800" rtl="0" eaLnBrk="1" fontAlgn="auto" latinLnBrk="0" hangingPunct="1">
                        <a:lnSpc>
                          <a:spcPct val="100000"/>
                        </a:lnSpc>
                        <a:spcBef>
                          <a:spcPts val="0"/>
                        </a:spcBef>
                        <a:spcAft>
                          <a:spcPts val="0"/>
                        </a:spcAft>
                        <a:buClrTx/>
                        <a:buSzTx/>
                        <a:buFont typeface="+mj-lt"/>
                        <a:buAutoNum type="romanLcPeriod"/>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データオーナーと協業しデータ活用全体方針の策定を支援する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354013" marR="0" lvl="0" indent="-177800" algn="l" defTabSz="685800" rtl="0" eaLnBrk="1" fontAlgn="auto" latinLnBrk="0" hangingPunct="1">
                        <a:lnSpc>
                          <a:spcPct val="100000"/>
                        </a:lnSpc>
                        <a:spcBef>
                          <a:spcPts val="0"/>
                        </a:spcBef>
                        <a:spcAft>
                          <a:spcPts val="0"/>
                        </a:spcAft>
                        <a:buClrTx/>
                        <a:buSzTx/>
                        <a:buFont typeface="+mj-lt"/>
                        <a:buAutoNum type="romanLcPeriod"/>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各種ルール・ポリシーの素案を定義し、データオフィサーの承認の元、実践する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354013" marR="0" lvl="0" indent="-177800" algn="l" defTabSz="685800" rtl="0" eaLnBrk="1" fontAlgn="auto" latinLnBrk="0" hangingPunct="1">
                        <a:lnSpc>
                          <a:spcPct val="100000"/>
                        </a:lnSpc>
                        <a:spcBef>
                          <a:spcPts val="0"/>
                        </a:spcBef>
                        <a:spcAft>
                          <a:spcPts val="0"/>
                        </a:spcAft>
                        <a:buClrTx/>
                        <a:buSzTx/>
                        <a:buFont typeface="+mj-lt"/>
                        <a:buAutoNum type="romanLcPeriod"/>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各プロセスの定義と各種手順・書式等を標準化しその普及を推進する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354013" marR="0" lvl="0" indent="-177800" algn="l" defTabSz="685800" rtl="0" eaLnBrk="1" fontAlgn="auto" latinLnBrk="0" hangingPunct="1">
                        <a:lnSpc>
                          <a:spcPct val="100000"/>
                        </a:lnSpc>
                        <a:spcBef>
                          <a:spcPts val="0"/>
                        </a:spcBef>
                        <a:spcAft>
                          <a:spcPts val="0"/>
                        </a:spcAft>
                        <a:buClrTx/>
                        <a:buSzTx/>
                        <a:buFont typeface="+mj-lt"/>
                        <a:buAutoNum type="romanLcPeriod"/>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データオーナー・データアーキテクトと連携しデータガバナンスを推進する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5470986"/>
                  </a:ext>
                </a:extLst>
              </a:tr>
              <a:tr h="692290">
                <a:tc>
                  <a:txBody>
                    <a:bodyPr/>
                    <a:lstStyle/>
                    <a:p>
                      <a:r>
                        <a:rPr lang="ja-JP" altLang="en-US" sz="1200" b="1" dirty="0">
                          <a:solidFill>
                            <a:schemeClr val="tx1"/>
                          </a:solidFill>
                          <a:latin typeface="Meiryo UI" panose="020B0604030504040204" pitchFamily="50" charset="-128"/>
                          <a:ea typeface="Meiryo UI" panose="020B0604030504040204" pitchFamily="50" charset="-128"/>
                        </a:rPr>
                        <a:t>データオーナ</a:t>
                      </a:r>
                      <a:endParaRPr lang="en-US" sz="1200" b="1" dirty="0">
                        <a:solidFill>
                          <a:schemeClr val="tx1"/>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データ利用部門のデータ責任者として、自部門内データ利用者からの分析・活用ニーズを集約し、登録の優先度を決める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データの定義に関する責任を持つとともに、他部門との解釈に齟齬がある場合その解消にあたる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31759502"/>
                  </a:ext>
                </a:extLst>
              </a:tr>
              <a:tr h="692290">
                <a:tc>
                  <a:txBody>
                    <a:bodyPr/>
                    <a:lstStyle/>
                    <a:p>
                      <a:r>
                        <a:rPr lang="ja-JP" altLang="en-US" sz="1200" b="1" dirty="0">
                          <a:solidFill>
                            <a:srgbClr val="0070C0"/>
                          </a:solidFill>
                          <a:latin typeface="Meiryo UI" panose="020B0604030504040204" pitchFamily="50" charset="-128"/>
                          <a:ea typeface="Meiryo UI" panose="020B0604030504040204" pitchFamily="50" charset="-128"/>
                        </a:rPr>
                        <a:t>データ活用推進者</a:t>
                      </a:r>
                      <a:endParaRPr lang="en-US" altLang="ja-JP" sz="1200" b="1" dirty="0">
                        <a:solidFill>
                          <a:srgbClr val="0070C0"/>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データ利用部門におけるデータ分析結果の利用者として、自部門におけるデータ活用の実態やニーズ、改善要望等を取りまとめ、データオーナに報告する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現場の改善活動の中核として、</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DMO</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や他のステークホルダーと連携しデータ活用に関する改善活動を行う</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47229014"/>
                  </a:ext>
                </a:extLst>
              </a:tr>
              <a:tr h="692290">
                <a:tc>
                  <a:txBody>
                    <a:bodyPr/>
                    <a:lstStyle/>
                    <a:p>
                      <a:r>
                        <a:rPr lang="ja-JP" altLang="en-US" sz="1200" b="1" dirty="0">
                          <a:solidFill>
                            <a:schemeClr val="tx1"/>
                          </a:solidFill>
                          <a:latin typeface="Meiryo UI" panose="020B0604030504040204" pitchFamily="50" charset="-128"/>
                          <a:ea typeface="Meiryo UI" panose="020B0604030504040204" pitchFamily="50" charset="-128"/>
                        </a:rPr>
                        <a:t>データ品質管理者</a:t>
                      </a:r>
                      <a:endParaRPr lang="en-US" altLang="ja-JP" sz="1200" b="1" dirty="0">
                        <a:solidFill>
                          <a:schemeClr val="tx1"/>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データの品質管理責任者として、各システムに保持されたデータのセキュリティを担保する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各システムから</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ETL</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等を介し抽出されたデータがプラットフォーム、</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DWH</a:t>
                      </a:r>
                      <a:r>
                        <a:rPr kumimoji="1" lang="ja-JP" altLang="en-US" sz="1200" b="0"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データマートに格納されることを担保し、品質上の問題が発生した場合、その原因究明・対策立案、再発防止を取り仕切る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29144610"/>
                  </a:ext>
                </a:extLst>
              </a:tr>
              <a:tr h="999975">
                <a:tc>
                  <a:txBody>
                    <a:bodyPr/>
                    <a:lstStyle/>
                    <a:p>
                      <a:r>
                        <a:rPr lang="ja-JP" altLang="en-US" sz="1200" b="1" dirty="0">
                          <a:solidFill>
                            <a:srgbClr val="0070C0"/>
                          </a:solidFill>
                          <a:latin typeface="Meiryo UI" panose="020B0604030504040204" pitchFamily="50" charset="-128"/>
                          <a:ea typeface="Meiryo UI" panose="020B0604030504040204" pitchFamily="50" charset="-128"/>
                        </a:rPr>
                        <a:t>データサイエンティスト</a:t>
                      </a:r>
                      <a:endParaRPr lang="en-US" sz="1200" b="1" dirty="0">
                        <a:solidFill>
                          <a:srgbClr val="0070C0"/>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データ分析・活用業務の責任者として、データオーナやデータ活用推進者からの分析要求を集約し、対応の優先度を判断する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対応優先度に従って、データ利用者が利用するための各種分析ツール（ダッシュボード等）を設計し、</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DevOps</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やデータエンジニアと連携し実装する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データ分析に関する問い合わせ窓口として、データオーナやデータ活用推進者からの問い合わせに対し解決を図る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17944773"/>
                  </a:ext>
                </a:extLst>
              </a:tr>
            </a:tbl>
          </a:graphicData>
        </a:graphic>
      </p:graphicFrame>
      <p:sp>
        <p:nvSpPr>
          <p:cNvPr id="4" name="テキスト ボックス 3"/>
          <p:cNvSpPr txBox="1"/>
          <p:nvPr/>
        </p:nvSpPr>
        <p:spPr>
          <a:xfrm>
            <a:off x="6886763" y="5883215"/>
            <a:ext cx="2751826" cy="621102"/>
          </a:xfrm>
          <a:prstGeom prst="rect">
            <a:avLst/>
          </a:prstGeom>
          <a:noFill/>
        </p:spPr>
        <p:txBody>
          <a:bodyPr wrap="square" lIns="0" rIns="0" rtlCol="0" anchor="ctr">
            <a:noAutofit/>
          </a:bodyPr>
          <a:lstStyle/>
          <a:p>
            <a:pPr algn="r" defTabSz="288000"/>
            <a:r>
              <a:rPr kumimoji="1" lang="ja-JP" altLang="en-US" sz="1100" dirty="0">
                <a:latin typeface="+mn-ea"/>
              </a:rPr>
              <a:t>凡例</a:t>
            </a:r>
            <a:r>
              <a:rPr kumimoji="1" lang="en-US" altLang="ja-JP" sz="1100" dirty="0">
                <a:latin typeface="+mn-ea"/>
              </a:rPr>
              <a:t>			</a:t>
            </a:r>
            <a:r>
              <a:rPr kumimoji="1" lang="ja-JP" altLang="en-US" sz="1100" dirty="0">
                <a:latin typeface="+mn-ea"/>
              </a:rPr>
              <a:t>赤字：検証時アサイン必須</a:t>
            </a:r>
            <a:endParaRPr kumimoji="1" lang="en-US" altLang="ja-JP" sz="1100" dirty="0">
              <a:latin typeface="+mn-ea"/>
            </a:endParaRPr>
          </a:p>
          <a:p>
            <a:pPr algn="r" defTabSz="288000"/>
            <a:r>
              <a:rPr lang="en-US" altLang="ja-JP" sz="1100" dirty="0">
                <a:latin typeface="+mn-ea"/>
              </a:rPr>
              <a:t>			</a:t>
            </a:r>
            <a:r>
              <a:rPr lang="ja-JP" altLang="en-US" sz="1100" dirty="0">
                <a:latin typeface="+mn-ea"/>
              </a:rPr>
              <a:t>青字：検証時アサイン任意</a:t>
            </a:r>
            <a:endParaRPr lang="en-US" altLang="ja-JP" sz="1100" dirty="0">
              <a:latin typeface="+mn-ea"/>
            </a:endParaRPr>
          </a:p>
          <a:p>
            <a:pPr algn="r" defTabSz="288000"/>
            <a:r>
              <a:rPr kumimoji="1" lang="en-US" altLang="ja-JP" sz="1100" dirty="0">
                <a:latin typeface="+mn-ea"/>
              </a:rPr>
              <a:t>			</a:t>
            </a:r>
            <a:r>
              <a:rPr kumimoji="1" lang="ja-JP" altLang="en-US" sz="1100" dirty="0">
                <a:latin typeface="+mn-ea"/>
              </a:rPr>
              <a:t>黒字：検証時アサイン不要</a:t>
            </a:r>
          </a:p>
        </p:txBody>
      </p:sp>
    </p:spTree>
    <p:extLst>
      <p:ext uri="{BB962C8B-B14F-4D97-AF65-F5344CB8AC3E}">
        <p14:creationId xmlns:p14="http://schemas.microsoft.com/office/powerpoint/2010/main" val="28158278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D77BD25-ECD1-4884-A837-9D7FA46F5ADD}"/>
              </a:ext>
            </a:extLst>
          </p:cNvPr>
          <p:cNvSpPr>
            <a:spLocks noGrp="1"/>
          </p:cNvSpPr>
          <p:nvPr>
            <p:ph type="title"/>
          </p:nvPr>
        </p:nvSpPr>
        <p:spPr/>
        <p:txBody>
          <a:bodyPr>
            <a:normAutofit fontScale="90000"/>
          </a:bodyPr>
          <a:lstStyle/>
          <a:p>
            <a:r>
              <a:rPr lang="ja-JP" altLang="en-US" dirty="0"/>
              <a:t>６．役割定義（</a:t>
            </a:r>
            <a:r>
              <a:rPr lang="en-US" altLang="ja-JP" dirty="0"/>
              <a:t>2/2</a:t>
            </a:r>
            <a:r>
              <a:rPr lang="ja-JP" altLang="en-US" dirty="0"/>
              <a:t>）</a:t>
            </a:r>
            <a:endParaRPr kumimoji="1" lang="en-US" dirty="0"/>
          </a:p>
        </p:txBody>
      </p:sp>
      <p:graphicFrame>
        <p:nvGraphicFramePr>
          <p:cNvPr id="5" name="表 5">
            <a:extLst>
              <a:ext uri="{FF2B5EF4-FFF2-40B4-BE49-F238E27FC236}">
                <a16:creationId xmlns:a16="http://schemas.microsoft.com/office/drawing/2014/main" id="{77EFE025-8F8A-4FC6-9D42-899FD51B79E1}"/>
              </a:ext>
            </a:extLst>
          </p:cNvPr>
          <p:cNvGraphicFramePr>
            <a:graphicFrameLocks noGrp="1"/>
          </p:cNvGraphicFramePr>
          <p:nvPr>
            <p:extLst>
              <p:ext uri="{D42A27DB-BD31-4B8C-83A1-F6EECF244321}">
                <p14:modId xmlns:p14="http://schemas.microsoft.com/office/powerpoint/2010/main" val="1156855426"/>
              </p:ext>
            </p:extLst>
          </p:nvPr>
        </p:nvGraphicFramePr>
        <p:xfrm>
          <a:off x="260407" y="609221"/>
          <a:ext cx="9360000" cy="3566160"/>
        </p:xfrm>
        <a:graphic>
          <a:graphicData uri="http://schemas.openxmlformats.org/drawingml/2006/table">
            <a:tbl>
              <a:tblPr firstRow="1" bandRow="1">
                <a:tableStyleId>{5C22544A-7EE6-4342-B048-85BDC9FD1C3A}</a:tableStyleId>
              </a:tblPr>
              <a:tblGrid>
                <a:gridCol w="1800000">
                  <a:extLst>
                    <a:ext uri="{9D8B030D-6E8A-4147-A177-3AD203B41FA5}">
                      <a16:colId xmlns:a16="http://schemas.microsoft.com/office/drawing/2014/main" val="720023728"/>
                    </a:ext>
                  </a:extLst>
                </a:gridCol>
                <a:gridCol w="7560000">
                  <a:extLst>
                    <a:ext uri="{9D8B030D-6E8A-4147-A177-3AD203B41FA5}">
                      <a16:colId xmlns:a16="http://schemas.microsoft.com/office/drawing/2014/main" val="1114120014"/>
                    </a:ext>
                  </a:extLst>
                </a:gridCol>
              </a:tblGrid>
              <a:tr h="0">
                <a:tc>
                  <a:txBody>
                    <a:bodyPr/>
                    <a:lstStyle/>
                    <a:p>
                      <a:r>
                        <a:rPr lang="ja-JP" altLang="en-US" sz="1200" dirty="0">
                          <a:solidFill>
                            <a:schemeClr val="bg1"/>
                          </a:solidFill>
                          <a:latin typeface="Meiryo UI" panose="020B0604030504040204" pitchFamily="50" charset="-128"/>
                          <a:ea typeface="Meiryo UI" panose="020B0604030504040204" pitchFamily="50" charset="-128"/>
                        </a:rPr>
                        <a:t>役割</a:t>
                      </a:r>
                      <a:endParaRPr lang="en-US" sz="1200" dirty="0">
                        <a:solidFill>
                          <a:schemeClr val="bg1"/>
                        </a:solidFill>
                        <a:latin typeface="Meiryo UI" panose="020B0604030504040204" pitchFamily="50" charset="-128"/>
                        <a:ea typeface="Meiryo UI" panose="020B0604030504040204" pitchFamily="50" charset="-128"/>
                      </a:endParaRPr>
                    </a:p>
                  </a:txBody>
                  <a:tcPr anchor="ctr">
                    <a:lnB w="38100" cmpd="sng">
                      <a:noFill/>
                    </a:lnB>
                    <a:solidFill>
                      <a:schemeClr val="accent1"/>
                    </a:solidFill>
                  </a:tcPr>
                </a:tc>
                <a:tc>
                  <a:txBody>
                    <a:bodyPr/>
                    <a:lstStyle/>
                    <a:p>
                      <a:r>
                        <a:rPr lang="ja-JP" altLang="en-US" sz="1200" dirty="0">
                          <a:solidFill>
                            <a:schemeClr val="bg1"/>
                          </a:solidFill>
                          <a:latin typeface="Meiryo UI" panose="020B0604030504040204" pitchFamily="50" charset="-128"/>
                          <a:ea typeface="Meiryo UI" panose="020B0604030504040204" pitchFamily="50" charset="-128"/>
                        </a:rPr>
                        <a:t>想定タスク</a:t>
                      </a:r>
                      <a:endParaRPr lang="en-US" sz="1200" dirty="0">
                        <a:solidFill>
                          <a:schemeClr val="bg1"/>
                        </a:solidFill>
                        <a:latin typeface="Meiryo UI" panose="020B0604030504040204" pitchFamily="50" charset="-128"/>
                        <a:ea typeface="Meiryo UI" panose="020B0604030504040204" pitchFamily="50" charset="-128"/>
                      </a:endParaRPr>
                    </a:p>
                  </a:txBody>
                  <a:tcPr anchor="ctr">
                    <a:lnB w="38100" cmpd="sng">
                      <a:noFill/>
                    </a:lnB>
                    <a:solidFill>
                      <a:schemeClr val="accent1"/>
                    </a:solidFill>
                  </a:tcPr>
                </a:tc>
                <a:extLst>
                  <a:ext uri="{0D108BD9-81ED-4DB2-BD59-A6C34878D82A}">
                    <a16:rowId xmlns:a16="http://schemas.microsoft.com/office/drawing/2014/main" val="3832876932"/>
                  </a:ext>
                </a:extLst>
              </a:tr>
              <a:tr h="0">
                <a:tc>
                  <a:txBody>
                    <a:bodyPr/>
                    <a:lstStyle/>
                    <a:p>
                      <a:r>
                        <a:rPr lang="ja-JP" altLang="en-US" sz="1200" b="1" dirty="0">
                          <a:solidFill>
                            <a:srgbClr val="0070C0"/>
                          </a:solidFill>
                          <a:latin typeface="Meiryo UI" panose="020B0604030504040204" pitchFamily="50" charset="-128"/>
                          <a:ea typeface="Meiryo UI" panose="020B0604030504040204" pitchFamily="50" charset="-128"/>
                        </a:rPr>
                        <a:t>データアーキテクト</a:t>
                      </a:r>
                      <a:endParaRPr lang="en-US" sz="1200" b="1" dirty="0">
                        <a:solidFill>
                          <a:srgbClr val="0070C0"/>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テクノロジー（≒インフラ）アーキテクトやアプリケーションアーキテクトと連携し、個別システムへの影響を最小化しつつ、全社でデータ活用を推進するためにアーキテクチャー（例：</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Big Data Platform</a:t>
                      </a:r>
                      <a:r>
                        <a:rPr kumimoji="1" lang="ja-JP" altLang="en-US" sz="1200" b="0"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DWH</a:t>
                      </a:r>
                      <a:r>
                        <a:rPr kumimoji="1" lang="ja-JP" altLang="en-US" sz="1200" b="0"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ETL/API</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等）を設計する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データオフィサー</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/DMO/</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データ品質管理者と連携し、全社データモデルの標準を取り決め、データモデラ</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が個々の領域のデータモデルを設計するうえでの基準を定める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サイエンティストと連携し、各分析におけるデータと業務の紐づけやシステム間の関係性を整理する。また、データ分析に必要な仕組みを導入・改修する際、その変更の実装による影響やリスク等を判断しデータオフィサーに報告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12700" cmpd="sng">
                      <a:noFill/>
                    </a:lnL>
                    <a:lnR w="12700" cmpd="sng">
                      <a:noFill/>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2722110"/>
                  </a:ext>
                </a:extLst>
              </a:tr>
              <a:tr h="0">
                <a:tc>
                  <a:txBody>
                    <a:bodyPr/>
                    <a:lstStyle/>
                    <a:p>
                      <a:r>
                        <a:rPr lang="ja-JP" altLang="en-US" sz="1200" b="1" dirty="0">
                          <a:solidFill>
                            <a:srgbClr val="FF0000"/>
                          </a:solidFill>
                          <a:latin typeface="Meiryo UI" panose="020B0604030504040204" pitchFamily="50" charset="-128"/>
                          <a:ea typeface="Meiryo UI" panose="020B0604030504040204" pitchFamily="50" charset="-128"/>
                        </a:rPr>
                        <a:t>データモデラー</a:t>
                      </a:r>
                      <a:endParaRPr lang="en-US" sz="1200" b="1" dirty="0">
                        <a:solidFill>
                          <a:srgbClr val="FF0000"/>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データアーキテクトを補佐し、各領域ごとのデータモデル（属性、エンティティ、リレーションシップ等）を設計・文書化する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各開発</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PJ</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やデータエンジニアがデータモデルに沿ってデータベースの設計や構築を行えるよう支援する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08347695"/>
                  </a:ext>
                </a:extLst>
              </a:tr>
              <a:tr h="0">
                <a:tc>
                  <a:txBody>
                    <a:bodyPr/>
                    <a:lstStyle/>
                    <a:p>
                      <a:r>
                        <a:rPr lang="ja-JP" altLang="en-US" sz="1200" b="1" dirty="0">
                          <a:solidFill>
                            <a:srgbClr val="FF0000"/>
                          </a:solidFill>
                          <a:latin typeface="Meiryo UI" panose="020B0604030504040204" pitchFamily="50" charset="-128"/>
                          <a:ea typeface="Meiryo UI" panose="020B0604030504040204" pitchFamily="50" charset="-128"/>
                        </a:rPr>
                        <a:t>データエンジニア</a:t>
                      </a:r>
                      <a:endParaRPr lang="en-US" sz="1200" b="1" dirty="0">
                        <a:solidFill>
                          <a:srgbClr val="FF0000"/>
                        </a:solidFill>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データサイエンティストと連携し各データ分析・活用に求められるデータマートを設計する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データアーキテクト・データモデラ</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と連携し、各データマートに格納すべきデータのソースシステム・テーブルを特定し、その抽出・加工・格納作業を行う</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データ抽出・加工・格納作業の自動化に向け、各開発</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PJ</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、運用・保守担当者、または</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DevOps</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と連携し、データ連携の</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I/F</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（例：個別</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I/F</a:t>
                      </a:r>
                      <a:r>
                        <a:rPr kumimoji="1" lang="ja-JP" altLang="en-US" sz="1200" b="0" i="0" u="none" strike="noStrike" kern="1200" cap="none" spc="0" normalizeH="0" baseline="0" noProof="0" dirty="0" err="1">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ETL</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による抽出・加工・格納）を定義し、データアーキテクトやデータモデラ</a:t>
                      </a:r>
                      <a:r>
                        <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a:t>
                      </a: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の承認を得て実装する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08625944"/>
                  </a:ext>
                </a:extLst>
              </a:tr>
              <a:tr h="0">
                <a:tc>
                  <a:txBody>
                    <a:bodyPr/>
                    <a:lstStyle/>
                    <a:p>
                      <a:r>
                        <a:rPr lang="en-US" altLang="ja-JP" sz="1200" b="1" dirty="0">
                          <a:latin typeface="Meiryo UI" panose="020B0604030504040204" pitchFamily="50" charset="-128"/>
                          <a:ea typeface="Meiryo UI" panose="020B0604030504040204" pitchFamily="50" charset="-128"/>
                        </a:rPr>
                        <a:t>DevOps</a:t>
                      </a:r>
                      <a:endParaRPr lang="en-US" sz="1200" b="1" dirty="0">
                        <a:latin typeface="Meiryo UI" panose="020B0604030504040204" pitchFamily="50" charset="-128"/>
                        <a:ea typeface="Meiryo UI" panose="020B0604030504040204" pitchFamily="50" charset="-128"/>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実装された各種データマートの日常運用を担当する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p>
                      <a:pPr marL="177800" marR="0" lvl="0" indent="-17780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1" lang="ja-JP" altLang="en-US"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rPr>
                        <a:t>データオーナ、データサイエンティスト、データエンジニア、データ活用推進者等、各種ステークホルダーからのチェンジリクエストを受け付け、対応優先度を取り決めたうえで適宜実装する</a:t>
                      </a:r>
                      <a:endParaRPr kumimoji="1" lang="en-US" altLang="ja-JP" sz="1200" b="0" i="0" u="none" strike="noStrike" kern="1200" cap="none" spc="0" normalizeH="0" baseline="0" noProof="0" dirty="0">
                        <a:ln>
                          <a:noFill/>
                        </a:ln>
                        <a:solidFill>
                          <a:srgbClr val="000000"/>
                        </a:solidFill>
                        <a:effectLst/>
                        <a:uLnTx/>
                        <a:uFillTx/>
                        <a:latin typeface="Meiryo UI" panose="020B0604030504040204" pitchFamily="50" charset="-128"/>
                        <a:ea typeface="Meiryo UI" panose="020B0604030504040204" pitchFamily="50" charset="-128"/>
                        <a:cs typeface="+mn-cs"/>
                      </a:endParaRPr>
                    </a:p>
                  </a:txBody>
                  <a:tcPr anchor="ctr">
                    <a:lnL w="12700" cmpd="sng">
                      <a:noFill/>
                    </a:lnL>
                    <a:lnR w="12700" cmpd="sng">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03233222"/>
                  </a:ext>
                </a:extLst>
              </a:tr>
            </a:tbl>
          </a:graphicData>
        </a:graphic>
      </p:graphicFrame>
      <p:sp>
        <p:nvSpPr>
          <p:cNvPr id="6" name="テキスト ボックス 5"/>
          <p:cNvSpPr txBox="1"/>
          <p:nvPr/>
        </p:nvSpPr>
        <p:spPr>
          <a:xfrm>
            <a:off x="6886763" y="5883215"/>
            <a:ext cx="2751826" cy="621102"/>
          </a:xfrm>
          <a:prstGeom prst="rect">
            <a:avLst/>
          </a:prstGeom>
          <a:noFill/>
        </p:spPr>
        <p:txBody>
          <a:bodyPr wrap="square" lIns="0" rIns="0" rtlCol="0" anchor="ctr">
            <a:noAutofit/>
          </a:bodyPr>
          <a:lstStyle/>
          <a:p>
            <a:pPr algn="r" defTabSz="288000"/>
            <a:r>
              <a:rPr kumimoji="1" lang="ja-JP" altLang="en-US" sz="1100" dirty="0">
                <a:latin typeface="+mn-ea"/>
              </a:rPr>
              <a:t>凡例</a:t>
            </a:r>
            <a:r>
              <a:rPr kumimoji="1" lang="en-US" altLang="ja-JP" sz="1100" dirty="0">
                <a:latin typeface="+mn-ea"/>
              </a:rPr>
              <a:t>			</a:t>
            </a:r>
            <a:r>
              <a:rPr kumimoji="1" lang="ja-JP" altLang="en-US" sz="1100" dirty="0">
                <a:latin typeface="+mn-ea"/>
              </a:rPr>
              <a:t>赤字：検証時アサイン必須</a:t>
            </a:r>
            <a:endParaRPr kumimoji="1" lang="en-US" altLang="ja-JP" sz="1100" dirty="0">
              <a:latin typeface="+mn-ea"/>
            </a:endParaRPr>
          </a:p>
          <a:p>
            <a:pPr algn="r" defTabSz="288000"/>
            <a:r>
              <a:rPr lang="en-US" altLang="ja-JP" sz="1100" dirty="0">
                <a:latin typeface="+mn-ea"/>
              </a:rPr>
              <a:t>			</a:t>
            </a:r>
            <a:r>
              <a:rPr lang="ja-JP" altLang="en-US" sz="1100" dirty="0">
                <a:latin typeface="+mn-ea"/>
              </a:rPr>
              <a:t>青字：検証時アサイン任意</a:t>
            </a:r>
            <a:endParaRPr lang="en-US" altLang="ja-JP" sz="1100" dirty="0">
              <a:latin typeface="+mn-ea"/>
            </a:endParaRPr>
          </a:p>
          <a:p>
            <a:pPr algn="r" defTabSz="288000"/>
            <a:r>
              <a:rPr kumimoji="1" lang="en-US" altLang="ja-JP" sz="1100" dirty="0">
                <a:latin typeface="+mn-ea"/>
              </a:rPr>
              <a:t>			</a:t>
            </a:r>
            <a:r>
              <a:rPr kumimoji="1" lang="ja-JP" altLang="en-US" sz="1100" dirty="0">
                <a:latin typeface="+mn-ea"/>
              </a:rPr>
              <a:t>黒字：検証時アサイン不要</a:t>
            </a:r>
          </a:p>
        </p:txBody>
      </p:sp>
    </p:spTree>
    <p:extLst>
      <p:ext uri="{BB962C8B-B14F-4D97-AF65-F5344CB8AC3E}">
        <p14:creationId xmlns:p14="http://schemas.microsoft.com/office/powerpoint/2010/main" val="1935538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5164660"/>
      </p:ext>
    </p:extLst>
  </p:cSld>
  <p:clrMapOvr>
    <a:masterClrMapping/>
  </p:clrMapOvr>
</p:sld>
</file>

<file path=ppt/theme/theme1.xml><?xml version="1.0" encoding="utf-8"?>
<a:theme xmlns:a="http://schemas.openxmlformats.org/drawingml/2006/main" name="表紙">
  <a:themeElements>
    <a:clrScheme name="NTTDATA_color">
      <a:dk1>
        <a:srgbClr val="000000"/>
      </a:dk1>
      <a:lt1>
        <a:srgbClr val="FFFFFF"/>
      </a:lt1>
      <a:dk2>
        <a:srgbClr val="0080B1"/>
      </a:dk2>
      <a:lt2>
        <a:srgbClr val="D76B00"/>
      </a:lt2>
      <a:accent1>
        <a:srgbClr val="6785C1"/>
      </a:accent1>
      <a:accent2>
        <a:srgbClr val="070F26"/>
      </a:accent2>
      <a:accent3>
        <a:srgbClr val="E6B600"/>
      </a:accent3>
      <a:accent4>
        <a:srgbClr val="BC4328"/>
      </a:accent4>
      <a:accent5>
        <a:srgbClr val="00B176"/>
      </a:accent5>
      <a:accent6>
        <a:srgbClr val="8246AF"/>
      </a:accent6>
      <a:hlink>
        <a:srgbClr val="0000FF"/>
      </a:hlink>
      <a:folHlink>
        <a:srgbClr val="800080"/>
      </a:folHlink>
    </a:clrScheme>
    <a:fontScheme name="NTTデータ様">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extLst>
    <a:ext uri="{05A4C25C-085E-4340-85A3-A5531E510DB2}">
      <thm15:themeFamily xmlns:thm15="http://schemas.microsoft.com/office/thememl/2012/main" name="Presentation_Template_A4_JP.potx[読み取り専用]" id="{E263FAC0-E12E-4B9C-965F-DC19F139EC4C}" vid="{EF472AA3-D4DE-445B-8877-BF1C06E7CF1F}"/>
    </a:ext>
  </a:extLst>
</a:theme>
</file>

<file path=ppt/theme/theme2.xml><?xml version="1.0" encoding="utf-8"?>
<a:theme xmlns:a="http://schemas.openxmlformats.org/drawingml/2006/main" name="目次">
  <a:themeElements>
    <a:clrScheme name="NTTDATA_color">
      <a:dk1>
        <a:srgbClr val="000000"/>
      </a:dk1>
      <a:lt1>
        <a:srgbClr val="FFFFFF"/>
      </a:lt1>
      <a:dk2>
        <a:srgbClr val="0080B1"/>
      </a:dk2>
      <a:lt2>
        <a:srgbClr val="D76B00"/>
      </a:lt2>
      <a:accent1>
        <a:srgbClr val="6785C1"/>
      </a:accent1>
      <a:accent2>
        <a:srgbClr val="070F26"/>
      </a:accent2>
      <a:accent3>
        <a:srgbClr val="E6B600"/>
      </a:accent3>
      <a:accent4>
        <a:srgbClr val="BC4328"/>
      </a:accent4>
      <a:accent5>
        <a:srgbClr val="00B176"/>
      </a:accent5>
      <a:accent6>
        <a:srgbClr val="8246AF"/>
      </a:accent6>
      <a:hlink>
        <a:srgbClr val="0000FF"/>
      </a:hlink>
      <a:folHlink>
        <a:srgbClr val="800080"/>
      </a:folHlink>
    </a:clrScheme>
    <a:fontScheme name="NTTデータ様">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extLst>
    <a:ext uri="{05A4C25C-085E-4340-85A3-A5531E510DB2}">
      <thm15:themeFamily xmlns:thm15="http://schemas.microsoft.com/office/thememl/2012/main" name="Presentation_Template_A4_JP.potx[読み取り専用]" id="{E263FAC0-E12E-4B9C-965F-DC19F139EC4C}" vid="{9F9467CB-5DD3-40F3-A45E-8E1D924BCE68}"/>
    </a:ext>
  </a:extLst>
</a:theme>
</file>

<file path=ppt/theme/theme3.xml><?xml version="1.0" encoding="utf-8"?>
<a:theme xmlns:a="http://schemas.openxmlformats.org/drawingml/2006/main" name="中扉">
  <a:themeElements>
    <a:clrScheme name="NTTDATA_color">
      <a:dk1>
        <a:srgbClr val="000000"/>
      </a:dk1>
      <a:lt1>
        <a:srgbClr val="FFFFFF"/>
      </a:lt1>
      <a:dk2>
        <a:srgbClr val="0080B1"/>
      </a:dk2>
      <a:lt2>
        <a:srgbClr val="D76B00"/>
      </a:lt2>
      <a:accent1>
        <a:srgbClr val="6785C1"/>
      </a:accent1>
      <a:accent2>
        <a:srgbClr val="070F26"/>
      </a:accent2>
      <a:accent3>
        <a:srgbClr val="E6B600"/>
      </a:accent3>
      <a:accent4>
        <a:srgbClr val="BC4328"/>
      </a:accent4>
      <a:accent5>
        <a:srgbClr val="00B176"/>
      </a:accent5>
      <a:accent6>
        <a:srgbClr val="8246AF"/>
      </a:accent6>
      <a:hlink>
        <a:srgbClr val="0000FF"/>
      </a:hlink>
      <a:folHlink>
        <a:srgbClr val="800080"/>
      </a:folHlink>
    </a:clrScheme>
    <a:fontScheme name="NTTデータ様">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extLst>
    <a:ext uri="{05A4C25C-085E-4340-85A3-A5531E510DB2}">
      <thm15:themeFamily xmlns:thm15="http://schemas.microsoft.com/office/thememl/2012/main" name="Presentation_Template_A4_JP.potx[読み取り専用]" id="{E263FAC0-E12E-4B9C-965F-DC19F139EC4C}" vid="{26FD0CB0-7AA1-49D6-BB20-C45C719AB54A}"/>
    </a:ext>
  </a:extLst>
</a:theme>
</file>

<file path=ppt/theme/theme4.xml><?xml version="1.0" encoding="utf-8"?>
<a:theme xmlns:a="http://schemas.openxmlformats.org/drawingml/2006/main" name="コンテンツ_Light">
  <a:themeElements>
    <a:clrScheme name="NTTDATA_color">
      <a:dk1>
        <a:srgbClr val="000000"/>
      </a:dk1>
      <a:lt1>
        <a:srgbClr val="FFFFFF"/>
      </a:lt1>
      <a:dk2>
        <a:srgbClr val="0080B1"/>
      </a:dk2>
      <a:lt2>
        <a:srgbClr val="D76B00"/>
      </a:lt2>
      <a:accent1>
        <a:srgbClr val="6785C1"/>
      </a:accent1>
      <a:accent2>
        <a:srgbClr val="070F26"/>
      </a:accent2>
      <a:accent3>
        <a:srgbClr val="E6B600"/>
      </a:accent3>
      <a:accent4>
        <a:srgbClr val="BC4328"/>
      </a:accent4>
      <a:accent5>
        <a:srgbClr val="00B176"/>
      </a:accent5>
      <a:accent6>
        <a:srgbClr val="8246AF"/>
      </a:accent6>
      <a:hlink>
        <a:srgbClr val="0000FF"/>
      </a:hlink>
      <a:folHlink>
        <a:srgbClr val="800080"/>
      </a:folHlink>
    </a:clrScheme>
    <a:fontScheme name="NTTデータ様">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extLst>
    <a:ext uri="{05A4C25C-085E-4340-85A3-A5531E510DB2}">
      <thm15:themeFamily xmlns:thm15="http://schemas.microsoft.com/office/thememl/2012/main" name="Presentation_Template_A4_JP.potx[読み取り専用]" id="{E263FAC0-E12E-4B9C-965F-DC19F139EC4C}" vid="{A66D7C9E-F10F-4C91-9E2A-A3BFC9FBB002}"/>
    </a:ext>
  </a:extLst>
</a:theme>
</file>

<file path=ppt/theme/theme5.xml><?xml version="1.0" encoding="utf-8"?>
<a:theme xmlns:a="http://schemas.openxmlformats.org/drawingml/2006/main" name="コンテンツ_Dark">
  <a:themeElements>
    <a:clrScheme name="NTTDATA_color">
      <a:dk1>
        <a:srgbClr val="000000"/>
      </a:dk1>
      <a:lt1>
        <a:srgbClr val="FFFFFF"/>
      </a:lt1>
      <a:dk2>
        <a:srgbClr val="0080B1"/>
      </a:dk2>
      <a:lt2>
        <a:srgbClr val="D76B00"/>
      </a:lt2>
      <a:accent1>
        <a:srgbClr val="6785C1"/>
      </a:accent1>
      <a:accent2>
        <a:srgbClr val="070F26"/>
      </a:accent2>
      <a:accent3>
        <a:srgbClr val="E6B600"/>
      </a:accent3>
      <a:accent4>
        <a:srgbClr val="BC4328"/>
      </a:accent4>
      <a:accent5>
        <a:srgbClr val="00B176"/>
      </a:accent5>
      <a:accent6>
        <a:srgbClr val="8246AF"/>
      </a:accent6>
      <a:hlink>
        <a:srgbClr val="0000FF"/>
      </a:hlink>
      <a:folHlink>
        <a:srgbClr val="800080"/>
      </a:folHlink>
    </a:clrScheme>
    <a:fontScheme name="NTTデータ様">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solidFill>
              <a:schemeClr val="bg1"/>
            </a:solidFill>
            <a:latin typeface="+mn-ea"/>
          </a:defRPr>
        </a:defPPr>
      </a:lstStyle>
    </a:txDef>
  </a:objectDefaults>
  <a:extraClrSchemeLst/>
  <a:extLst>
    <a:ext uri="{05A4C25C-085E-4340-85A3-A5531E510DB2}">
      <thm15:themeFamily xmlns:thm15="http://schemas.microsoft.com/office/thememl/2012/main" name="Presentation_Template_A4_JP.potx[読み取り専用]" id="{E263FAC0-E12E-4B9C-965F-DC19F139EC4C}" vid="{713CDF13-EFEB-4825-A1D4-D21886FBFBF9}"/>
    </a:ext>
  </a:extLst>
</a:theme>
</file>

<file path=ppt/theme/theme6.xml><?xml version="1.0" encoding="utf-8"?>
<a:theme xmlns:a="http://schemas.openxmlformats.org/drawingml/2006/main" name="裏表紙">
  <a:themeElements>
    <a:clrScheme name="NTTDATA_color">
      <a:dk1>
        <a:srgbClr val="000000"/>
      </a:dk1>
      <a:lt1>
        <a:srgbClr val="FFFFFF"/>
      </a:lt1>
      <a:dk2>
        <a:srgbClr val="0080B1"/>
      </a:dk2>
      <a:lt2>
        <a:srgbClr val="D76B00"/>
      </a:lt2>
      <a:accent1>
        <a:srgbClr val="6785C1"/>
      </a:accent1>
      <a:accent2>
        <a:srgbClr val="070F26"/>
      </a:accent2>
      <a:accent3>
        <a:srgbClr val="E6B600"/>
      </a:accent3>
      <a:accent4>
        <a:srgbClr val="BC4328"/>
      </a:accent4>
      <a:accent5>
        <a:srgbClr val="00B176"/>
      </a:accent5>
      <a:accent6>
        <a:srgbClr val="8246AF"/>
      </a:accent6>
      <a:hlink>
        <a:srgbClr val="0000FF"/>
      </a:hlink>
      <a:folHlink>
        <a:srgbClr val="800080"/>
      </a:folHlink>
    </a:clrScheme>
    <a:fontScheme name="NTTデータ様">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3175">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txDef>
      <a:spPr>
        <a:noFill/>
      </a:spPr>
      <a:bodyPr wrap="square" lIns="0" rIns="0" rtlCol="0">
        <a:noAutofit/>
      </a:bodyPr>
      <a:lstStyle>
        <a:defPPr algn="l" defTabSz="288000">
          <a:defRPr kumimoji="1">
            <a:latin typeface="+mn-ea"/>
          </a:defRPr>
        </a:defPPr>
      </a:lstStyle>
    </a:txDef>
  </a:objectDefaults>
  <a:extraClrSchemeLst/>
  <a:extLst>
    <a:ext uri="{05A4C25C-085E-4340-85A3-A5531E510DB2}">
      <thm15:themeFamily xmlns:thm15="http://schemas.microsoft.com/office/thememl/2012/main" name="Presentation_Template_A4_JP.potx[読み取り専用]" id="{E263FAC0-E12E-4B9C-965F-DC19F139EC4C}" vid="{D8A060AE-5961-4BDB-98E4-D4E50F1DE73E}"/>
    </a:ext>
  </a:extLst>
</a:theme>
</file>

<file path=ppt/theme/theme7.xml><?xml version="1.0" encoding="utf-8"?>
<a:theme xmlns:a="http://schemas.openxmlformats.org/drawingml/2006/main" name="ホワイト">
  <a:themeElements>
    <a:clrScheme name="NTTDATA_color">
      <a:dk1>
        <a:srgbClr val="000000"/>
      </a:dk1>
      <a:lt1>
        <a:srgbClr val="FFFFFF"/>
      </a:lt1>
      <a:dk2>
        <a:srgbClr val="0080B1"/>
      </a:dk2>
      <a:lt2>
        <a:srgbClr val="D76B00"/>
      </a:lt2>
      <a:accent1>
        <a:srgbClr val="6785C1"/>
      </a:accent1>
      <a:accent2>
        <a:srgbClr val="070F26"/>
      </a:accent2>
      <a:accent3>
        <a:srgbClr val="E6B600"/>
      </a:accent3>
      <a:accent4>
        <a:srgbClr val="BC4328"/>
      </a:accent4>
      <a:accent5>
        <a:srgbClr val="00B176"/>
      </a:accent5>
      <a:accent6>
        <a:srgbClr val="8246AF"/>
      </a:accent6>
      <a:hlink>
        <a:srgbClr val="0000FF"/>
      </a:hlink>
      <a:folHlink>
        <a:srgbClr val="800080"/>
      </a:folHlink>
    </a:clrScheme>
    <a:fontScheme name="NTTDATA_font">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ホワイト">
  <a:themeElements>
    <a:clrScheme name="NTTDATA_color">
      <a:dk1>
        <a:srgbClr val="000000"/>
      </a:dk1>
      <a:lt1>
        <a:srgbClr val="FFFFFF"/>
      </a:lt1>
      <a:dk2>
        <a:srgbClr val="0080B1"/>
      </a:dk2>
      <a:lt2>
        <a:srgbClr val="D76B00"/>
      </a:lt2>
      <a:accent1>
        <a:srgbClr val="6785C1"/>
      </a:accent1>
      <a:accent2>
        <a:srgbClr val="070F26"/>
      </a:accent2>
      <a:accent3>
        <a:srgbClr val="E6B600"/>
      </a:accent3>
      <a:accent4>
        <a:srgbClr val="BC4328"/>
      </a:accent4>
      <a:accent5>
        <a:srgbClr val="00B176"/>
      </a:accent5>
      <a:accent6>
        <a:srgbClr val="8246AF"/>
      </a:accent6>
      <a:hlink>
        <a:srgbClr val="0000FF"/>
      </a:hlink>
      <a:folHlink>
        <a:srgbClr val="800080"/>
      </a:folHlink>
    </a:clrScheme>
    <a:fontScheme name="NTTDATA_font">
      <a:majorFont>
        <a:latin typeface="Arial"/>
        <a:ea typeface="Meiryo UI"/>
        <a:cs typeface=""/>
      </a:majorFont>
      <a:minorFont>
        <a:latin typeface="Arial"/>
        <a:ea typeface="Meiryo UI"/>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lumMod val="10000"/>
            <a:lumOff val="90000"/>
          </a:schemeClr>
        </a:solidFill>
        <a:ln w="3175">
          <a:solidFill>
            <a:schemeClr val="tx1"/>
          </a:solidFill>
        </a:ln>
        <a:effectLst/>
      </a:spPr>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defPPr algn="ctr">
          <a:defRPr sz="1400" dirty="0">
            <a:solidFill>
              <a:schemeClr val="tx1"/>
            </a:solidFill>
          </a:defRPr>
        </a:defPPr>
      </a:lstStyle>
      <a:style>
        <a:lnRef idx="1">
          <a:schemeClr val="accent1"/>
        </a:lnRef>
        <a:fillRef idx="3">
          <a:schemeClr val="accent1"/>
        </a:fillRef>
        <a:effectRef idx="2">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4603</Words>
  <Application>Microsoft Office PowerPoint</Application>
  <PresentationFormat>A4 Paper (210x297 mm)</PresentationFormat>
  <Paragraphs>250</Paragraphs>
  <Slides>11</Slides>
  <Notes>0</Notes>
  <HiddenSlides>0</HiddenSlides>
  <MMClips>0</MMClips>
  <ScaleCrop>false</ScaleCrop>
  <HeadingPairs>
    <vt:vector size="6" baseType="variant">
      <vt:variant>
        <vt:lpstr>Fonts Used</vt:lpstr>
      </vt:variant>
      <vt:variant>
        <vt:i4>3</vt:i4>
      </vt:variant>
      <vt:variant>
        <vt:lpstr>Theme</vt:lpstr>
      </vt:variant>
      <vt:variant>
        <vt:i4>6</vt:i4>
      </vt:variant>
      <vt:variant>
        <vt:lpstr>Slide Titles</vt:lpstr>
      </vt:variant>
      <vt:variant>
        <vt:i4>11</vt:i4>
      </vt:variant>
    </vt:vector>
  </HeadingPairs>
  <TitlesOfParts>
    <vt:vector size="20" baseType="lpstr">
      <vt:lpstr>Meiryo UI</vt:lpstr>
      <vt:lpstr>Arial</vt:lpstr>
      <vt:lpstr>Wingdings</vt:lpstr>
      <vt:lpstr>表紙</vt:lpstr>
      <vt:lpstr>目次</vt:lpstr>
      <vt:lpstr>中扉</vt:lpstr>
      <vt:lpstr>コンテンツ_Light</vt:lpstr>
      <vt:lpstr>コンテンツ_Dark</vt:lpstr>
      <vt:lpstr>裏表紙</vt:lpstr>
      <vt:lpstr>三菱重工業株式会社　御中</vt:lpstr>
      <vt:lpstr>改善に向けた取り組み(案)</vt:lpstr>
      <vt:lpstr>１．「データの見える化」を継続的に利用するために必要なこと</vt:lpstr>
      <vt:lpstr>２．現状認識の実施と仮説・検証を行う</vt:lpstr>
      <vt:lpstr>３．本活動の進め方（案）</vt:lpstr>
      <vt:lpstr>４．ヒアリングによる事実確認と問題点整理</vt:lpstr>
      <vt:lpstr>データ管理（データマネジメント）</vt:lpstr>
      <vt:lpstr>５．データマネジメントのフロー/俯瞰図</vt:lpstr>
      <vt:lpstr>６．役割定義（1/2）</vt:lpstr>
      <vt:lpstr>６．役割定義（2/2）</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2022-04-26T01:45:06Z</dcterms:created>
  <dcterms:modified xsi:type="dcterms:W3CDTF">2022-06-03T06:17:43Z</dcterms:modified>
  <cp:version/>
</cp:coreProperties>
</file>