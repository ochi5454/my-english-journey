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810" r:id="rId5"/>
  </p:sldMasterIdLst>
  <p:notesMasterIdLst>
    <p:notesMasterId r:id="rId7"/>
  </p:notesMasterIdLst>
  <p:sldIdLst>
    <p:sldId id="2147481053" r:id="rId6"/>
  </p:sldIdLst>
  <p:sldSz cx="12192000" cy="6858000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游ゴシック" panose="020B0400000000000000" pitchFamily="34" charset="-128"/>
        <a:ea typeface="游ゴシック" panose="020B0400000000000000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游ゴシック" panose="020B0400000000000000" pitchFamily="34" charset="-128"/>
        <a:ea typeface="游ゴシック" panose="020B0400000000000000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游ゴシック" panose="020B0400000000000000" pitchFamily="34" charset="-128"/>
        <a:ea typeface="游ゴシック" panose="020B0400000000000000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游ゴシック" panose="020B0400000000000000" pitchFamily="34" charset="-128"/>
        <a:ea typeface="游ゴシック" panose="020B0400000000000000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游ゴシック" panose="020B0400000000000000" pitchFamily="34" charset="-128"/>
        <a:ea typeface="游ゴシック" panose="020B0400000000000000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游ゴシック" panose="020B0400000000000000" pitchFamily="34" charset="-128"/>
        <a:ea typeface="游ゴシック" panose="020B0400000000000000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游ゴシック" panose="020B0400000000000000" pitchFamily="34" charset="-128"/>
        <a:ea typeface="游ゴシック" panose="020B0400000000000000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游ゴシック" panose="020B0400000000000000" pitchFamily="34" charset="-128"/>
        <a:ea typeface="游ゴシック" panose="020B0400000000000000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游ゴシック" panose="020B0400000000000000" pitchFamily="34" charset="-128"/>
        <a:ea typeface="游ゴシック" panose="020B0400000000000000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3744" userDrawn="1">
          <p15:clr>
            <a:srgbClr val="A4A3A4"/>
          </p15:clr>
        </p15:guide>
        <p15:guide id="4" orient="horz" pos="456" userDrawn="1">
          <p15:clr>
            <a:srgbClr val="A4A3A4"/>
          </p15:clr>
        </p15:guide>
        <p15:guide id="5" orient="horz" pos="840" userDrawn="1">
          <p15:clr>
            <a:srgbClr val="A4A3A4"/>
          </p15:clr>
        </p15:guide>
        <p15:guide id="6" orient="horz" pos="936" userDrawn="1">
          <p15:clr>
            <a:srgbClr val="A4A3A4"/>
          </p15:clr>
        </p15:guide>
        <p15:guide id="7" pos="240" userDrawn="1">
          <p15:clr>
            <a:srgbClr val="A4A3A4"/>
          </p15:clr>
        </p15:guide>
        <p15:guide id="8" pos="74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DAEFC3"/>
    <a:srgbClr val="F2F2F2"/>
    <a:srgbClr val="009900"/>
    <a:srgbClr val="B9FFB9"/>
    <a:srgbClr val="4472C4"/>
    <a:srgbClr val="FFFFCC"/>
    <a:srgbClr val="FEC100"/>
    <a:srgbClr val="40AE49"/>
    <a:srgbClr val="8FCD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BD550C-06C6-41B6-8287-5DDE50B96FFF}" v="18" dt="2023-10-17T03:54:06.10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19" autoAdjust="0"/>
    <p:restoredTop sz="96483" autoAdjust="0"/>
  </p:normalViewPr>
  <p:slideViewPr>
    <p:cSldViewPr snapToGrid="0">
      <p:cViewPr varScale="1">
        <p:scale>
          <a:sx n="112" d="100"/>
          <a:sy n="112" d="100"/>
        </p:scale>
        <p:origin x="824" y="192"/>
      </p:cViewPr>
      <p:guideLst>
        <p:guide orient="horz" pos="2160"/>
        <p:guide pos="3840"/>
        <p:guide orient="horz" pos="3744"/>
        <p:guide orient="horz" pos="456"/>
        <p:guide orient="horz" pos="840"/>
        <p:guide orient="horz" pos="936"/>
        <p:guide pos="240"/>
        <p:guide pos="74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hyeok, Choi" userId="5a4c35fc-3dee-4395-9819-a12f2df5d28e" providerId="ADAL" clId="{5CBD550C-06C6-41B6-8287-5DDE50B96FFF}"/>
    <pc:docChg chg="custSel addSld modSld">
      <pc:chgData name="Junhyeok, Choi" userId="5a4c35fc-3dee-4395-9819-a12f2df5d28e" providerId="ADAL" clId="{5CBD550C-06C6-41B6-8287-5DDE50B96FFF}" dt="2023-10-17T03:54:06.104" v="78"/>
      <pc:docMkLst>
        <pc:docMk/>
      </pc:docMkLst>
      <pc:sldChg chg="delSp modSp mod">
        <pc:chgData name="Junhyeok, Choi" userId="5a4c35fc-3dee-4395-9819-a12f2df5d28e" providerId="ADAL" clId="{5CBD550C-06C6-41B6-8287-5DDE50B96FFF}" dt="2023-10-17T03:54:06.104" v="78"/>
        <pc:sldMkLst>
          <pc:docMk/>
          <pc:sldMk cId="4122014637" sldId="2147481040"/>
        </pc:sldMkLst>
        <pc:spChg chg="del">
          <ac:chgData name="Junhyeok, Choi" userId="5a4c35fc-3dee-4395-9819-a12f2df5d28e" providerId="ADAL" clId="{5CBD550C-06C6-41B6-8287-5DDE50B96FFF}" dt="2023-10-17T03:54:00.861" v="49" actId="478"/>
          <ac:spMkLst>
            <pc:docMk/>
            <pc:sldMk cId="4122014637" sldId="2147481040"/>
            <ac:spMk id="5" creationId="{62920A8F-D148-FE51-6835-FAE5DAC6671E}"/>
          </ac:spMkLst>
        </pc:spChg>
        <pc:spChg chg="mod">
          <ac:chgData name="Junhyeok, Choi" userId="5a4c35fc-3dee-4395-9819-a12f2df5d28e" providerId="ADAL" clId="{5CBD550C-06C6-41B6-8287-5DDE50B96FFF}" dt="2023-10-17T03:53:54.950" v="48"/>
          <ac:spMkLst>
            <pc:docMk/>
            <pc:sldMk cId="4122014637" sldId="2147481040"/>
            <ac:spMk id="6" creationId="{52697BD2-AC9F-E8C5-3B79-9210DB26ABCA}"/>
          </ac:spMkLst>
        </pc:spChg>
        <pc:spChg chg="mod">
          <ac:chgData name="Junhyeok, Choi" userId="5a4c35fc-3dee-4395-9819-a12f2df5d28e" providerId="ADAL" clId="{5CBD550C-06C6-41B6-8287-5DDE50B96FFF}" dt="2023-10-17T03:54:06.104" v="78"/>
          <ac:spMkLst>
            <pc:docMk/>
            <pc:sldMk cId="4122014637" sldId="2147481040"/>
            <ac:spMk id="7" creationId="{E727B223-7204-4CD2-5EAD-485EDE9B9334}"/>
          </ac:spMkLst>
        </pc:spChg>
      </pc:sldChg>
      <pc:sldChg chg="modSp mod">
        <pc:chgData name="Junhyeok, Choi" userId="5a4c35fc-3dee-4395-9819-a12f2df5d28e" providerId="ADAL" clId="{5CBD550C-06C6-41B6-8287-5DDE50B96FFF}" dt="2023-10-17T03:53:43.432" v="47"/>
        <pc:sldMkLst>
          <pc:docMk/>
          <pc:sldMk cId="1005998616" sldId="2147481041"/>
        </pc:sldMkLst>
        <pc:spChg chg="mod">
          <ac:chgData name="Junhyeok, Choi" userId="5a4c35fc-3dee-4395-9819-a12f2df5d28e" providerId="ADAL" clId="{5CBD550C-06C6-41B6-8287-5DDE50B96FFF}" dt="2023-10-17T03:53:43.432" v="47"/>
          <ac:spMkLst>
            <pc:docMk/>
            <pc:sldMk cId="1005998616" sldId="2147481041"/>
            <ac:spMk id="7" creationId="{97E662D0-287E-CBE4-2627-514D14ACD13A}"/>
          </ac:spMkLst>
        </pc:spChg>
      </pc:sldChg>
      <pc:sldChg chg="modSp add mod">
        <pc:chgData name="Junhyeok, Choi" userId="5a4c35fc-3dee-4395-9819-a12f2df5d28e" providerId="ADAL" clId="{5CBD550C-06C6-41B6-8287-5DDE50B96FFF}" dt="2023-10-17T03:53:04.279" v="1"/>
        <pc:sldMkLst>
          <pc:docMk/>
          <pc:sldMk cId="304376831" sldId="2147481052"/>
        </pc:sldMkLst>
        <pc:spChg chg="mod">
          <ac:chgData name="Junhyeok, Choi" userId="5a4c35fc-3dee-4395-9819-a12f2df5d28e" providerId="ADAL" clId="{5CBD550C-06C6-41B6-8287-5DDE50B96FFF}" dt="2023-10-17T03:53:04.279" v="1"/>
          <ac:spMkLst>
            <pc:docMk/>
            <pc:sldMk cId="304376831" sldId="2147481052"/>
            <ac:spMk id="9" creationId="{03109063-E405-2C2A-71E1-C2A451F4059E}"/>
          </ac:spMkLst>
        </pc:spChg>
      </pc:sldChg>
      <pc:sldChg chg="delSp modSp add mod">
        <pc:chgData name="Junhyeok, Choi" userId="5a4c35fc-3dee-4395-9819-a12f2df5d28e" providerId="ADAL" clId="{5CBD550C-06C6-41B6-8287-5DDE50B96FFF}" dt="2023-10-17T03:53:21.149" v="27"/>
        <pc:sldMkLst>
          <pc:docMk/>
          <pc:sldMk cId="1234903227" sldId="2147481053"/>
        </pc:sldMkLst>
        <pc:spChg chg="mod">
          <ac:chgData name="Junhyeok, Choi" userId="5a4c35fc-3dee-4395-9819-a12f2df5d28e" providerId="ADAL" clId="{5CBD550C-06C6-41B6-8287-5DDE50B96FFF}" dt="2023-10-17T03:53:14.450" v="4"/>
          <ac:spMkLst>
            <pc:docMk/>
            <pc:sldMk cId="1234903227" sldId="2147481053"/>
            <ac:spMk id="9" creationId="{EF02C525-1BCB-F602-73A6-370E9B93691D}"/>
          </ac:spMkLst>
        </pc:spChg>
        <pc:spChg chg="mod">
          <ac:chgData name="Junhyeok, Choi" userId="5a4c35fc-3dee-4395-9819-a12f2df5d28e" providerId="ADAL" clId="{5CBD550C-06C6-41B6-8287-5DDE50B96FFF}" dt="2023-10-17T03:53:21.149" v="27"/>
          <ac:spMkLst>
            <pc:docMk/>
            <pc:sldMk cId="1234903227" sldId="2147481053"/>
            <ac:spMk id="10" creationId="{ECE668E6-04C6-D35C-2CE4-2A4844EAE493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11" creationId="{409DFB60-EB38-CE2F-BCDE-0B1D4C17317D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12" creationId="{99E04916-DAFF-76B2-BD13-53EC9DF12555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13" creationId="{5BC58BF7-1B72-B914-CB33-80C794F3F85A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14" creationId="{4E38A42F-6272-174B-4705-E0A56D251B70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15" creationId="{45D4DB9D-5C23-1B10-58C4-99C5FDE8F4E9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16" creationId="{4E2A3116-1ABD-7F94-5EDB-39E66B23B0C3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17" creationId="{CA62C3D6-28F4-EFCD-16CD-821822C7FDF0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18" creationId="{2EEB25F2-1FD3-6AAA-E63D-E3C265A4381D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19" creationId="{AE20B8ED-6B92-663D-B888-B066C029CD78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20" creationId="{94B73033-5A78-71AA-B04D-6CF8278C4BC0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21" creationId="{15F117A1-4497-263A-F048-962D118A2A1B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22" creationId="{1B010ABF-DF99-B631-C932-535B8A02C833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23" creationId="{3CEEAB16-759A-B407-87A6-E252E5F14404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24" creationId="{460C0C17-209D-9F3E-9381-C5193AF5B598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25" creationId="{195552A2-9A7E-585A-88A4-15530A10D189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26" creationId="{ED2F400D-2948-59C6-9562-BF3C5EDF25F5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27" creationId="{681CD14E-AEDD-E8B7-1D2A-0603B8710A85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28" creationId="{A5AAFFE6-F62A-0B8A-D367-8E297C348F24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29" creationId="{46D94428-F933-EC58-48A2-9A5D9DFAE628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30" creationId="{3AE1279D-CE9A-A087-8B34-8D26B5BE32E2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31" creationId="{EC1B6EE3-A762-4F95-1EAE-394844D780F5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32" creationId="{FE4ED688-AD7F-956E-28F1-7EEFCB620321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33" creationId="{175888C0-82A4-C995-F4A2-5DBF53FBD3D7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34" creationId="{6D19E754-2D23-7D00-6E80-4BC8ADC96D9A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35" creationId="{083850A6-4C01-DF71-06BD-23C97E158350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36" creationId="{618580D8-46F3-D97C-DAD1-BFB73C26A0C7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37" creationId="{8E809D0F-5030-B17E-803A-14B82D4AFA1D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38" creationId="{0BDC54C1-7098-977D-1E4D-7A60AE7B0551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39" creationId="{A77C86C1-0E58-C0A5-56FA-C10C36FDD543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40" creationId="{A6CDDAD0-FA3B-DB24-14C3-F1DB9FBDEA7A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41" creationId="{52461E1D-2963-9BD0-3C7E-D6B186DB8800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42" creationId="{D5DE093F-A441-4AD9-1BD4-06C60227DCCB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43" creationId="{89979F2B-678C-39BA-EF63-DA50C05211D6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44" creationId="{FE271B28-65C1-855F-9D40-AD79F6D40B6B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45" creationId="{C48BB131-26FE-09F4-0479-7461F3A72CA8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46" creationId="{783AEA2E-A47F-70FD-8BEA-86399E07E69E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47" creationId="{59C916E7-A2C6-F18C-4CE4-A814EEF3A64F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48" creationId="{9DAFAB3E-4B3F-D3F4-DEAF-6631389BBDFC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49" creationId="{892F5B6C-6E11-2E99-72D6-96AE482D83DB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50" creationId="{B24CA904-4123-DE8C-744A-F039506782D8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51" creationId="{BD011D4C-854C-AC42-24AC-20FCFA2717D9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52" creationId="{72C67FFD-C334-E486-E6E5-AB994881BCA5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53" creationId="{1033E26D-7908-B4DB-A48A-182A3AAD4C5B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54" creationId="{43B4F985-A801-3223-34C2-BB6031DD0C25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57" creationId="{255D0405-A973-337C-3A2F-25861330FC78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58" creationId="{BF0443EF-D16E-0CF0-98F4-CF0857C36A1F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59" creationId="{ED34D8FA-79B9-55FB-0ED4-C4C11721BE14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60" creationId="{BA518DCB-F34D-649D-EE79-FC2B6BA6312E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61" creationId="{0B60EC0A-A8D6-78CE-E540-D96217F8F29B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62" creationId="{CA7EC408-7D59-1869-2C04-129F2E2EBFC0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63" creationId="{525F740A-8EAD-F254-7FB6-305D50060F47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64" creationId="{7D23D949-7274-5A10-E6B9-89504881FA2C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65" creationId="{9F5A40B3-4652-869A-DDC8-2E928E8C2FCF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66" creationId="{A62B197F-007A-20F7-816A-5EB061ED46D6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67" creationId="{3D972912-37A2-2041-8A35-A014E7092900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68" creationId="{9DE2B522-AB62-CAD6-51FE-21B91F06D606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69" creationId="{AB679581-E79B-F939-307A-DBE64858DBC5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70" creationId="{81E702DD-1383-7B3F-014A-B18261C491B7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71" creationId="{D8508979-E84B-92BE-D3C1-74D32CCF12F2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72" creationId="{4EBD8B7E-B1C6-01B2-76F0-F1E62B787C4E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73" creationId="{EBE6D2FB-6E39-2A23-09A5-78DAAC04F0F7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74" creationId="{D2D57B2E-C2F2-2627-6FE4-0A30A7146EF1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75" creationId="{71976ABA-B482-AD71-D38F-D6D702C21D13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76" creationId="{1EDA28B4-A104-2272-67E3-7838D56ECF80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77" creationId="{6073CE5B-AC5C-D50C-8EA6-7311B1EB4E05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79" creationId="{6BB60D50-121A-20BF-7C48-6AB707EBAE82}"/>
          </ac:spMkLst>
        </pc:spChg>
        <pc:spChg chg="del">
          <ac:chgData name="Junhyeok, Choi" userId="5a4c35fc-3dee-4395-9819-a12f2df5d28e" providerId="ADAL" clId="{5CBD550C-06C6-41B6-8287-5DDE50B96FFF}" dt="2023-10-17T03:53:10.231" v="3" actId="478"/>
          <ac:spMkLst>
            <pc:docMk/>
            <pc:sldMk cId="1234903227" sldId="2147481053"/>
            <ac:spMk id="80" creationId="{B59D14F0-A979-108B-9559-F19B4FD91316}"/>
          </ac:spMkLst>
        </pc:spChg>
        <pc:cxnChg chg="del">
          <ac:chgData name="Junhyeok, Choi" userId="5a4c35fc-3dee-4395-9819-a12f2df5d28e" providerId="ADAL" clId="{5CBD550C-06C6-41B6-8287-5DDE50B96FFF}" dt="2023-10-17T03:53:10.231" v="3" actId="478"/>
          <ac:cxnSpMkLst>
            <pc:docMk/>
            <pc:sldMk cId="1234903227" sldId="2147481053"/>
            <ac:cxnSpMk id="55" creationId="{6E4D13E4-9869-EEAC-0185-B05E7A504B03}"/>
          </ac:cxnSpMkLst>
        </pc:cxnChg>
        <pc:cxnChg chg="del">
          <ac:chgData name="Junhyeok, Choi" userId="5a4c35fc-3dee-4395-9819-a12f2df5d28e" providerId="ADAL" clId="{5CBD550C-06C6-41B6-8287-5DDE50B96FFF}" dt="2023-10-17T03:53:10.231" v="3" actId="478"/>
          <ac:cxnSpMkLst>
            <pc:docMk/>
            <pc:sldMk cId="1234903227" sldId="2147481053"/>
            <ac:cxnSpMk id="56" creationId="{64866E8F-2C7F-214D-06C2-BA449A3C909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5537BF5B-CD24-4C44-AE27-040B1863BE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3463FC3-F34E-B34B-8C70-4D3F322215A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CE327B5-2297-2945-88F5-0C8595E2797E}" type="datetimeFigureOut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63F606ED-67D3-5842-9455-E7BE4DDC35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768BD296-179E-D941-91E2-85652A70C0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56882C-4654-AB45-9E77-4D7225EAA0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E688C5-55E1-1D49-A488-21E0A34E3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E2C5C8-8207-E24A-901F-4DFD9720233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7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53F11B9-2F4E-B844-96FD-9C4855A215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813024" y="2279134"/>
            <a:ext cx="4565951" cy="1955718"/>
          </a:xfrm>
          <a:prstGeom prst="rect">
            <a:avLst/>
          </a:prstGeom>
        </p:spPr>
        <p:txBody>
          <a:bodyPr vert="horz" wrap="none" lIns="72000" tIns="72000" rIns="72000" bIns="72000" rtlCol="0" anchor="ctr">
            <a:normAutofit/>
          </a:bodyPr>
          <a:lstStyle>
            <a:lvl1pPr algn="ctr">
              <a:lnSpc>
                <a:spcPct val="100000"/>
              </a:lnSpc>
              <a:defRPr sz="5000" b="1" i="0" spc="200" baseline="0"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8" name="テキスト プレースホルダー 17"/>
          <p:cNvSpPr>
            <a:spLocks noGrp="1"/>
          </p:cNvSpPr>
          <p:nvPr>
            <p:ph type="body" sz="quarter" idx="13"/>
          </p:nvPr>
        </p:nvSpPr>
        <p:spPr>
          <a:xfrm>
            <a:off x="3712567" y="5266627"/>
            <a:ext cx="1828800" cy="274637"/>
          </a:xfrm>
          <a:prstGeom prst="rect">
            <a:avLst/>
          </a:prstGeom>
        </p:spPr>
        <p:txBody>
          <a:bodyPr wrap="none"/>
          <a:lstStyle>
            <a:lvl1pPr marL="0" indent="0" algn="r">
              <a:buFontTx/>
              <a:buNone/>
              <a:defRPr sz="1600" b="0" i="0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スライド番号プレースホルダー 31">
            <a:extLst>
              <a:ext uri="{FF2B5EF4-FFF2-40B4-BE49-F238E27FC236}">
                <a16:creationId xmlns:a16="http://schemas.microsoft.com/office/drawing/2014/main" id="{74B7326B-A6F9-8044-9BD4-BBA116C205E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C5817C2-46D0-4F4E-BE6E-9D55020431A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9" name="日付プレースホルダー 3">
            <a:extLst>
              <a:ext uri="{FF2B5EF4-FFF2-40B4-BE49-F238E27FC236}">
                <a16:creationId xmlns:a16="http://schemas.microsoft.com/office/drawing/2014/main" id="{ADAE20F7-4D38-254A-9E79-BEDE6996892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DA3FE86-4A74-7546-AF8F-86E8501792FB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76227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B5DCF37-3487-414D-8767-4DCBA9D980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B609870-5C0C-4446-ACA9-4AFB3FB0D1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5111750"/>
            <a:ext cx="2528888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813024" y="2279134"/>
            <a:ext cx="4565951" cy="1955718"/>
          </a:xfrm>
          <a:prstGeom prst="rect">
            <a:avLst/>
          </a:prstGeom>
        </p:spPr>
        <p:txBody>
          <a:bodyPr vert="horz" wrap="none" lIns="72000" tIns="72000" rIns="72000" bIns="72000" rtlCol="0" anchor="ctr">
            <a:normAutofit/>
          </a:bodyPr>
          <a:lstStyle>
            <a:lvl1pPr algn="ctr">
              <a:lnSpc>
                <a:spcPct val="100000"/>
              </a:lnSpc>
              <a:defRPr sz="5000" b="1" i="0" spc="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8" name="テキスト プレースホルダー 17"/>
          <p:cNvSpPr>
            <a:spLocks noGrp="1"/>
          </p:cNvSpPr>
          <p:nvPr>
            <p:ph type="body" sz="quarter" idx="12"/>
          </p:nvPr>
        </p:nvSpPr>
        <p:spPr>
          <a:xfrm>
            <a:off x="3712567" y="5266627"/>
            <a:ext cx="1828800" cy="274637"/>
          </a:xfrm>
          <a:prstGeom prst="rect">
            <a:avLst/>
          </a:prstGeom>
        </p:spPr>
        <p:txBody>
          <a:bodyPr wrap="none"/>
          <a:lstStyle>
            <a:lvl1pPr marL="0" indent="0" algn="r">
              <a:buFontTx/>
              <a:buNone/>
              <a:defRPr sz="1600" b="0" i="0"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スライド番号プレースホルダー 31">
            <a:extLst>
              <a:ext uri="{FF2B5EF4-FFF2-40B4-BE49-F238E27FC236}">
                <a16:creationId xmlns:a16="http://schemas.microsoft.com/office/drawing/2014/main" id="{39A97545-0588-1A4A-B774-33B49C3262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4E8A190-B4F7-5E43-8E35-1F0B34BE6BE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664D81B8-43B1-DC45-8457-117863A3937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6E157380-B8BF-004C-8A68-97A50FC22056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671386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149871C-9FBF-4A41-A93D-F94AB9A903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23" t="31638" r="-1904" b="-2982"/>
          <a:stretch>
            <a:fillRect/>
          </a:stretch>
        </p:blipFill>
        <p:spPr bwMode="auto">
          <a:xfrm>
            <a:off x="0" y="0"/>
            <a:ext cx="364648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289304" y="469856"/>
            <a:ext cx="3427453" cy="605853"/>
          </a:xfrm>
          <a:prstGeom prst="rect">
            <a:avLst/>
          </a:prstGeom>
        </p:spPr>
        <p:txBody>
          <a:bodyPr wrap="none" lIns="72000" tIns="108000" rIns="72000" bIns="72000" anchor="ctr" anchorCtr="0"/>
          <a:lstStyle>
            <a:lvl1pPr algn="l">
              <a:defRPr sz="2800" b="1" i="0" spc="600"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sz="quarter" idx="10"/>
          </p:nvPr>
        </p:nvSpPr>
        <p:spPr>
          <a:xfrm>
            <a:off x="4289304" y="1508377"/>
            <a:ext cx="6938139" cy="4423070"/>
          </a:xfrm>
          <a:prstGeom prst="rect">
            <a:avLst/>
          </a:prstGeom>
        </p:spPr>
        <p:txBody>
          <a:bodyPr lIns="72000" tIns="72000" rIns="72000" bIns="72000" anchor="ctr" anchorCtr="0"/>
          <a:lstStyle>
            <a:lvl1pPr marL="0" indent="0">
              <a:lnSpc>
                <a:spcPct val="100000"/>
              </a:lnSpc>
              <a:buFontTx/>
              <a:buNone/>
              <a:defRPr sz="2000" b="1" i="0" spc="100" baseline="0">
                <a:latin typeface="Century Gothic" panose="020B0502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Tx/>
              <a:buNone/>
              <a:defRPr b="1" i="0" spc="100" baseline="0"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スライド番号プレースホルダー 31">
            <a:extLst>
              <a:ext uri="{FF2B5EF4-FFF2-40B4-BE49-F238E27FC236}">
                <a16:creationId xmlns:a16="http://schemas.microsoft.com/office/drawing/2014/main" id="{494AFE44-9938-A146-81AD-CDB7680984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D811059-BB7A-8B47-B4E5-892247BB653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6" name="日付プレースホルダー 3">
            <a:extLst>
              <a:ext uri="{FF2B5EF4-FFF2-40B4-BE49-F238E27FC236}">
                <a16:creationId xmlns:a16="http://schemas.microsoft.com/office/drawing/2014/main" id="{518DE7D6-3FD3-CD44-B5F1-D6C9DCECEDD5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EE1FFE4-BDA7-6A48-B193-636DB98A4D42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2243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769234A-B6F9-414B-9DEE-BFA8A8D0E2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31" t="31628" b="-2975"/>
          <a:stretch>
            <a:fillRect/>
          </a:stretch>
        </p:blipFill>
        <p:spPr bwMode="auto">
          <a:xfrm>
            <a:off x="0" y="0"/>
            <a:ext cx="34639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289304" y="469856"/>
            <a:ext cx="3427453" cy="605853"/>
          </a:xfrm>
          <a:prstGeom prst="rect">
            <a:avLst/>
          </a:prstGeom>
        </p:spPr>
        <p:txBody>
          <a:bodyPr wrap="none" lIns="72000" tIns="108000" rIns="72000" bIns="72000" anchor="ctr" anchorCtr="0"/>
          <a:lstStyle>
            <a:lvl1pPr algn="l">
              <a:defRPr sz="2800" b="1" i="0" spc="600"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sz="quarter" idx="10"/>
          </p:nvPr>
        </p:nvSpPr>
        <p:spPr>
          <a:xfrm>
            <a:off x="4289304" y="1508377"/>
            <a:ext cx="6938139" cy="4423070"/>
          </a:xfrm>
          <a:prstGeom prst="rect">
            <a:avLst/>
          </a:prstGeom>
        </p:spPr>
        <p:txBody>
          <a:bodyPr lIns="72000" tIns="72000" rIns="72000" bIns="72000" anchor="ctr" anchorCtr="0"/>
          <a:lstStyle>
            <a:lvl1pPr marL="0" indent="0">
              <a:lnSpc>
                <a:spcPct val="100000"/>
              </a:lnSpc>
              <a:buFontTx/>
              <a:buNone/>
              <a:defRPr sz="2000" b="1" i="0" spc="100" baseline="0">
                <a:latin typeface="Century Gothic" panose="020B0502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Tx/>
              <a:buNone/>
              <a:defRPr b="1" i="0" spc="100" baseline="0"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スライド番号プレースホルダー 31">
            <a:extLst>
              <a:ext uri="{FF2B5EF4-FFF2-40B4-BE49-F238E27FC236}">
                <a16:creationId xmlns:a16="http://schemas.microsoft.com/office/drawing/2014/main" id="{69DE3502-AE09-A444-8B35-5D2DF8D2F6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8801705-9237-B248-8CCD-5AE70991EC8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6" name="日付プレースホルダー 3">
            <a:extLst>
              <a:ext uri="{FF2B5EF4-FFF2-40B4-BE49-F238E27FC236}">
                <a16:creationId xmlns:a16="http://schemas.microsoft.com/office/drawing/2014/main" id="{9EED3F35-0111-934C-95F3-8F1FE947AEB9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C307D43-1EE3-7543-81AA-9E4A643C936B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6366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3">
            <a:extLst>
              <a:ext uri="{FF2B5EF4-FFF2-40B4-BE49-F238E27FC236}">
                <a16:creationId xmlns:a16="http://schemas.microsoft.com/office/drawing/2014/main" id="{127EF4A5-07C8-8D4F-B5F4-5B6B04AE62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図 4">
            <a:extLst>
              <a:ext uri="{FF2B5EF4-FFF2-40B4-BE49-F238E27FC236}">
                <a16:creationId xmlns:a16="http://schemas.microsoft.com/office/drawing/2014/main" id="{603CB6CB-35F6-B044-A92C-B2DFB5384E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6008688"/>
            <a:ext cx="1149985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549274" y="2924595"/>
            <a:ext cx="3108949" cy="605853"/>
          </a:xfrm>
          <a:prstGeom prst="rect">
            <a:avLst/>
          </a:prstGeom>
        </p:spPr>
        <p:txBody>
          <a:bodyPr wrap="none" lIns="72000" tIns="72000" rIns="72000" bIns="72000" anchor="ctr" anchorCtr="0"/>
          <a:lstStyle>
            <a:lvl1pPr algn="ctr">
              <a:lnSpc>
                <a:spcPct val="150000"/>
              </a:lnSpc>
              <a:defRPr sz="4000" b="1" i="0" spc="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sz="quarter" idx="10"/>
          </p:nvPr>
        </p:nvSpPr>
        <p:spPr>
          <a:xfrm>
            <a:off x="3429129" y="4157136"/>
            <a:ext cx="5349240" cy="816186"/>
          </a:xfrm>
          <a:prstGeom prst="rect">
            <a:avLst/>
          </a:prstGeom>
        </p:spPr>
        <p:txBody>
          <a:bodyPr lIns="72000" tIns="0" rIns="72000" bIns="72000" anchor="ctr" anchorCtr="0"/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2400" b="1" i="0" spc="100" baseline="0">
                <a:latin typeface="Century Gothic" panose="020B0502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Tx/>
              <a:buNone/>
              <a:defRPr b="1" i="0" spc="100" baseline="0"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>
          <a:xfrm>
            <a:off x="4446277" y="1165794"/>
            <a:ext cx="3299445" cy="975600"/>
          </a:xfrm>
          <a:prstGeom prst="rect">
            <a:avLst/>
          </a:prstGeom>
        </p:spPr>
        <p:txBody>
          <a:bodyPr wrap="none" lIns="180000" tIns="180000" rIns="72000" bIns="72000" anchor="ctr" anchorCtr="0">
            <a:noAutofit/>
          </a:bodyPr>
          <a:lstStyle>
            <a:lvl1pPr marL="0" indent="0" algn="ctr">
              <a:buFontTx/>
              <a:buNone/>
              <a:defRPr sz="9600" b="1" i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スライド番号プレースホルダー 31">
            <a:extLst>
              <a:ext uri="{FF2B5EF4-FFF2-40B4-BE49-F238E27FC236}">
                <a16:creationId xmlns:a16="http://schemas.microsoft.com/office/drawing/2014/main" id="{DA872620-34E6-C64E-AECD-DC1B9F24712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201F5767-B4D8-E54F-9CB2-AC95EA86545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8" name="日付プレースホルダー 3">
            <a:extLst>
              <a:ext uri="{FF2B5EF4-FFF2-40B4-BE49-F238E27FC236}">
                <a16:creationId xmlns:a16="http://schemas.microsoft.com/office/drawing/2014/main" id="{A842467C-7930-5545-AD85-ED59C21C1B5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E0026A2-FFFB-7A4B-9A24-51E2344570FD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3848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3">
            <a:extLst>
              <a:ext uri="{FF2B5EF4-FFF2-40B4-BE49-F238E27FC236}">
                <a16:creationId xmlns:a16="http://schemas.microsoft.com/office/drawing/2014/main" id="{74712A0C-F53B-E14E-9D9F-628938A6B7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図 4">
            <a:extLst>
              <a:ext uri="{FF2B5EF4-FFF2-40B4-BE49-F238E27FC236}">
                <a16:creationId xmlns:a16="http://schemas.microsoft.com/office/drawing/2014/main" id="{77E59682-1B01-2444-A251-1F3BF6D03A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6008688"/>
            <a:ext cx="1149985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549274" y="2924595"/>
            <a:ext cx="3108949" cy="605853"/>
          </a:xfrm>
          <a:prstGeom prst="rect">
            <a:avLst/>
          </a:prstGeom>
        </p:spPr>
        <p:txBody>
          <a:bodyPr wrap="none" lIns="72000" tIns="72000" rIns="72000" bIns="72000" anchor="ctr" anchorCtr="0"/>
          <a:lstStyle>
            <a:lvl1pPr algn="ctr">
              <a:lnSpc>
                <a:spcPct val="150000"/>
              </a:lnSpc>
              <a:defRPr sz="4000" b="1" i="0" spc="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sz="quarter" idx="10"/>
          </p:nvPr>
        </p:nvSpPr>
        <p:spPr>
          <a:xfrm>
            <a:off x="3429129" y="4157136"/>
            <a:ext cx="5349240" cy="816186"/>
          </a:xfrm>
          <a:prstGeom prst="rect">
            <a:avLst/>
          </a:prstGeom>
        </p:spPr>
        <p:txBody>
          <a:bodyPr lIns="72000" tIns="0" rIns="72000" bIns="72000" anchor="ctr" anchorCtr="0"/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2400" b="1" i="0" spc="100" baseline="0">
                <a:latin typeface="Century Gothic" panose="020B0502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Tx/>
              <a:buNone/>
              <a:defRPr b="1" i="0" spc="100" baseline="0"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>
          <a:xfrm>
            <a:off x="4446277" y="1165794"/>
            <a:ext cx="3299445" cy="975600"/>
          </a:xfrm>
          <a:prstGeom prst="rect">
            <a:avLst/>
          </a:prstGeom>
        </p:spPr>
        <p:txBody>
          <a:bodyPr wrap="none" lIns="180000" tIns="180000" rIns="72000" bIns="72000" anchor="ctr" anchorCtr="0">
            <a:noAutofit/>
          </a:bodyPr>
          <a:lstStyle>
            <a:lvl1pPr marL="0" indent="0" algn="ctr">
              <a:buFontTx/>
              <a:buNone/>
              <a:defRPr sz="9600" b="1" i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スライド番号プレースホルダー 31">
            <a:extLst>
              <a:ext uri="{FF2B5EF4-FFF2-40B4-BE49-F238E27FC236}">
                <a16:creationId xmlns:a16="http://schemas.microsoft.com/office/drawing/2014/main" id="{6900EEC1-516D-1848-A6E5-CA16ACB0343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C4237F2-19EC-6545-ADE7-83886662B5A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8" name="日付プレースホルダー 3">
            <a:extLst>
              <a:ext uri="{FF2B5EF4-FFF2-40B4-BE49-F238E27FC236}">
                <a16:creationId xmlns:a16="http://schemas.microsoft.com/office/drawing/2014/main" id="{C9682AD7-C1D5-D54A-877D-C32EC8D9729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FB13374-465C-2040-AA56-DA601D282AD6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84118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A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D43FE17-A0D0-2D49-88F1-E27D3855833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38"/>
          <a:stretch/>
        </p:blipFill>
        <p:spPr bwMode="auto">
          <a:xfrm>
            <a:off x="11304587" y="6174220"/>
            <a:ext cx="536157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テキスト プレースホルダー 29"/>
          <p:cNvSpPr>
            <a:spLocks noGrp="1"/>
          </p:cNvSpPr>
          <p:nvPr>
            <p:ph type="body" sz="quarter" idx="10"/>
          </p:nvPr>
        </p:nvSpPr>
        <p:spPr>
          <a:xfrm>
            <a:off x="348916" y="1018674"/>
            <a:ext cx="11494169" cy="4989094"/>
          </a:xfrm>
          <a:prstGeom prst="rect">
            <a:avLst/>
          </a:prstGeom>
        </p:spPr>
        <p:txBody>
          <a:bodyPr lIns="72000" tIns="72000" rIns="72000" bIns="72000" anchor="t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2000" b="1" i="0" spc="100" baseline="0">
                <a:latin typeface="Century Gothic" panose="020B0502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Tx/>
              <a:buNone/>
              <a:defRPr b="1" i="0" spc="100" baseline="0"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タイトル 1"/>
          <p:cNvSpPr>
            <a:spLocks noGrp="1"/>
          </p:cNvSpPr>
          <p:nvPr>
            <p:ph type="ctrTitle"/>
          </p:nvPr>
        </p:nvSpPr>
        <p:spPr>
          <a:xfrm>
            <a:off x="340895" y="195257"/>
            <a:ext cx="11510211" cy="605853"/>
          </a:xfrm>
          <a:prstGeom prst="rect">
            <a:avLst/>
          </a:prstGeom>
        </p:spPr>
        <p:txBody>
          <a:bodyPr wrap="none" lIns="72000" tIns="0" rIns="72000" bIns="180000" anchor="ctr" anchorCtr="0"/>
          <a:lstStyle>
            <a:lvl1pPr algn="l">
              <a:lnSpc>
                <a:spcPct val="150000"/>
              </a:lnSpc>
              <a:defRPr sz="3200" b="1" i="0" spc="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5" name="スライド番号プレースホルダー 31">
            <a:extLst>
              <a:ext uri="{FF2B5EF4-FFF2-40B4-BE49-F238E27FC236}">
                <a16:creationId xmlns:a16="http://schemas.microsoft.com/office/drawing/2014/main" id="{47F5E785-B921-6D42-9E59-76D38730D7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80738" y="6538632"/>
            <a:ext cx="323850" cy="200306"/>
          </a:xfrm>
        </p:spPr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CE2A5C58-7A86-964B-83C8-C73F49F00C01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02814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A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C4D605B-948E-1540-8735-A3E3F9FBAC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6008688"/>
            <a:ext cx="1149985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テキスト プレースホルダー 29"/>
          <p:cNvSpPr>
            <a:spLocks noGrp="1"/>
          </p:cNvSpPr>
          <p:nvPr>
            <p:ph type="body" sz="quarter" idx="10"/>
          </p:nvPr>
        </p:nvSpPr>
        <p:spPr>
          <a:xfrm>
            <a:off x="348916" y="695320"/>
            <a:ext cx="11494169" cy="4989094"/>
          </a:xfrm>
          <a:prstGeom prst="rect">
            <a:avLst/>
          </a:prstGeom>
        </p:spPr>
        <p:txBody>
          <a:bodyPr lIns="72000" tIns="72000" rIns="72000" bIns="72000" anchor="t" anchorCtr="0"/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800" b="1" i="0" spc="100" baseline="0">
                <a:latin typeface="Century Gothic" panose="020B0502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Tx/>
              <a:buNone/>
              <a:defRPr b="1" i="0" spc="100" baseline="0"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8" name="タイトル 1"/>
          <p:cNvSpPr>
            <a:spLocks noGrp="1"/>
          </p:cNvSpPr>
          <p:nvPr>
            <p:ph type="ctrTitle"/>
          </p:nvPr>
        </p:nvSpPr>
        <p:spPr>
          <a:xfrm>
            <a:off x="340895" y="195257"/>
            <a:ext cx="11510211" cy="500063"/>
          </a:xfrm>
          <a:prstGeom prst="rect">
            <a:avLst/>
          </a:prstGeom>
        </p:spPr>
        <p:txBody>
          <a:bodyPr wrap="none" lIns="72000" tIns="0" rIns="72000" bIns="180000" anchor="ctr" anchorCtr="0"/>
          <a:lstStyle>
            <a:lvl1pPr algn="l">
              <a:lnSpc>
                <a:spcPct val="150000"/>
              </a:lnSpc>
              <a:defRPr sz="2400" b="1" i="0" spc="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5" name="スライド番号プレースホルダー 31">
            <a:extLst>
              <a:ext uri="{FF2B5EF4-FFF2-40B4-BE49-F238E27FC236}">
                <a16:creationId xmlns:a16="http://schemas.microsoft.com/office/drawing/2014/main" id="{3F60C185-0371-CC4A-9101-5FFC52A2FB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762D5E5-80D6-F84E-AE37-D21AA22A993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6" name="日付プレースホルダー 3">
            <a:extLst>
              <a:ext uri="{FF2B5EF4-FFF2-40B4-BE49-F238E27FC236}">
                <a16:creationId xmlns:a16="http://schemas.microsoft.com/office/drawing/2014/main" id="{44C86ED1-5F5D-1B4E-BE60-60F1FB745AC6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FD71D35-9FAD-C744-92B3-020EBACDE45D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7245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B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3">
            <a:extLst>
              <a:ext uri="{FF2B5EF4-FFF2-40B4-BE49-F238E27FC236}">
                <a16:creationId xmlns:a16="http://schemas.microsoft.com/office/drawing/2014/main" id="{AAA82A0F-6CDD-6B48-A810-FBE6D0EE39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6008688"/>
            <a:ext cx="1149985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テキスト プレースホルダー 11"/>
          <p:cNvSpPr>
            <a:spLocks noGrp="1"/>
          </p:cNvSpPr>
          <p:nvPr>
            <p:ph type="body" sz="quarter" idx="13"/>
          </p:nvPr>
        </p:nvSpPr>
        <p:spPr>
          <a:xfrm>
            <a:off x="324853" y="999916"/>
            <a:ext cx="11542294" cy="542925"/>
          </a:xfrm>
          <a:prstGeom prst="rect">
            <a:avLst/>
          </a:prstGeom>
        </p:spPr>
        <p:txBody>
          <a:bodyPr lIns="90000" tIns="125999"/>
          <a:lstStyle>
            <a:lvl1pPr marL="0" indent="0">
              <a:buNone/>
              <a:defRPr sz="2400" b="1" i="0">
                <a:latin typeface="Century Gothic" panose="020B0502020202020204" pitchFamily="34" charset="0"/>
                <a:ea typeface="Yu Gothic" panose="020B0400000000000000" pitchFamily="34" charset="-128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テキスト プレースホルダー 29"/>
          <p:cNvSpPr>
            <a:spLocks noGrp="1"/>
          </p:cNvSpPr>
          <p:nvPr>
            <p:ph type="body" sz="quarter" idx="10"/>
          </p:nvPr>
        </p:nvSpPr>
        <p:spPr>
          <a:xfrm>
            <a:off x="348916" y="1756611"/>
            <a:ext cx="11494169" cy="4251156"/>
          </a:xfrm>
          <a:prstGeom prst="rect">
            <a:avLst/>
          </a:prstGeom>
        </p:spPr>
        <p:txBody>
          <a:bodyPr lIns="72000" tIns="72000" rIns="72000" bIns="72000" anchor="t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2000" b="1" i="0" spc="100" baseline="0">
                <a:latin typeface="Century Gothic" panose="020B0502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Tx/>
              <a:buNone/>
              <a:defRPr b="1" i="0" spc="100" baseline="0"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タイトル 1"/>
          <p:cNvSpPr>
            <a:spLocks noGrp="1"/>
          </p:cNvSpPr>
          <p:nvPr>
            <p:ph type="ctrTitle"/>
          </p:nvPr>
        </p:nvSpPr>
        <p:spPr>
          <a:xfrm>
            <a:off x="340895" y="195257"/>
            <a:ext cx="11510211" cy="605853"/>
          </a:xfrm>
          <a:prstGeom prst="rect">
            <a:avLst/>
          </a:prstGeom>
        </p:spPr>
        <p:txBody>
          <a:bodyPr wrap="none" lIns="72000" tIns="0" rIns="72000" bIns="180000" anchor="ctr" anchorCtr="0"/>
          <a:lstStyle>
            <a:lvl1pPr algn="l">
              <a:lnSpc>
                <a:spcPct val="150000"/>
              </a:lnSpc>
              <a:defRPr sz="3200" b="1" i="0" spc="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6" name="スライド番号プレースホルダー 31">
            <a:extLst>
              <a:ext uri="{FF2B5EF4-FFF2-40B4-BE49-F238E27FC236}">
                <a16:creationId xmlns:a16="http://schemas.microsoft.com/office/drawing/2014/main" id="{F74C010D-63D8-AA41-A782-9D2ECFF8FDA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BEA2D533-3201-7340-92C7-356B66727EB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D627B847-3BDE-374D-A90F-B3746441D1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480E83A-0D05-0D4E-B75F-7CDCF39679C4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32482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B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3">
            <a:extLst>
              <a:ext uri="{FF2B5EF4-FFF2-40B4-BE49-F238E27FC236}">
                <a16:creationId xmlns:a16="http://schemas.microsoft.com/office/drawing/2014/main" id="{A97DA99B-E610-5C47-AB8A-BE08CA12B1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6008688"/>
            <a:ext cx="1149985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テキスト プレースホルダー 11"/>
          <p:cNvSpPr>
            <a:spLocks noGrp="1"/>
          </p:cNvSpPr>
          <p:nvPr>
            <p:ph type="body" sz="quarter" idx="13"/>
          </p:nvPr>
        </p:nvSpPr>
        <p:spPr>
          <a:xfrm>
            <a:off x="324853" y="999916"/>
            <a:ext cx="11542294" cy="542925"/>
          </a:xfrm>
          <a:prstGeom prst="rect">
            <a:avLst/>
          </a:prstGeom>
        </p:spPr>
        <p:txBody>
          <a:bodyPr lIns="90000" tIns="125999"/>
          <a:lstStyle>
            <a:lvl1pPr marL="0" indent="0">
              <a:buNone/>
              <a:defRPr sz="2400" b="1" i="0">
                <a:latin typeface="Century Gothic" panose="020B0502020202020204" pitchFamily="34" charset="0"/>
                <a:ea typeface="Yu Gothic" panose="020B0400000000000000" pitchFamily="34" charset="-128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テキスト プレースホルダー 29"/>
          <p:cNvSpPr>
            <a:spLocks noGrp="1"/>
          </p:cNvSpPr>
          <p:nvPr>
            <p:ph type="body" sz="quarter" idx="10"/>
          </p:nvPr>
        </p:nvSpPr>
        <p:spPr>
          <a:xfrm>
            <a:off x="348916" y="1756611"/>
            <a:ext cx="11494169" cy="4251156"/>
          </a:xfrm>
          <a:prstGeom prst="rect">
            <a:avLst/>
          </a:prstGeom>
        </p:spPr>
        <p:txBody>
          <a:bodyPr lIns="72000" tIns="72000" rIns="72000" bIns="72000" anchor="t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2000" b="1" i="0" spc="100" baseline="0">
                <a:latin typeface="Century Gothic" panose="020B0502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Tx/>
              <a:buNone/>
              <a:defRPr b="1" i="0" spc="100" baseline="0"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タイトル 1"/>
          <p:cNvSpPr>
            <a:spLocks noGrp="1"/>
          </p:cNvSpPr>
          <p:nvPr>
            <p:ph type="ctrTitle"/>
          </p:nvPr>
        </p:nvSpPr>
        <p:spPr>
          <a:xfrm>
            <a:off x="340895" y="195257"/>
            <a:ext cx="11510211" cy="605853"/>
          </a:xfrm>
          <a:prstGeom prst="rect">
            <a:avLst/>
          </a:prstGeom>
        </p:spPr>
        <p:txBody>
          <a:bodyPr wrap="none" lIns="72000" tIns="0" rIns="72000" bIns="180000" anchor="ctr" anchorCtr="0"/>
          <a:lstStyle>
            <a:lvl1pPr algn="l">
              <a:lnSpc>
                <a:spcPct val="150000"/>
              </a:lnSpc>
              <a:defRPr sz="3200" b="1" i="0" spc="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6" name="スライド番号プレースホルダー 31">
            <a:extLst>
              <a:ext uri="{FF2B5EF4-FFF2-40B4-BE49-F238E27FC236}">
                <a16:creationId xmlns:a16="http://schemas.microsoft.com/office/drawing/2014/main" id="{503769C2-4F5E-A84E-8591-7F433E04A5C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E8D663BB-94FB-A144-BE2C-BD7AE44281F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4D006509-317E-4F45-964F-019049EE40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FD99715-B08D-004F-9053-BA9745536D25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68413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C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図プレースホルダー 1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7999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8" name="テキスト プレースホルダー 29"/>
          <p:cNvSpPr>
            <a:spLocks noGrp="1"/>
          </p:cNvSpPr>
          <p:nvPr>
            <p:ph type="body" sz="quarter" idx="16"/>
          </p:nvPr>
        </p:nvSpPr>
        <p:spPr>
          <a:xfrm>
            <a:off x="6489032" y="1018674"/>
            <a:ext cx="5354053" cy="4989094"/>
          </a:xfrm>
          <a:prstGeom prst="rect">
            <a:avLst/>
          </a:prstGeom>
        </p:spPr>
        <p:txBody>
          <a:bodyPr lIns="72000" tIns="72000" rIns="72000" bIns="72000" anchor="t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2000" b="1" i="0" spc="100" baseline="0">
                <a:latin typeface="Century Gothic" panose="020B0502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Tx/>
              <a:buNone/>
              <a:defRPr b="1" i="0" spc="100" baseline="0"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タイトル 1"/>
          <p:cNvSpPr>
            <a:spLocks noGrp="1"/>
          </p:cNvSpPr>
          <p:nvPr>
            <p:ph type="ctrTitle"/>
          </p:nvPr>
        </p:nvSpPr>
        <p:spPr>
          <a:xfrm>
            <a:off x="6489032" y="195257"/>
            <a:ext cx="5362074" cy="605853"/>
          </a:xfrm>
          <a:prstGeom prst="rect">
            <a:avLst/>
          </a:prstGeom>
        </p:spPr>
        <p:txBody>
          <a:bodyPr wrap="none" lIns="72000" tIns="0" rIns="72000" bIns="180000" anchor="ctr" anchorCtr="0"/>
          <a:lstStyle>
            <a:lvl1pPr algn="l">
              <a:lnSpc>
                <a:spcPct val="150000"/>
              </a:lnSpc>
              <a:defRPr sz="3200" b="1" i="0" spc="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6" name="スライド番号プレースホルダー 31">
            <a:extLst>
              <a:ext uri="{FF2B5EF4-FFF2-40B4-BE49-F238E27FC236}">
                <a16:creationId xmlns:a16="http://schemas.microsoft.com/office/drawing/2014/main" id="{6AAE5AB7-66DA-2A4D-BD42-073E91B4A7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9C773891-1C04-7041-B91C-F76982DB695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0329B145-4EC1-E44B-B503-6726CE87852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F037897-05AC-344B-BB7C-ED3FAE890E06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  <p:pic>
        <p:nvPicPr>
          <p:cNvPr id="11" name="図 3">
            <a:extLst>
              <a:ext uri="{FF2B5EF4-FFF2-40B4-BE49-F238E27FC236}">
                <a16:creationId xmlns:a16="http://schemas.microsoft.com/office/drawing/2014/main" id="{98275F40-2849-614C-B7CD-75454D7C3C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975" y="6010063"/>
            <a:ext cx="5237162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8345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C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図プレースホルダー 1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799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8" name="テキスト プレースホルダー 29"/>
          <p:cNvSpPr>
            <a:spLocks noGrp="1"/>
          </p:cNvSpPr>
          <p:nvPr>
            <p:ph type="body" sz="quarter" idx="16"/>
          </p:nvPr>
        </p:nvSpPr>
        <p:spPr>
          <a:xfrm>
            <a:off x="6489032" y="1018674"/>
            <a:ext cx="5354053" cy="4989094"/>
          </a:xfrm>
          <a:prstGeom prst="rect">
            <a:avLst/>
          </a:prstGeom>
        </p:spPr>
        <p:txBody>
          <a:bodyPr lIns="72000" tIns="72000" rIns="72000" bIns="72000" anchor="t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2000" b="1" i="0" spc="100" baseline="0">
                <a:latin typeface="Century Gothic" panose="020B0502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Tx/>
              <a:buNone/>
              <a:defRPr b="1" i="0" spc="100" baseline="0"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タイトル 1"/>
          <p:cNvSpPr>
            <a:spLocks noGrp="1"/>
          </p:cNvSpPr>
          <p:nvPr>
            <p:ph type="ctrTitle"/>
          </p:nvPr>
        </p:nvSpPr>
        <p:spPr>
          <a:xfrm>
            <a:off x="6489032" y="195257"/>
            <a:ext cx="5362074" cy="605853"/>
          </a:xfrm>
          <a:prstGeom prst="rect">
            <a:avLst/>
          </a:prstGeom>
        </p:spPr>
        <p:txBody>
          <a:bodyPr wrap="none" lIns="72000" tIns="0" rIns="72000" bIns="180000" anchor="ctr" anchorCtr="0"/>
          <a:lstStyle>
            <a:lvl1pPr algn="l">
              <a:lnSpc>
                <a:spcPct val="150000"/>
              </a:lnSpc>
              <a:defRPr sz="3200" b="1" i="0" spc="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6" name="スライド番号プレースホルダー 31">
            <a:extLst>
              <a:ext uri="{FF2B5EF4-FFF2-40B4-BE49-F238E27FC236}">
                <a16:creationId xmlns:a16="http://schemas.microsoft.com/office/drawing/2014/main" id="{DC003B6A-7DBB-974D-8179-D0032BF551C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3FCB6034-8FD0-E64C-88E3-BD7E948011E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B2A5C289-849B-BE41-83FF-FBF44132B6F3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A350EC7-A9E5-7D42-BE34-C996F2F11DFD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  <p:pic>
        <p:nvPicPr>
          <p:cNvPr id="10" name="図 3">
            <a:extLst>
              <a:ext uri="{FF2B5EF4-FFF2-40B4-BE49-F238E27FC236}">
                <a16:creationId xmlns:a16="http://schemas.microsoft.com/office/drawing/2014/main" id="{43229A3D-722F-6940-A737-EA26CF763C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975" y="6010063"/>
            <a:ext cx="5237162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4894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D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3">
            <a:extLst>
              <a:ext uri="{FF2B5EF4-FFF2-40B4-BE49-F238E27FC236}">
                <a16:creationId xmlns:a16="http://schemas.microsoft.com/office/drawing/2014/main" id="{D809F7BD-C584-0E42-81B5-181C3432CE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6008688"/>
            <a:ext cx="1149985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グラフ プレースホルダー 2"/>
          <p:cNvSpPr>
            <a:spLocks noGrp="1"/>
          </p:cNvSpPr>
          <p:nvPr>
            <p:ph type="chart" sz="quarter" idx="13"/>
          </p:nvPr>
        </p:nvSpPr>
        <p:spPr>
          <a:xfrm>
            <a:off x="344905" y="3429000"/>
            <a:ext cx="11510211" cy="2493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 noProof="0"/>
              <a:t>グラフを追加</a:t>
            </a:r>
          </a:p>
        </p:txBody>
      </p:sp>
      <p:sp>
        <p:nvSpPr>
          <p:cNvPr id="8" name="テキスト プレースホルダー 29"/>
          <p:cNvSpPr>
            <a:spLocks noGrp="1"/>
          </p:cNvSpPr>
          <p:nvPr>
            <p:ph type="body" sz="quarter" idx="10"/>
          </p:nvPr>
        </p:nvSpPr>
        <p:spPr>
          <a:xfrm>
            <a:off x="348916" y="1010653"/>
            <a:ext cx="11494169" cy="2181726"/>
          </a:xfrm>
          <a:prstGeom prst="rect">
            <a:avLst/>
          </a:prstGeom>
        </p:spPr>
        <p:txBody>
          <a:bodyPr lIns="72000" tIns="72000" rIns="72000" bIns="72000" anchor="t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2000" b="1" i="0" spc="100" baseline="0">
                <a:latin typeface="Century Gothic" panose="020B0502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Tx/>
              <a:buNone/>
              <a:defRPr b="1" i="0" spc="100" baseline="0"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タイトル 1"/>
          <p:cNvSpPr>
            <a:spLocks noGrp="1"/>
          </p:cNvSpPr>
          <p:nvPr>
            <p:ph type="ctrTitle"/>
          </p:nvPr>
        </p:nvSpPr>
        <p:spPr>
          <a:xfrm>
            <a:off x="340895" y="195257"/>
            <a:ext cx="11510211" cy="605853"/>
          </a:xfrm>
          <a:prstGeom prst="rect">
            <a:avLst/>
          </a:prstGeom>
        </p:spPr>
        <p:txBody>
          <a:bodyPr wrap="none" lIns="72000" tIns="0" rIns="72000" bIns="180000" anchor="ctr" anchorCtr="0"/>
          <a:lstStyle>
            <a:lvl1pPr algn="l">
              <a:lnSpc>
                <a:spcPct val="150000"/>
              </a:lnSpc>
              <a:defRPr sz="3200" b="1" i="0" spc="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6" name="スライド番号プレースホルダー 31">
            <a:extLst>
              <a:ext uri="{FF2B5EF4-FFF2-40B4-BE49-F238E27FC236}">
                <a16:creationId xmlns:a16="http://schemas.microsoft.com/office/drawing/2014/main" id="{D2211461-ED3C-3544-948B-9BC92815001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171114EB-7DE3-8C4E-BEC7-AC7B31E2B81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4354587B-7F65-AE4C-B328-4F46D8948C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81DD933-6655-B947-BBDC-4279165318E8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95298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D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3">
            <a:extLst>
              <a:ext uri="{FF2B5EF4-FFF2-40B4-BE49-F238E27FC236}">
                <a16:creationId xmlns:a16="http://schemas.microsoft.com/office/drawing/2014/main" id="{83531729-5A42-0D4B-B6E9-F0675F4E62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6008688"/>
            <a:ext cx="1149985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グラフ プレースホルダー 2"/>
          <p:cNvSpPr>
            <a:spLocks noGrp="1"/>
          </p:cNvSpPr>
          <p:nvPr>
            <p:ph type="chart" sz="quarter" idx="13"/>
          </p:nvPr>
        </p:nvSpPr>
        <p:spPr>
          <a:xfrm>
            <a:off x="344905" y="3429000"/>
            <a:ext cx="11510211" cy="2493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ja-JP" altLang="en-US" noProof="0"/>
              <a:t>グラフを追加</a:t>
            </a:r>
          </a:p>
        </p:txBody>
      </p:sp>
      <p:sp>
        <p:nvSpPr>
          <p:cNvPr id="9" name="テキスト プレースホルダー 29"/>
          <p:cNvSpPr>
            <a:spLocks noGrp="1"/>
          </p:cNvSpPr>
          <p:nvPr>
            <p:ph type="body" sz="quarter" idx="10"/>
          </p:nvPr>
        </p:nvSpPr>
        <p:spPr>
          <a:xfrm>
            <a:off x="348916" y="1010653"/>
            <a:ext cx="11494169" cy="2181726"/>
          </a:xfrm>
          <a:prstGeom prst="rect">
            <a:avLst/>
          </a:prstGeom>
        </p:spPr>
        <p:txBody>
          <a:bodyPr lIns="72000" tIns="72000" rIns="72000" bIns="72000" anchor="t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2000" b="1" i="0" spc="100" baseline="0">
                <a:latin typeface="Century Gothic" panose="020B0502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FontTx/>
              <a:buNone/>
              <a:defRPr b="1" i="0" spc="100" baseline="0">
                <a:latin typeface="Arial" panose="020B0604020202020204" pitchFamily="34" charset="0"/>
                <a:ea typeface="Yu Gothic" panose="020B0400000000000000" pitchFamily="34" charset="-128"/>
                <a:cs typeface="Arial" panose="020B0604020202020204" pitchFamily="34" charset="0"/>
              </a:defRPr>
            </a:lvl2pPr>
            <a:lvl3pPr marL="1371600" indent="-457200">
              <a:buFont typeface="+mj-lt"/>
              <a:buAutoNum type="arabicPeriod"/>
              <a:defRPr/>
            </a:lvl3pPr>
            <a:lvl4pPr marL="1714500" indent="-342900">
              <a:buFont typeface="+mj-lt"/>
              <a:buAutoNum type="arabicPeriod"/>
              <a:defRPr/>
            </a:lvl4pPr>
            <a:lvl5pPr marL="21717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タイトル 1"/>
          <p:cNvSpPr>
            <a:spLocks noGrp="1"/>
          </p:cNvSpPr>
          <p:nvPr>
            <p:ph type="ctrTitle"/>
          </p:nvPr>
        </p:nvSpPr>
        <p:spPr>
          <a:xfrm>
            <a:off x="340895" y="195257"/>
            <a:ext cx="11510211" cy="605853"/>
          </a:xfrm>
          <a:prstGeom prst="rect">
            <a:avLst/>
          </a:prstGeom>
        </p:spPr>
        <p:txBody>
          <a:bodyPr wrap="none" lIns="72000" tIns="0" rIns="72000" bIns="180000" anchor="ctr" anchorCtr="0"/>
          <a:lstStyle>
            <a:lvl1pPr algn="l">
              <a:lnSpc>
                <a:spcPct val="150000"/>
              </a:lnSpc>
              <a:defRPr sz="3200" b="1" i="0" spc="200" baseline="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6" name="スライド番号プレースホルダー 31">
            <a:extLst>
              <a:ext uri="{FF2B5EF4-FFF2-40B4-BE49-F238E27FC236}">
                <a16:creationId xmlns:a16="http://schemas.microsoft.com/office/drawing/2014/main" id="{AEC3ED30-FEE9-6741-B9C6-9C9D595E50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latin typeface="Century Gothic" panose="020B0502020202020204" pitchFamily="34" charset="0"/>
              </a:defRPr>
            </a:lvl1pPr>
          </a:lstStyle>
          <a:p>
            <a:pPr>
              <a:defRPr/>
            </a:pPr>
            <a:fld id="{D0EB359E-C0E3-014B-8453-A2579D7A81B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B7B392E5-F7BA-2D4F-80A2-5FA65CF9B3B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73063" y="6375400"/>
            <a:ext cx="1049337" cy="365125"/>
          </a:xfrm>
        </p:spPr>
        <p:txBody>
          <a:bodyPr/>
          <a:lstStyle>
            <a:lvl1pPr algn="l"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63266B1-7EDF-304B-A260-D71778D4FD6C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89186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3">
            <a:extLst>
              <a:ext uri="{FF2B5EF4-FFF2-40B4-BE49-F238E27FC236}">
                <a16:creationId xmlns:a16="http://schemas.microsoft.com/office/drawing/2014/main" id="{52CC4251-2A0E-7D4C-820D-36226E4DC1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688" y="3068638"/>
            <a:ext cx="32226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7368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3">
            <a:extLst>
              <a:ext uri="{FF2B5EF4-FFF2-40B4-BE49-F238E27FC236}">
                <a16:creationId xmlns:a16="http://schemas.microsoft.com/office/drawing/2014/main" id="{497FE5B5-A11A-9C45-874F-E0A3FE9BAA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688" y="3068638"/>
            <a:ext cx="3222625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63197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F03C1-D209-425F-B57F-285BE06CED49}" type="datetime1">
              <a:rPr kumimoji="1" lang="ja-JP" altLang="en-US" smtClean="0"/>
              <a:t>2025/7/30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AD50E-C5A1-4F90-B711-6D111044DD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089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82735" y="908720"/>
            <a:ext cx="11008182" cy="5256410"/>
          </a:xfrm>
          <a:prstGeom prst="rect">
            <a:avLst/>
          </a:prstGeom>
        </p:spPr>
        <p:txBody>
          <a:bodyPr lIns="90000"/>
          <a:lstStyle>
            <a:lvl1pPr marL="0" indent="0" fontAlgn="ctr">
              <a:spcBef>
                <a:spcPts val="0"/>
              </a:spcBef>
              <a:buFont typeface="Arial" charset="0"/>
              <a:buNone/>
              <a:defRPr sz="2000" b="0" i="0" spc="10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609555" indent="0" fontAlgn="ctr">
              <a:spcBef>
                <a:spcPts val="0"/>
              </a:spcBef>
              <a:buFont typeface="Arial" charset="0"/>
              <a:buNone/>
              <a:defRPr sz="2000" b="0" i="0" spc="100">
                <a:solidFill>
                  <a:schemeClr val="tx1"/>
                </a:solidFill>
                <a:latin typeface="HGPGothicE" charset="-128"/>
                <a:ea typeface="HGPGothicE" charset="-128"/>
                <a:cs typeface="HGPGothicE" charset="-128"/>
              </a:defRPr>
            </a:lvl2pPr>
            <a:lvl3pPr marL="1219108" indent="0" fontAlgn="ctr">
              <a:spcBef>
                <a:spcPts val="0"/>
              </a:spcBef>
              <a:buFont typeface="Arial" charset="0"/>
              <a:buNone/>
              <a:defRPr sz="2000" b="0" i="0" spc="100">
                <a:solidFill>
                  <a:schemeClr val="tx1"/>
                </a:solidFill>
                <a:latin typeface="HGPGothicE" charset="-128"/>
                <a:ea typeface="HGPGothicE" charset="-128"/>
                <a:cs typeface="HGPGothicE" charset="-128"/>
              </a:defRPr>
            </a:lvl3pPr>
            <a:lvl4pPr marL="1828664" indent="0">
              <a:buFontTx/>
              <a:buNone/>
              <a:defRPr>
                <a:solidFill>
                  <a:schemeClr val="tx2"/>
                </a:solidFill>
              </a:defRPr>
            </a:lvl4pPr>
            <a:lvl5pPr marL="2438218" indent="0">
              <a:buFontTx/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ja-JP" altLang="en-US"/>
              <a:t>テキストの入力</a:t>
            </a:r>
          </a:p>
        </p:txBody>
      </p:sp>
      <p:sp>
        <p:nvSpPr>
          <p:cNvPr id="5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211923" y="2902"/>
            <a:ext cx="11778622" cy="720000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 marL="0" indent="0">
              <a:buFont typeface="+mj-lt"/>
              <a:buNone/>
              <a:defRPr sz="2400" b="1" baseline="0">
                <a:solidFill>
                  <a:srgbClr val="EDEDED"/>
                </a:solidFill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pPr marL="226468" marR="0" lvl="0" indent="-226468" algn="l" defTabSz="60955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ja-JP" altLang="en-US"/>
              <a:t>［タイトル］</a:t>
            </a:r>
          </a:p>
        </p:txBody>
      </p:sp>
    </p:spTree>
    <p:extLst>
      <p:ext uri="{BB962C8B-B14F-4D97-AF65-F5344CB8AC3E}">
        <p14:creationId xmlns:p14="http://schemas.microsoft.com/office/powerpoint/2010/main" val="24631325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5456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800"/>
          </a:p>
        </p:txBody>
      </p:sp>
      <p:sp>
        <p:nvSpPr>
          <p:cNvPr id="3" name="TextBox 12"/>
          <p:cNvSpPr txBox="1"/>
          <p:nvPr userDrawn="1"/>
        </p:nvSpPr>
        <p:spPr>
          <a:xfrm>
            <a:off x="1" y="6708531"/>
            <a:ext cx="1608715" cy="12311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 defTabSz="609539">
              <a:defRPr/>
            </a:pPr>
            <a:r>
              <a:rPr kumimoji="0" lang="en-US" altLang="ja-JP" sz="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© 2021 NTT DATA Corporation</a:t>
            </a:r>
          </a:p>
        </p:txBody>
      </p:sp>
    </p:spTree>
    <p:extLst>
      <p:ext uri="{BB962C8B-B14F-4D97-AF65-F5344CB8AC3E}">
        <p14:creationId xmlns:p14="http://schemas.microsoft.com/office/powerpoint/2010/main" val="34492395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title" hasCustomPrompt="1"/>
          </p:nvPr>
        </p:nvSpPr>
        <p:spPr>
          <a:xfrm>
            <a:off x="172188" y="0"/>
            <a:ext cx="11844000" cy="722902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>
              <a:defRPr lang="ja-JP" altLang="en-US" sz="2800" b="1" spc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226462" marR="0" lvl="0" indent="-226462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kumimoji="1" lang="ja-JP" altLang="en-US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8D4ECC3-87F6-48DE-A3D9-ACE61020E0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400" y="732428"/>
            <a:ext cx="11113200" cy="509517"/>
          </a:xfrm>
          <a:prstGeom prst="rect">
            <a:avLst/>
          </a:prstGeom>
        </p:spPr>
        <p:txBody>
          <a:bodyPr/>
          <a:lstStyle>
            <a:lvl1pPr marL="285744" indent="-285744"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defRPr>
            </a:lvl1pPr>
            <a:lvl2pPr>
              <a:defRPr sz="240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defRPr>
            </a:lvl2pPr>
            <a:lvl3pPr>
              <a:defRPr sz="240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defRPr>
            </a:lvl3pPr>
            <a:lvl4pPr>
              <a:defRPr sz="240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defRPr>
            </a:lvl4pPr>
            <a:lvl5pPr>
              <a:defRPr sz="240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defRPr>
            </a:lvl5pPr>
          </a:lstStyle>
          <a:p>
            <a:pPr lvl="0"/>
            <a:r>
              <a:rPr kumimoji="1" lang="ja-JP" altLang="en-US"/>
              <a:t>テキストの入力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grpSp>
        <p:nvGrpSpPr>
          <p:cNvPr id="2" name="グループ化 1"/>
          <p:cNvGrpSpPr/>
          <p:nvPr userDrawn="1"/>
        </p:nvGrpSpPr>
        <p:grpSpPr>
          <a:xfrm>
            <a:off x="10180486" y="44864"/>
            <a:ext cx="1947354" cy="633175"/>
            <a:chOff x="9163054" y="4044040"/>
            <a:chExt cx="1947352" cy="633175"/>
          </a:xfrm>
        </p:grpSpPr>
        <p:sp>
          <p:nvSpPr>
            <p:cNvPr id="5" name="円/楕円 234"/>
            <p:cNvSpPr>
              <a:spLocks noChangeAspect="1"/>
            </p:cNvSpPr>
            <p:nvPr/>
          </p:nvSpPr>
          <p:spPr>
            <a:xfrm>
              <a:off x="9163054" y="4095420"/>
              <a:ext cx="504000" cy="504001"/>
            </a:xfrm>
            <a:prstGeom prst="ellipse">
              <a:avLst/>
            </a:prstGeom>
            <a:ln w="2857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ja-JP" altLang="en-US" sz="1400" b="1">
                  <a:solidFill>
                    <a:srgbClr val="000000"/>
                  </a:solidFill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法</a:t>
              </a:r>
              <a:br>
                <a:rPr kumimoji="1" lang="en-US" altLang="ja-JP" sz="1400" b="1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</a:br>
              <a:r>
                <a:rPr kumimoji="1" lang="ja-JP" altLang="en-US" sz="1400" b="1">
                  <a:solidFill>
                    <a:srgbClr val="000000"/>
                  </a:solidFill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ソリ</a:t>
              </a:r>
            </a:p>
          </p:txBody>
        </p:sp>
        <p:sp>
          <p:nvSpPr>
            <p:cNvPr id="6" name="テキスト ボックス 5"/>
            <p:cNvSpPr txBox="1"/>
            <p:nvPr/>
          </p:nvSpPr>
          <p:spPr>
            <a:xfrm>
              <a:off x="9654803" y="4044040"/>
              <a:ext cx="14276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b="1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Trusted</a:t>
              </a:r>
              <a:br>
                <a:rPr kumimoji="1" lang="en-US" altLang="ja-JP" sz="1400" b="1" baseline="0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</a:br>
              <a:r>
                <a:rPr kumimoji="1" lang="en-US" altLang="ja-JP" sz="1400" b="1" baseline="0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Digital Partner</a:t>
              </a: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9545555" y="4477160"/>
              <a:ext cx="156485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700" b="0" baseline="0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- Enterprise &amp; Solutions Segment -</a:t>
              </a:r>
              <a:endParaRPr kumimoji="1" lang="ja-JP" altLang="en-US" sz="1000" b="0" err="1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2400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  <p15:guide id="2" pos="32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7333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title" hasCustomPrompt="1"/>
          </p:nvPr>
        </p:nvSpPr>
        <p:spPr>
          <a:xfrm>
            <a:off x="172188" y="0"/>
            <a:ext cx="11844000" cy="722902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>
              <a:defRPr lang="ja-JP" altLang="en-US" sz="2800" b="1" spc="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226462" marR="0" lvl="0" indent="-226462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kumimoji="1" lang="ja-JP" altLang="en-US"/>
              <a:t>［タイトル］</a:t>
            </a:r>
          </a:p>
        </p:txBody>
      </p:sp>
      <p:grpSp>
        <p:nvGrpSpPr>
          <p:cNvPr id="2" name="グループ化 1"/>
          <p:cNvGrpSpPr/>
          <p:nvPr userDrawn="1"/>
        </p:nvGrpSpPr>
        <p:grpSpPr>
          <a:xfrm>
            <a:off x="10180486" y="44864"/>
            <a:ext cx="1947354" cy="633175"/>
            <a:chOff x="9163054" y="4044040"/>
            <a:chExt cx="1947352" cy="633175"/>
          </a:xfrm>
        </p:grpSpPr>
        <p:sp>
          <p:nvSpPr>
            <p:cNvPr id="5" name="円/楕円 234"/>
            <p:cNvSpPr>
              <a:spLocks noChangeAspect="1"/>
            </p:cNvSpPr>
            <p:nvPr/>
          </p:nvSpPr>
          <p:spPr>
            <a:xfrm>
              <a:off x="9163054" y="4095420"/>
              <a:ext cx="504000" cy="504001"/>
            </a:xfrm>
            <a:prstGeom prst="ellipse">
              <a:avLst/>
            </a:prstGeom>
            <a:ln w="28575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kumimoji="1" lang="ja-JP" altLang="en-US" sz="1400" b="1">
                  <a:solidFill>
                    <a:srgbClr val="000000"/>
                  </a:solidFill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法</a:t>
              </a:r>
              <a:br>
                <a:rPr kumimoji="1" lang="en-US" altLang="ja-JP" sz="1400" b="1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</a:br>
              <a:r>
                <a:rPr kumimoji="1" lang="ja-JP" altLang="en-US" sz="1400" b="1">
                  <a:solidFill>
                    <a:srgbClr val="000000"/>
                  </a:solidFill>
                  <a:latin typeface="Segoe UI" panose="020B0502040204020203" pitchFamily="34" charset="0"/>
                  <a:ea typeface="Meiryo UI" panose="020B0604030504040204" pitchFamily="50" charset="-128"/>
                  <a:cs typeface="Segoe UI" panose="020B0502040204020203" pitchFamily="34" charset="0"/>
                </a:rPr>
                <a:t>ソリ</a:t>
              </a:r>
            </a:p>
          </p:txBody>
        </p:sp>
        <p:sp>
          <p:nvSpPr>
            <p:cNvPr id="6" name="テキスト ボックス 5"/>
            <p:cNvSpPr txBox="1"/>
            <p:nvPr/>
          </p:nvSpPr>
          <p:spPr>
            <a:xfrm>
              <a:off x="9654803" y="4044040"/>
              <a:ext cx="14276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b="1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Trusted</a:t>
              </a:r>
              <a:br>
                <a:rPr kumimoji="1" lang="en-US" altLang="ja-JP" sz="1400" b="1" baseline="0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</a:br>
              <a:r>
                <a:rPr kumimoji="1" lang="en-US" altLang="ja-JP" sz="1400" b="1" baseline="0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Digital Partner</a:t>
              </a: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9545555" y="4477160"/>
              <a:ext cx="156485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700" b="0" baseline="0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- Enterprise &amp; Solutions Segment -</a:t>
              </a:r>
              <a:endParaRPr kumimoji="1" lang="ja-JP" altLang="en-US" sz="1000" b="0" err="1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</p:grpSp>
      <p:sp>
        <p:nvSpPr>
          <p:cNvPr id="9" name="AutoShape 3"/>
          <p:cNvSpPr>
            <a:spLocks noChangeArrowheads="1"/>
          </p:cNvSpPr>
          <p:nvPr userDrawn="1"/>
        </p:nvSpPr>
        <p:spPr bwMode="auto">
          <a:xfrm>
            <a:off x="633000" y="943286"/>
            <a:ext cx="8640000" cy="720000"/>
          </a:xfrm>
          <a:prstGeom prst="roundRect">
            <a:avLst>
              <a:gd name="adj" fmla="val 12037"/>
            </a:avLst>
          </a:prstGeom>
          <a:noFill/>
          <a:ln w="28575">
            <a:gradFill flip="none" rotWithShape="1">
              <a:gsLst>
                <a:gs pos="0">
                  <a:schemeClr val="accent6">
                    <a:lumMod val="50000"/>
                  </a:schemeClr>
                </a:gs>
                <a:gs pos="50000">
                  <a:schemeClr val="accent6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round/>
            <a:headEnd/>
            <a:tailEnd/>
          </a:ln>
          <a:effectLst/>
        </p:spPr>
        <p:txBody>
          <a:bodyPr lIns="58500" tIns="29250" rIns="58500" bIns="29250" anchor="ctr"/>
          <a:lstStyle/>
          <a:p>
            <a:pPr>
              <a:spcBef>
                <a:spcPct val="20000"/>
              </a:spcBef>
            </a:pPr>
            <a:endParaRPr lang="en-US" altLang="ja-JP" sz="18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AutoShape 3"/>
          <p:cNvSpPr>
            <a:spLocks noChangeArrowheads="1"/>
          </p:cNvSpPr>
          <p:nvPr userDrawn="1"/>
        </p:nvSpPr>
        <p:spPr bwMode="auto">
          <a:xfrm>
            <a:off x="633000" y="1763191"/>
            <a:ext cx="8640000" cy="720000"/>
          </a:xfrm>
          <a:prstGeom prst="roundRect">
            <a:avLst>
              <a:gd name="adj" fmla="val 12037"/>
            </a:avLst>
          </a:prstGeom>
          <a:noFill/>
          <a:ln w="28575">
            <a:gradFill flip="none" rotWithShape="1">
              <a:gsLst>
                <a:gs pos="0">
                  <a:schemeClr val="accent2">
                    <a:lumMod val="50000"/>
                  </a:schemeClr>
                </a:gs>
                <a:gs pos="5000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round/>
            <a:headEnd/>
            <a:tailEnd/>
          </a:ln>
          <a:effectLst/>
        </p:spPr>
        <p:txBody>
          <a:bodyPr lIns="58500" tIns="29250" rIns="58500" bIns="29250" anchor="ctr"/>
          <a:lstStyle/>
          <a:p>
            <a:pPr>
              <a:spcBef>
                <a:spcPct val="20000"/>
              </a:spcBef>
            </a:pPr>
            <a:endParaRPr lang="en-US" altLang="ja-JP" sz="18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AutoShape 3"/>
          <p:cNvSpPr>
            <a:spLocks noChangeArrowheads="1"/>
          </p:cNvSpPr>
          <p:nvPr userDrawn="1"/>
        </p:nvSpPr>
        <p:spPr bwMode="auto">
          <a:xfrm>
            <a:off x="633000" y="2599801"/>
            <a:ext cx="8640000" cy="720000"/>
          </a:xfrm>
          <a:prstGeom prst="roundRect">
            <a:avLst>
              <a:gd name="adj" fmla="val 12037"/>
            </a:avLst>
          </a:prstGeom>
          <a:noFill/>
          <a:ln w="28575">
            <a:gradFill flip="none" rotWithShape="1">
              <a:gsLst>
                <a:gs pos="0">
                  <a:schemeClr val="accent4">
                    <a:lumMod val="50000"/>
                  </a:schemeClr>
                </a:gs>
                <a:gs pos="50000">
                  <a:schemeClr val="accent4"/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round/>
            <a:headEnd/>
            <a:tailEnd/>
          </a:ln>
          <a:effectLst/>
        </p:spPr>
        <p:txBody>
          <a:bodyPr lIns="58500" tIns="29250" rIns="58500" bIns="29250" anchor="ctr"/>
          <a:lstStyle/>
          <a:p>
            <a:pPr>
              <a:spcBef>
                <a:spcPct val="20000"/>
              </a:spcBef>
            </a:pPr>
            <a:endParaRPr lang="en-US" altLang="ja-JP" sz="18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AutoShape 3"/>
          <p:cNvSpPr>
            <a:spLocks noChangeArrowheads="1"/>
          </p:cNvSpPr>
          <p:nvPr userDrawn="1"/>
        </p:nvSpPr>
        <p:spPr bwMode="auto">
          <a:xfrm>
            <a:off x="633000" y="3414187"/>
            <a:ext cx="8640000" cy="720000"/>
          </a:xfrm>
          <a:prstGeom prst="roundRect">
            <a:avLst>
              <a:gd name="adj" fmla="val 12037"/>
            </a:avLst>
          </a:prstGeom>
          <a:noFill/>
          <a:ln w="28575">
            <a:gradFill flip="none" rotWithShape="1">
              <a:gsLst>
                <a:gs pos="0">
                  <a:schemeClr val="accent5">
                    <a:lumMod val="50000"/>
                  </a:schemeClr>
                </a:gs>
                <a:gs pos="50000">
                  <a:schemeClr val="accent5"/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5400000" scaled="1"/>
              <a:tileRect/>
            </a:gradFill>
            <a:round/>
            <a:headEnd/>
            <a:tailEnd/>
          </a:ln>
          <a:effectLst/>
        </p:spPr>
        <p:txBody>
          <a:bodyPr lIns="58500" tIns="29250" rIns="58500" bIns="29250" anchor="ctr"/>
          <a:lstStyle/>
          <a:p>
            <a:pPr>
              <a:spcBef>
                <a:spcPct val="20000"/>
              </a:spcBef>
            </a:pPr>
            <a:endParaRPr lang="en-US" altLang="ja-JP" sz="1800"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角丸四角形 12"/>
          <p:cNvSpPr/>
          <p:nvPr userDrawn="1"/>
        </p:nvSpPr>
        <p:spPr bwMode="auto">
          <a:xfrm>
            <a:off x="633002" y="5616188"/>
            <a:ext cx="8640000" cy="720000"/>
          </a:xfrm>
          <a:prstGeom prst="roundRect">
            <a:avLst/>
          </a:prstGeom>
          <a:noFill/>
          <a:ln w="28575">
            <a:gradFill flip="none" rotWithShape="1">
              <a:gsLst>
                <a:gs pos="0">
                  <a:srgbClr val="0F1C50"/>
                </a:gs>
                <a:gs pos="50000">
                  <a:srgbClr val="0070C0"/>
                </a:gs>
                <a:gs pos="100000">
                  <a:srgbClr val="C2CEE6">
                    <a:lumMod val="75000"/>
                  </a:srgbClr>
                </a:gs>
              </a:gsLst>
              <a:lin ang="5400000" scaled="1"/>
              <a:tileRect/>
            </a:gradFill>
            <a:round/>
            <a:headEnd/>
            <a:tailEnd/>
          </a:ln>
          <a:effectLst/>
        </p:spPr>
        <p:txBody>
          <a:bodyPr lIns="58500" tIns="29250" rIns="58500" bIns="2925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58343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  <p15:guide id="2" pos="325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7333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 userDrawn="1"/>
        </p:nvSpPr>
        <p:spPr>
          <a:xfrm>
            <a:off x="126339" y="203490"/>
            <a:ext cx="11948260" cy="199052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ja-JP" altLang="en-US" sz="4400" b="1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法ソリ　表紙</a:t>
            </a:r>
            <a:endParaRPr lang="en-US" altLang="ja-JP" sz="4400" b="1">
              <a:solidFill>
                <a:srgbClr val="000000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r>
              <a:rPr lang="en-US" altLang="ja-JP" sz="240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Enterprise &amp; Solutions Segment</a:t>
            </a:r>
          </a:p>
        </p:txBody>
      </p:sp>
      <p:grpSp>
        <p:nvGrpSpPr>
          <p:cNvPr id="3" name="グループ化 2"/>
          <p:cNvGrpSpPr>
            <a:grpSpLocks noChangeAspect="1"/>
          </p:cNvGrpSpPr>
          <p:nvPr userDrawn="1"/>
        </p:nvGrpSpPr>
        <p:grpSpPr>
          <a:xfrm>
            <a:off x="8287146" y="5503297"/>
            <a:ext cx="3359919" cy="1078271"/>
            <a:chOff x="8431521" y="4356638"/>
            <a:chExt cx="3141504" cy="1008175"/>
          </a:xfrm>
        </p:grpSpPr>
        <p:sp>
          <p:nvSpPr>
            <p:cNvPr id="4" name="円/楕円 234"/>
            <p:cNvSpPr>
              <a:spLocks noChangeAspect="1"/>
            </p:cNvSpPr>
            <p:nvPr/>
          </p:nvSpPr>
          <p:spPr>
            <a:xfrm>
              <a:off x="8431521" y="4391067"/>
              <a:ext cx="936000" cy="936000"/>
            </a:xfrm>
            <a:prstGeom prst="ellipse">
              <a:avLst/>
            </a:prstGeom>
            <a:ln w="3810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r>
                <a:rPr lang="ja-JP" altLang="en-US" sz="2800" b="1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法</a:t>
              </a:r>
              <a:br>
                <a:rPr lang="en-US" altLang="ja-JP" sz="2800" b="1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</a:br>
              <a:r>
                <a:rPr lang="ja-JP" altLang="en-US" sz="2800" b="1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ソリ</a:t>
              </a:r>
            </a:p>
          </p:txBody>
        </p:sp>
        <p:sp>
          <p:nvSpPr>
            <p:cNvPr id="5" name="テキスト ボックス 4"/>
            <p:cNvSpPr txBox="1"/>
            <p:nvPr/>
          </p:nvSpPr>
          <p:spPr>
            <a:xfrm>
              <a:off x="9367993" y="4356638"/>
              <a:ext cx="2159648" cy="7769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b="1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Trusted</a:t>
              </a:r>
              <a:br>
                <a:rPr lang="en-US" altLang="ja-JP" sz="2400" b="1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en-US" altLang="ja-JP" sz="2400" b="1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Digital Partner</a:t>
              </a:r>
            </a:p>
          </p:txBody>
        </p:sp>
        <p:sp>
          <p:nvSpPr>
            <p:cNvPr id="6" name="テキスト ボックス 5"/>
            <p:cNvSpPr txBox="1"/>
            <p:nvPr/>
          </p:nvSpPr>
          <p:spPr>
            <a:xfrm>
              <a:off x="9367993" y="5120210"/>
              <a:ext cx="2205032" cy="2446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100">
                  <a:solidFill>
                    <a:srgbClr val="000000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- Enterprise &amp; Solutions Segment -</a:t>
              </a:r>
              <a:endParaRPr lang="ja-JP" altLang="en-US" sz="160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endParaRPr>
            </a:p>
          </p:txBody>
        </p:sp>
      </p:grpSp>
      <p:sp>
        <p:nvSpPr>
          <p:cNvPr id="7" name="Rectangle 16"/>
          <p:cNvSpPr>
            <a:spLocks noChangeArrowheads="1"/>
          </p:cNvSpPr>
          <p:nvPr userDrawn="1"/>
        </p:nvSpPr>
        <p:spPr bwMode="auto">
          <a:xfrm>
            <a:off x="9040953" y="141651"/>
            <a:ext cx="2972635" cy="53975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r>
              <a:rPr kumimoji="0" lang="ja-JP" altLang="en-US" sz="11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情 報 種 別 ： 秘密（関係者限り）</a:t>
            </a:r>
            <a:br>
              <a:rPr kumimoji="0" lang="ja-JP" altLang="en-US" sz="11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kumimoji="0" lang="ja-JP" altLang="en-US" sz="11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会　 社　 名 ： 株式会社</a:t>
            </a:r>
            <a:r>
              <a:rPr kumimoji="0" lang="en-US" altLang="ja-JP" sz="11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NTT</a:t>
            </a:r>
            <a:r>
              <a:rPr kumimoji="0" lang="ja-JP" altLang="en-US" sz="11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データ</a:t>
            </a:r>
            <a:br>
              <a:rPr kumimoji="0" lang="ja-JP" altLang="en-US" sz="11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</a:br>
            <a:r>
              <a:rPr kumimoji="0" lang="ja-JP" altLang="en-US" sz="11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情報所有者 ： 法人・ソリューション事業推進部</a:t>
            </a:r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126339" y="5426644"/>
            <a:ext cx="11948260" cy="1228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ja-JP" sz="2400" b="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XXXX/XX/XX</a:t>
            </a:r>
          </a:p>
          <a:p>
            <a:r>
              <a:rPr lang="ja-JP" altLang="en-US" sz="240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法人・ソリューション事業推進部　企画部　総務担当</a:t>
            </a:r>
            <a:endParaRPr lang="en-US" altLang="ja-JP" sz="2400">
              <a:solidFill>
                <a:srgbClr val="000000"/>
              </a:solidFill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126339" y="1839184"/>
            <a:ext cx="11948260" cy="122803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ja-JP" sz="240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【</a:t>
            </a:r>
            <a:r>
              <a:rPr lang="ja-JP" altLang="en-US" sz="240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○○○○版</a:t>
            </a:r>
            <a:r>
              <a:rPr lang="en-US" altLang="ja-JP" sz="2400">
                <a:solidFill>
                  <a:srgbClr val="000000"/>
                </a:solidFill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4759672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クロージングロ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2"/>
          <p:cNvSpPr txBox="1"/>
          <p:nvPr userDrawn="1"/>
        </p:nvSpPr>
        <p:spPr>
          <a:xfrm>
            <a:off x="10416481" y="6580946"/>
            <a:ext cx="1608715" cy="12311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r" defTabSz="609539">
              <a:defRPr/>
            </a:pPr>
            <a:r>
              <a:rPr kumimoji="0" lang="en-US" altLang="ja-JP" sz="8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© 2020 NTT DATA Corporation</a:t>
            </a:r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500" y="2720341"/>
            <a:ext cx="4127000" cy="141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01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中扉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1905231" y="908720"/>
            <a:ext cx="8356155" cy="4412378"/>
          </a:xfrm>
          <a:prstGeom prst="rect">
            <a:avLst/>
          </a:prstGeom>
        </p:spPr>
        <p:txBody>
          <a:bodyPr anchor="ctr" anchorCtr="1">
            <a:normAutofit/>
          </a:bodyPr>
          <a:lstStyle>
            <a:lvl1pPr algn="ctr">
              <a:defRPr sz="2400" spc="200" baseline="0">
                <a:solidFill>
                  <a:srgbClr val="FFFFFF"/>
                </a:solidFill>
              </a:defRPr>
            </a:lvl1pPr>
          </a:lstStyle>
          <a:p>
            <a:r>
              <a:rPr kumimoji="1" lang="ja-JP" altLang="en-US"/>
              <a:t>［中扉］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284658" y="6593331"/>
            <a:ext cx="1989222" cy="123111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defTabSz="609555">
              <a:defRPr/>
            </a:pPr>
            <a:r>
              <a:rPr kumimoji="0" lang="en-US" altLang="ja-JP" sz="800">
                <a:solidFill>
                  <a:srgbClr val="FFFFFF"/>
                </a:solidFill>
                <a:latin typeface="HGPGothicE" charset="-128"/>
                <a:ea typeface="HGPGothicE" charset="-128"/>
                <a:cs typeface="Meiryo UI" pitchFamily="50" charset="-128"/>
              </a:rPr>
              <a:t>© 2017 NTT DATA Corporation</a:t>
            </a:r>
          </a:p>
        </p:txBody>
      </p:sp>
      <p:sp>
        <p:nvSpPr>
          <p:cNvPr id="14" name="TextBox 16"/>
          <p:cNvSpPr txBox="1"/>
          <p:nvPr userDrawn="1"/>
        </p:nvSpPr>
        <p:spPr>
          <a:xfrm>
            <a:off x="5703194" y="6551482"/>
            <a:ext cx="824900" cy="18466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defTabSz="925880">
              <a:defRPr/>
            </a:pPr>
            <a:fld id="{0F9AC1C8-10F2-4A77-9A6E-9375F974715F}" type="slidenum">
              <a:rPr lang="en-US" sz="1200">
                <a:solidFill>
                  <a:srgbClr val="FFFFFF"/>
                </a:solidFill>
                <a:latin typeface="HGPGothicE" charset="-128"/>
                <a:ea typeface="HGPGothicE" charset="-128"/>
                <a:cs typeface="HGPGothicE" charset="-128"/>
              </a:rPr>
              <a:pPr algn="ctr" defTabSz="925880">
                <a:defRPr/>
              </a:pPr>
              <a:t>‹#›</a:t>
            </a:fld>
            <a:endParaRPr lang="en-US" sz="1200">
              <a:solidFill>
                <a:srgbClr val="FFFFFF"/>
              </a:solidFill>
              <a:latin typeface="HGPGothicE" charset="-128"/>
              <a:ea typeface="HGPGothicE" charset="-128"/>
              <a:cs typeface="HGPGothicE" charset="-128"/>
            </a:endParaRPr>
          </a:p>
        </p:txBody>
      </p:sp>
      <p:pic>
        <p:nvPicPr>
          <p:cNvPr id="15" name="図 1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8637" y="6503752"/>
            <a:ext cx="1450278" cy="296174"/>
          </a:xfrm>
          <a:prstGeom prst="rect">
            <a:avLst/>
          </a:prstGeom>
        </p:spPr>
      </p:pic>
      <p:sp>
        <p:nvSpPr>
          <p:cNvPr id="2" name="正方形/長方形 1"/>
          <p:cNvSpPr/>
          <p:nvPr userDrawn="1"/>
        </p:nvSpPr>
        <p:spPr>
          <a:xfrm>
            <a:off x="-12692" y="0"/>
            <a:ext cx="12192000" cy="6858000"/>
          </a:xfrm>
          <a:prstGeom prst="rect">
            <a:avLst/>
          </a:prstGeom>
          <a:solidFill>
            <a:schemeClr val="accent1">
              <a:lumMod val="1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6937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コンテンツ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［タイトル］</a:t>
            </a:r>
          </a:p>
        </p:txBody>
      </p:sp>
      <p:cxnSp>
        <p:nvCxnSpPr>
          <p:cNvPr id="4" name="直線コネクタ 3"/>
          <p:cNvCxnSpPr/>
          <p:nvPr userDrawn="1"/>
        </p:nvCxnSpPr>
        <p:spPr>
          <a:xfrm>
            <a:off x="407988" y="1225452"/>
            <a:ext cx="11376026" cy="0"/>
          </a:xfrm>
          <a:prstGeom prst="line">
            <a:avLst/>
          </a:prstGeom>
          <a:ln w="38100" cmpd="thickThin">
            <a:solidFill>
              <a:schemeClr val="accent2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07988" y="650383"/>
            <a:ext cx="11376026" cy="561421"/>
          </a:xfrm>
          <a:prstGeom prst="rect">
            <a:avLst/>
          </a:prstGeom>
        </p:spPr>
        <p:txBody>
          <a:bodyPr lIns="72000" tIns="0" rIns="72000" bIns="0"/>
          <a:lstStyle>
            <a:lvl1pPr marL="0" indent="0" fontAlgn="ctr">
              <a:spcBef>
                <a:spcPts val="0"/>
              </a:spcBef>
              <a:buFont typeface="Arial" charset="0"/>
              <a:buNone/>
              <a:defRPr sz="1600" b="0" i="0" spc="100" baseline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  <a:cs typeface="BIZ UDPゴシック" panose="020B0400000000000000" pitchFamily="50" charset="-128"/>
              </a:defRPr>
            </a:lvl1pPr>
            <a:lvl2pPr marL="609570" indent="0" fontAlgn="ctr">
              <a:spcBef>
                <a:spcPts val="0"/>
              </a:spcBef>
              <a:buFont typeface="Arial" charset="0"/>
              <a:buNone/>
              <a:defRPr sz="2000" b="0" i="0" spc="100">
                <a:solidFill>
                  <a:schemeClr val="tx1"/>
                </a:solidFill>
                <a:latin typeface="HGPGothicE" charset="-128"/>
                <a:ea typeface="HGPGothicE" charset="-128"/>
                <a:cs typeface="HGPGothicE" charset="-128"/>
              </a:defRPr>
            </a:lvl2pPr>
            <a:lvl3pPr marL="1219138" indent="0" fontAlgn="ctr">
              <a:spcBef>
                <a:spcPts val="0"/>
              </a:spcBef>
              <a:buFont typeface="Arial" charset="0"/>
              <a:buNone/>
              <a:defRPr sz="2000" b="0" i="0" spc="100">
                <a:solidFill>
                  <a:schemeClr val="tx1"/>
                </a:solidFill>
                <a:latin typeface="HGPGothicE" charset="-128"/>
                <a:ea typeface="HGPGothicE" charset="-128"/>
                <a:cs typeface="HGPGothicE" charset="-128"/>
              </a:defRPr>
            </a:lvl3pPr>
            <a:lvl4pPr marL="1828710" indent="0">
              <a:buFontTx/>
              <a:buNone/>
              <a:defRPr>
                <a:solidFill>
                  <a:schemeClr val="tx2"/>
                </a:solidFill>
              </a:defRPr>
            </a:lvl4pPr>
            <a:lvl5pPr marL="2438279" indent="0">
              <a:buFontTx/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kumimoji="1" lang="ja-JP" altLang="en-US" dirty="0"/>
              <a:t>テキストの入力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243994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2_タイトルとコンテンツ_アウトライン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7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0934941" y="0"/>
            <a:ext cx="973900" cy="6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22770"/>
            <a:ext cx="10800000" cy="3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8"/>
          <p:cNvSpPr>
            <a:spLocks noGrp="1" noChangeArrowheads="1"/>
          </p:cNvSpPr>
          <p:nvPr>
            <p:ph type="title"/>
          </p:nvPr>
        </p:nvSpPr>
        <p:spPr bwMode="auto">
          <a:xfrm>
            <a:off x="360000" y="0"/>
            <a:ext cx="10080000" cy="61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2400" baseline="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0"/>
          </p:nvPr>
        </p:nvSpPr>
        <p:spPr>
          <a:xfrm>
            <a:off x="360000" y="981075"/>
            <a:ext cx="11476800" cy="5327650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3"/>
              </a:buClr>
              <a:buFont typeface="Wingdings" panose="05000000000000000000" pitchFamily="2" charset="2"/>
              <a:buNone/>
              <a:defRPr sz="1600" baseline="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742950" indent="-285750"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2pPr>
            <a:lvl3pPr marL="1143000" indent="-228600"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3pPr>
            <a:lvl4pPr marL="1543050" indent="-171450">
              <a:buFont typeface="Wingdings" panose="05000000000000000000" pitchFamily="2" charset="2"/>
              <a:buChar char="n"/>
              <a:defRPr sz="1200">
                <a:solidFill>
                  <a:schemeClr val="tx1"/>
                </a:solidFill>
              </a:defRPr>
            </a:lvl4pPr>
            <a:lvl5pPr marL="2000250" indent="-171450">
              <a:buFont typeface="Wingdings" panose="05000000000000000000" pitchFamily="2" charset="2"/>
              <a:buChar char="n"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961080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9AD4885B-2DFA-D04D-AE48-F73602DA6A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/>
              <a:t>［タイトル］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3BFEB-E3E2-40B7-A253-8DF9A4ADA8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988" y="689355"/>
            <a:ext cx="11376026" cy="363157"/>
          </a:xfrm>
          <a:prstGeom prst="rect">
            <a:avLst/>
          </a:prstGeom>
        </p:spPr>
        <p:txBody>
          <a:bodyPr tIns="46800" anchor="ctr" anchorCtr="0">
            <a:noAutofit/>
          </a:bodyPr>
          <a:lstStyle>
            <a:lvl1pPr>
              <a:defRPr lang="en-US" sz="2000" b="1" spc="0" baseline="0" dirty="0">
                <a:solidFill>
                  <a:schemeClr val="tx1"/>
                </a:solidFill>
                <a:latin typeface="+mj-ea"/>
                <a:ea typeface="+mj-ea"/>
                <a:cs typeface="Arial"/>
              </a:defRPr>
            </a:lvl1pPr>
          </a:lstStyle>
          <a:p>
            <a:pPr marL="226468" marR="0" lvl="0" indent="-226468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lang="ja-JP" altLang="en-US"/>
              <a:t>［サブタイトル］</a:t>
            </a:r>
            <a:endParaRPr lang="en-US"/>
          </a:p>
        </p:txBody>
      </p:sp>
      <p:sp>
        <p:nvSpPr>
          <p:cNvPr id="7" name="テキスト プレースホルダー 7">
            <a:extLst>
              <a:ext uri="{FF2B5EF4-FFF2-40B4-BE49-F238E27FC236}">
                <a16:creationId xmlns:a16="http://schemas.microsoft.com/office/drawing/2014/main" id="{C1BF904A-EDA9-CB42-9930-B694DF35C5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1160463"/>
            <a:ext cx="11376026" cy="6692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テキストの入力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58092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6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/>
              <a:t>［タイトル］</a:t>
            </a: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7A82C159-A3E3-5C4A-85F2-522452EB1E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692151"/>
            <a:ext cx="11376026" cy="669290"/>
          </a:xfrm>
          <a:prstGeom prst="rect">
            <a:avLst/>
          </a:prstGeom>
        </p:spPr>
        <p:txBody>
          <a:bodyPr/>
          <a:lstStyle>
            <a:lvl1pPr marL="0" indent="0">
              <a:buNone/>
              <a:tabLst/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テキストの入力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56879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03987" y="164693"/>
            <a:ext cx="5280025" cy="412538"/>
          </a:xfrm>
        </p:spPr>
        <p:txBody>
          <a:bodyPr/>
          <a:lstStyle/>
          <a:p>
            <a:r>
              <a:rPr kumimoji="1" lang="ja-JP" altLang="en-US"/>
              <a:t>［タイトル］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11C8694-04B4-F046-A6DE-C55A35E8C0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7A82C159-A3E3-5C4A-85F2-522452EB1E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03988" y="692151"/>
            <a:ext cx="5280025" cy="6692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テキストの入力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711396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8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9" y="3700675"/>
            <a:ext cx="11376024" cy="412538"/>
          </a:xfrm>
        </p:spPr>
        <p:txBody>
          <a:bodyPr/>
          <a:lstStyle/>
          <a:p>
            <a:r>
              <a:rPr kumimoji="1" lang="ja-JP" altLang="en-US"/>
              <a:t>［タイトル］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0414810-E387-BE40-A07B-DAEAE7DD40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</p:spPr>
      </p:pic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7A82C159-A3E3-5C4A-85F2-522452EB1E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4221163"/>
            <a:ext cx="11376024" cy="6692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テキストの入力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586181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5.gi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スライド番号プレースホルダー 5">
            <a:extLst>
              <a:ext uri="{FF2B5EF4-FFF2-40B4-BE49-F238E27FC236}">
                <a16:creationId xmlns:a16="http://schemas.microsoft.com/office/drawing/2014/main" id="{ECCA0305-4FE5-F942-A65F-D32E64A8A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0738" y="6375400"/>
            <a:ext cx="323850" cy="363538"/>
          </a:xfrm>
          <a:prstGeom prst="rect">
            <a:avLst/>
          </a:prstGeom>
        </p:spPr>
        <p:txBody>
          <a:bodyPr vert="horz" lIns="72000" tIns="72000" rIns="72000" bIns="7200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7B6B4BD-86FE-B340-8C76-276EA38678C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  <p:sp>
        <p:nvSpPr>
          <p:cNvPr id="34" name="日付プレースホルダー 3">
            <a:extLst>
              <a:ext uri="{FF2B5EF4-FFF2-40B4-BE49-F238E27FC236}">
                <a16:creationId xmlns:a16="http://schemas.microsoft.com/office/drawing/2014/main" id="{02D94F30-7D34-894A-8783-F29B3F2E13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7825" y="6375400"/>
            <a:ext cx="1047750" cy="365125"/>
          </a:xfrm>
          <a:prstGeom prst="rect">
            <a:avLst/>
          </a:prstGeom>
        </p:spPr>
        <p:txBody>
          <a:bodyPr vert="horz" lIns="72000" tIns="72000" rIns="72000" bIns="7200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 spc="100" baseline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F77C94D-0405-CD41-8C32-0311136D3BBF}" type="datetime1">
              <a:rPr lang="ja-JP" altLang="en-US"/>
              <a:pPr>
                <a:defRPr/>
              </a:pPr>
              <a:t>2025/7/30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99" r:id="rId18"/>
    <p:sldLayoutId id="2147483802" r:id="rId19"/>
    <p:sldLayoutId id="2147483803" r:id="rId20"/>
    <p:sldLayoutId id="2147483804" r:id="rId21"/>
    <p:sldLayoutId id="2147483805" r:id="rId22"/>
    <p:sldLayoutId id="2147483806" r:id="rId23"/>
    <p:sldLayoutId id="2147483807" r:id="rId24"/>
    <p:sldLayoutId id="2147483808" r:id="rId25"/>
    <p:sldLayoutId id="2147483815" r:id="rId26"/>
    <p:sldLayoutId id="2147483816" r:id="rId27"/>
  </p:sldLayoutIdLst>
  <p:hf hdr="0" ftr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 b="1" kern="1200" spc="300">
          <a:solidFill>
            <a:schemeClr val="tx1"/>
          </a:solidFill>
          <a:latin typeface="游ゴシック" panose="020B0400000000000000" pitchFamily="34" charset="-128"/>
          <a:ea typeface="游ゴシック" panose="020B0400000000000000" pitchFamily="34" charset="-128"/>
          <a:cs typeface="+mj-cs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游ゴシック" panose="020B0400000000000000" pitchFamily="34" charset="-128"/>
          <a:ea typeface="游ゴシック" panose="020B0400000000000000" pitchFamily="34" charset="-128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游ゴシック" panose="020B0400000000000000" pitchFamily="34" charset="-128"/>
          <a:ea typeface="游ゴシック" panose="020B0400000000000000" pitchFamily="34" charset="-128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游ゴシック" panose="020B0400000000000000" pitchFamily="34" charset="-128"/>
          <a:ea typeface="游ゴシック" panose="020B0400000000000000" pitchFamily="34" charset="-128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游ゴシック" panose="020B0400000000000000" pitchFamily="34" charset="-128"/>
          <a:ea typeface="游ゴシック" panose="020B0400000000000000" pitchFamily="34" charset="-128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游ゴシック" panose="020B0400000000000000" pitchFamily="34" charset="-128"/>
          <a:ea typeface="游ゴシック" panose="020B0400000000000000" pitchFamily="34" charset="-128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游ゴシック" panose="020B0400000000000000" pitchFamily="34" charset="-128"/>
          <a:ea typeface="游ゴシック" panose="020B0400000000000000" pitchFamily="34" charset="-128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游ゴシック" panose="020B0400000000000000" pitchFamily="34" charset="-128"/>
          <a:ea typeface="游ゴシック" panose="020B0400000000000000" pitchFamily="34" charset="-128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游ゴシック" panose="020B0400000000000000" pitchFamily="34" charset="-128"/>
          <a:ea typeface="游ゴシック" panose="020B0400000000000000" pitchFamily="34" charset="-128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45720" rIns="0" bIns="45720" rtlCol="0" anchor="t" anchorCtr="0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755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006F447-EA40-6B45-B81D-264DC1DFDDFE}"/>
              </a:ext>
            </a:extLst>
          </p:cNvPr>
          <p:cNvSpPr txBox="1"/>
          <p:nvPr userDrawn="1"/>
        </p:nvSpPr>
        <p:spPr>
          <a:xfrm>
            <a:off x="8191928" y="6623438"/>
            <a:ext cx="1433085" cy="215444"/>
          </a:xfrm>
          <a:prstGeom prst="rect">
            <a:avLst/>
          </a:prstGeom>
          <a:noFill/>
          <a:ln>
            <a:noFill/>
          </a:ln>
        </p:spPr>
        <p:txBody>
          <a:bodyPr wrap="none" lIns="0" rIns="0" rtlCol="0">
            <a:spAutoFit/>
          </a:bodyPr>
          <a:lstStyle/>
          <a:p>
            <a:pPr algn="r"/>
            <a:r>
              <a:rPr kumimoji="0" lang="en-US" altLang="ja-JP" sz="800">
                <a:solidFill>
                  <a:schemeClr val="tx1"/>
                </a:solidFill>
                <a:latin typeface="+mn-lt"/>
                <a:cs typeface="Meiryo UI" pitchFamily="50" charset="-128"/>
              </a:rPr>
              <a:t>© 2023 NTT DATA Corporation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64F9529-9269-0444-AC06-0135C86878D1}"/>
              </a:ext>
            </a:extLst>
          </p:cNvPr>
          <p:cNvCxnSpPr>
            <a:cxnSpLocks/>
          </p:cNvCxnSpPr>
          <p:nvPr userDrawn="1"/>
        </p:nvCxnSpPr>
        <p:spPr>
          <a:xfrm>
            <a:off x="9840913" y="6597650"/>
            <a:ext cx="0" cy="26035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8">
            <a:extLst>
              <a:ext uri="{FF2B5EF4-FFF2-40B4-BE49-F238E27FC236}">
                <a16:creationId xmlns:a16="http://schemas.microsoft.com/office/drawing/2014/main" id="{4FBDFD7A-DEEB-CC46-8D4E-B36D85A43B0A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43138" y="6603369"/>
            <a:ext cx="920823" cy="234561"/>
          </a:xfrm>
          <a:prstGeom prst="rect">
            <a:avLst/>
          </a:prstGeom>
        </p:spPr>
      </p:pic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3800F2B-9D2F-6A43-8C8F-769A8F0AEB02}"/>
              </a:ext>
            </a:extLst>
          </p:cNvPr>
          <p:cNvCxnSpPr>
            <a:cxnSpLocks/>
          </p:cNvCxnSpPr>
          <p:nvPr userDrawn="1"/>
        </p:nvCxnSpPr>
        <p:spPr>
          <a:xfrm>
            <a:off x="11179862" y="6597650"/>
            <a:ext cx="0" cy="26035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BE9AE59-F844-9F42-B777-4BE4EE1ECDDE}"/>
              </a:ext>
            </a:extLst>
          </p:cNvPr>
          <p:cNvSpPr txBox="1"/>
          <p:nvPr userDrawn="1"/>
        </p:nvSpPr>
        <p:spPr>
          <a:xfrm>
            <a:off x="11257850" y="6590696"/>
            <a:ext cx="537314" cy="26161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r"/>
            <a:fld id="{8DD8EB0B-AB08-A54E-B33C-ED72A04D9CE9}" type="slidenum">
              <a:rPr lang="ja-JP" altLang="en-US" sz="1100" smtClean="0">
                <a:solidFill>
                  <a:schemeClr val="tx1"/>
                </a:solidFill>
              </a:rPr>
              <a:pPr algn="r"/>
              <a:t>‹#›</a:t>
            </a:fld>
            <a:endParaRPr kumimoji="0" lang="en-US" altLang="ja-JP" sz="1100">
              <a:solidFill>
                <a:schemeClr val="tx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9558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</p:sldLayoutIdLst>
  <p:hf hdr="0" ft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>
          <p15:clr>
            <a:srgbClr val="F26B43"/>
          </p15:clr>
        </p15:guide>
        <p15:guide id="4" orient="horz" pos="2160">
          <p15:clr>
            <a:srgbClr val="F26B43"/>
          </p15:clr>
        </p15:guide>
        <p15:guide id="6" orient="horz" pos="436">
          <p15:clr>
            <a:srgbClr val="F26B43"/>
          </p15:clr>
        </p15:guide>
        <p15:guide id="7" pos="3840">
          <p15:clr>
            <a:srgbClr val="F26B43"/>
          </p15:clr>
        </p15:guide>
        <p15:guide id="8" pos="7423">
          <p15:clr>
            <a:srgbClr val="F26B43"/>
          </p15:clr>
        </p15:guide>
        <p15:guide id="9" orient="horz" pos="4088">
          <p15:clr>
            <a:srgbClr val="F26B43"/>
          </p15:clr>
        </p15:guide>
        <p15:guide id="10" orient="horz" pos="368">
          <p15:clr>
            <a:srgbClr val="F26B43"/>
          </p15:clr>
        </p15:guide>
        <p15:guide id="11" orient="horz" pos="4269">
          <p15:clr>
            <a:srgbClr val="F26B43"/>
          </p15:clr>
        </p15:guide>
        <p15:guide id="12" orient="horz" pos="41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D5EF6-699C-E71E-9C02-B3B020521C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8801705-9237-B248-8CCD-5AE70991EC85}" type="slidenum">
              <a:rPr lang="ja-JP" altLang="en-US" smtClean="0"/>
              <a:pPr>
                <a:defRPr/>
              </a:pPr>
              <a:t>1</a:t>
            </a:fld>
            <a:endParaRPr lang="ja-JP" altLang="en-US"/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2060B2FF-AD35-3EEC-514B-1A997616E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202667"/>
            <a:ext cx="11738610" cy="6536271"/>
          </a:xfrm>
          <a:prstGeom prst="rect">
            <a:avLst/>
          </a:prstGeom>
          <a:solidFill>
            <a:schemeClr val="tx1"/>
          </a:solidFill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4903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NTT DATA Enterprise Segment">
      <a:dk1>
        <a:srgbClr val="000000"/>
      </a:dk1>
      <a:lt1>
        <a:srgbClr val="FFFFFF"/>
      </a:lt1>
      <a:dk2>
        <a:srgbClr val="323232"/>
      </a:dk2>
      <a:lt2>
        <a:srgbClr val="646464"/>
      </a:lt2>
      <a:accent1>
        <a:srgbClr val="24B9EA"/>
      </a:accent1>
      <a:accent2>
        <a:srgbClr val="FF4800"/>
      </a:accent2>
      <a:accent3>
        <a:srgbClr val="6300FF"/>
      </a:accent3>
      <a:accent4>
        <a:srgbClr val="7198CE"/>
      </a:accent4>
      <a:accent5>
        <a:srgbClr val="BC4328"/>
      </a:accent5>
      <a:accent6>
        <a:srgbClr val="8246AF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400" b="1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72000" tIns="72000" rIns="72000" bIns="72000" rtlCol="0" anchor="ctr" anchorCtr="0">
        <a:spAutoFit/>
      </a:bodyPr>
      <a:lstStyle>
        <a:defPPr algn="l">
          <a:defRPr kumimoji="1" b="1" i="0" smtClean="0">
            <a:latin typeface="Century Gothic" panose="020B0502020202020204" pitchFamily="34" charset="0"/>
            <a:ea typeface="Yu Gothic" panose="020B04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220921_NTT_DECK_169.pptx" id="{4C46ABD5-35B9-41A3-9026-320839FE75BA}" vid="{A6092D55-E218-479C-807A-65AE4D2090BF}"/>
    </a:ext>
  </a:extLst>
</a:theme>
</file>

<file path=ppt/theme/theme2.xml><?xml version="1.0" encoding="utf-8"?>
<a:theme xmlns:a="http://schemas.openxmlformats.org/drawingml/2006/main" name="コンテンツ_Light">
  <a:themeElements>
    <a:clrScheme name="NTTDATA_color">
      <a:dk1>
        <a:srgbClr val="000000"/>
      </a:dk1>
      <a:lt1>
        <a:srgbClr val="FFFFFF"/>
      </a:lt1>
      <a:dk2>
        <a:srgbClr val="0080B1"/>
      </a:dk2>
      <a:lt2>
        <a:srgbClr val="D76B00"/>
      </a:lt2>
      <a:accent1>
        <a:srgbClr val="6785C1"/>
      </a:accent1>
      <a:accent2>
        <a:srgbClr val="070F26"/>
      </a:accent2>
      <a:accent3>
        <a:srgbClr val="E6B600"/>
      </a:accent3>
      <a:accent4>
        <a:srgbClr val="BC4328"/>
      </a:accent4>
      <a:accent5>
        <a:srgbClr val="00B176"/>
      </a:accent5>
      <a:accent6>
        <a:srgbClr val="8246AF"/>
      </a:accent6>
      <a:hlink>
        <a:srgbClr val="0000FF"/>
      </a:hlink>
      <a:folHlink>
        <a:srgbClr val="800080"/>
      </a:folHlink>
    </a:clrScheme>
    <a:fontScheme name="NTTデータ様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one_Presentation_Template_169_JP.potx" id="{0948E1E4-78F6-460D-8515-42C51F13922E}" vid="{DF4825C2-08B0-4C12-BBC4-F88610615670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NTT DATA Enterprise Segment">
    <a:dk1>
      <a:srgbClr val="000000"/>
    </a:dk1>
    <a:lt1>
      <a:srgbClr val="FFFFFF"/>
    </a:lt1>
    <a:dk2>
      <a:srgbClr val="323232"/>
    </a:dk2>
    <a:lt2>
      <a:srgbClr val="646464"/>
    </a:lt2>
    <a:accent1>
      <a:srgbClr val="24B9EA"/>
    </a:accent1>
    <a:accent2>
      <a:srgbClr val="FF4800"/>
    </a:accent2>
    <a:accent3>
      <a:srgbClr val="6300FF"/>
    </a:accent3>
    <a:accent4>
      <a:srgbClr val="7198CE"/>
    </a:accent4>
    <a:accent5>
      <a:srgbClr val="BC4328"/>
    </a:accent5>
    <a:accent6>
      <a:srgbClr val="8246AF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NTT DATA Enterprise Segment">
    <a:dk1>
      <a:srgbClr val="000000"/>
    </a:dk1>
    <a:lt1>
      <a:srgbClr val="FFFFFF"/>
    </a:lt1>
    <a:dk2>
      <a:srgbClr val="323232"/>
    </a:dk2>
    <a:lt2>
      <a:srgbClr val="646464"/>
    </a:lt2>
    <a:accent1>
      <a:srgbClr val="24B9EA"/>
    </a:accent1>
    <a:accent2>
      <a:srgbClr val="FF4800"/>
    </a:accent2>
    <a:accent3>
      <a:srgbClr val="6300FF"/>
    </a:accent3>
    <a:accent4>
      <a:srgbClr val="7198CE"/>
    </a:accent4>
    <a:accent5>
      <a:srgbClr val="BC4328"/>
    </a:accent5>
    <a:accent6>
      <a:srgbClr val="8246AF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NTT DATA Enterprise Segment">
    <a:dk1>
      <a:srgbClr val="000000"/>
    </a:dk1>
    <a:lt1>
      <a:srgbClr val="FFFFFF"/>
    </a:lt1>
    <a:dk2>
      <a:srgbClr val="323232"/>
    </a:dk2>
    <a:lt2>
      <a:srgbClr val="646464"/>
    </a:lt2>
    <a:accent1>
      <a:srgbClr val="24B9EA"/>
    </a:accent1>
    <a:accent2>
      <a:srgbClr val="FF4800"/>
    </a:accent2>
    <a:accent3>
      <a:srgbClr val="6300FF"/>
    </a:accent3>
    <a:accent4>
      <a:srgbClr val="7198CE"/>
    </a:accent4>
    <a:accent5>
      <a:srgbClr val="BC4328"/>
    </a:accent5>
    <a:accent6>
      <a:srgbClr val="8246AF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NTT DATA Enterprise Segment">
    <a:dk1>
      <a:srgbClr val="000000"/>
    </a:dk1>
    <a:lt1>
      <a:srgbClr val="FFFFFF"/>
    </a:lt1>
    <a:dk2>
      <a:srgbClr val="323232"/>
    </a:dk2>
    <a:lt2>
      <a:srgbClr val="646464"/>
    </a:lt2>
    <a:accent1>
      <a:srgbClr val="24B9EA"/>
    </a:accent1>
    <a:accent2>
      <a:srgbClr val="FF4800"/>
    </a:accent2>
    <a:accent3>
      <a:srgbClr val="6300FF"/>
    </a:accent3>
    <a:accent4>
      <a:srgbClr val="7198CE"/>
    </a:accent4>
    <a:accent5>
      <a:srgbClr val="BC4328"/>
    </a:accent5>
    <a:accent6>
      <a:srgbClr val="8246AF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NTT DATA Enterprise Segment">
    <a:dk1>
      <a:srgbClr val="000000"/>
    </a:dk1>
    <a:lt1>
      <a:srgbClr val="FFFFFF"/>
    </a:lt1>
    <a:dk2>
      <a:srgbClr val="323232"/>
    </a:dk2>
    <a:lt2>
      <a:srgbClr val="646464"/>
    </a:lt2>
    <a:accent1>
      <a:srgbClr val="24B9EA"/>
    </a:accent1>
    <a:accent2>
      <a:srgbClr val="FF4800"/>
    </a:accent2>
    <a:accent3>
      <a:srgbClr val="6300FF"/>
    </a:accent3>
    <a:accent4>
      <a:srgbClr val="7198CE"/>
    </a:accent4>
    <a:accent5>
      <a:srgbClr val="BC4328"/>
    </a:accent5>
    <a:accent6>
      <a:srgbClr val="8246AF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NTT DATA Enterprise Segment">
    <a:dk1>
      <a:srgbClr val="000000"/>
    </a:dk1>
    <a:lt1>
      <a:srgbClr val="FFFFFF"/>
    </a:lt1>
    <a:dk2>
      <a:srgbClr val="323232"/>
    </a:dk2>
    <a:lt2>
      <a:srgbClr val="646464"/>
    </a:lt2>
    <a:accent1>
      <a:srgbClr val="24B9EA"/>
    </a:accent1>
    <a:accent2>
      <a:srgbClr val="FF4800"/>
    </a:accent2>
    <a:accent3>
      <a:srgbClr val="6300FF"/>
    </a:accent3>
    <a:accent4>
      <a:srgbClr val="7198CE"/>
    </a:accent4>
    <a:accent5>
      <a:srgbClr val="BC4328"/>
    </a:accent5>
    <a:accent6>
      <a:srgbClr val="8246AF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NTT DATA Enterprise Segment">
    <a:dk1>
      <a:srgbClr val="000000"/>
    </a:dk1>
    <a:lt1>
      <a:srgbClr val="FFFFFF"/>
    </a:lt1>
    <a:dk2>
      <a:srgbClr val="323232"/>
    </a:dk2>
    <a:lt2>
      <a:srgbClr val="646464"/>
    </a:lt2>
    <a:accent1>
      <a:srgbClr val="24B9EA"/>
    </a:accent1>
    <a:accent2>
      <a:srgbClr val="FF4800"/>
    </a:accent2>
    <a:accent3>
      <a:srgbClr val="6300FF"/>
    </a:accent3>
    <a:accent4>
      <a:srgbClr val="7198CE"/>
    </a:accent4>
    <a:accent5>
      <a:srgbClr val="BC4328"/>
    </a:accent5>
    <a:accent6>
      <a:srgbClr val="8246AF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NTT DATA Enterprise Segment">
    <a:dk1>
      <a:srgbClr val="000000"/>
    </a:dk1>
    <a:lt1>
      <a:srgbClr val="FFFFFF"/>
    </a:lt1>
    <a:dk2>
      <a:srgbClr val="323232"/>
    </a:dk2>
    <a:lt2>
      <a:srgbClr val="646464"/>
    </a:lt2>
    <a:accent1>
      <a:srgbClr val="24B9EA"/>
    </a:accent1>
    <a:accent2>
      <a:srgbClr val="FF4800"/>
    </a:accent2>
    <a:accent3>
      <a:srgbClr val="6300FF"/>
    </a:accent3>
    <a:accent4>
      <a:srgbClr val="7198CE"/>
    </a:accent4>
    <a:accent5>
      <a:srgbClr val="BC4328"/>
    </a:accent5>
    <a:accent6>
      <a:srgbClr val="8246AF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674434C8CD87942B621FE3F405220AB" ma:contentTypeVersion="18" ma:contentTypeDescription="新しいドキュメントを作成します。" ma:contentTypeScope="" ma:versionID="2579ad3b725bf88e1e7d97d794197cbd">
  <xsd:schema xmlns:xsd="http://www.w3.org/2001/XMLSchema" xmlns:xs="http://www.w3.org/2001/XMLSchema" xmlns:p="http://schemas.microsoft.com/office/2006/metadata/properties" xmlns:ns3="4be3366d-21a3-4603-8428-6e96dbf00bff" xmlns:ns4="f9940f77-d365-459b-bf39-a7ce20e2f4c1" targetNamespace="http://schemas.microsoft.com/office/2006/metadata/properties" ma:root="true" ma:fieldsID="36dfe823dcd705952f016c8dfdb38475" ns3:_="" ns4:_="">
    <xsd:import namespace="4be3366d-21a3-4603-8428-6e96dbf00bff"/>
    <xsd:import namespace="f9940f77-d365-459b-bf39-a7ce20e2f4c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ingHintHash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e3366d-21a3-4603-8428-6e96dbf00b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共有のヒントのハッシュ" ma:internalName="SharingHintHash" ma:readOnly="true">
      <xsd:simpleType>
        <xsd:restriction base="dms:Text"/>
      </xsd:simpleType>
    </xsd:element>
    <xsd:element name="SharedWithDetails" ma:index="10" nillable="true" ma:displayName="共有相手の詳細情報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940f77-d365-459b-bf39-a7ce20e2f4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940f77-d365-459b-bf39-a7ce20e2f4c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1BC273-90C5-42CD-8A3B-5DA76EDB8E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e3366d-21a3-4603-8428-6e96dbf00bff"/>
    <ds:schemaRef ds:uri="f9940f77-d365-459b-bf39-a7ce20e2f4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E00ED8-80F4-4737-877F-41EE75874282}">
  <ds:schemaRefs>
    <ds:schemaRef ds:uri="4be3366d-21a3-4603-8428-6e96dbf00bff"/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infopath/2007/PartnerControls"/>
    <ds:schemaRef ds:uri="f9940f77-d365-459b-bf39-a7ce20e2f4c1"/>
  </ds:schemaRefs>
</ds:datastoreItem>
</file>

<file path=customXml/itemProps3.xml><?xml version="1.0" encoding="utf-8"?>
<ds:datastoreItem xmlns:ds="http://schemas.openxmlformats.org/officeDocument/2006/customXml" ds:itemID="{54228D00-D7C7-4FAC-8752-701F8006D7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18807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BIZ UDPゴシック</vt:lpstr>
      <vt:lpstr>HGPGothicE</vt:lpstr>
      <vt:lpstr>Meiryo UI</vt:lpstr>
      <vt:lpstr>游ゴシック</vt:lpstr>
      <vt:lpstr>游ゴシック Medium</vt:lpstr>
      <vt:lpstr>Arial</vt:lpstr>
      <vt:lpstr>Century Gothic</vt:lpstr>
      <vt:lpstr>Segoe UI</vt:lpstr>
      <vt:lpstr>Wingdings</vt:lpstr>
      <vt:lpstr>Office テーマ</vt:lpstr>
      <vt:lpstr>コンテンツ_Light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法人分野 役員合宿</dc:title>
  <dc:creator>EPD</dc:creator>
  <cp:lastModifiedBy>Maruyama, Yuko</cp:lastModifiedBy>
  <cp:revision>143</cp:revision>
  <dcterms:created xsi:type="dcterms:W3CDTF">2022-11-02T11:58:56Z</dcterms:created>
  <dcterms:modified xsi:type="dcterms:W3CDTF">2025-07-30T05:33:47Z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0x0101009674434C8CD87942B621FE3F405220AB</vt:lpwstr>
  </property>
  <property fmtid="{D5CDD505-2E9C-101B-9397-08002B2CF9AE}" pid="3" name="MediaServiceImageTags">
    <vt:lpwstr/>
  </property>
</Properties>
</file>